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embeddedFontLst>
    <p:embeddedFont>
      <p:font typeface="Garamond" panose="02020404030301010803" pitchFamily="18" charset="0"/>
      <p:regular r:id="rId9"/>
      <p:bold r:id="rId10"/>
      <p:italic r:id="rId11"/>
      <p:boldItalic r:id="rId12"/>
    </p:embeddedFont>
    <p:embeddedFont>
      <p:font typeface="Noto Sans Symbols" panose="020B0604020202020204" charset="0"/>
      <p:regular r:id="rId13"/>
      <p:bold r:id="rId14"/>
    </p:embeddedFont>
    <p:embeddedFont>
      <p:font typeface="Oswald" panose="00000500000000000000" pitchFamily="2" charset="0"/>
      <p:regular r:id="rId15"/>
      <p:bold r:id="rId16"/>
    </p:embeddedFont>
    <p:embeddedFont>
      <p:font typeface="Sitka Small Semibold" pitchFamily="2" charset="0"/>
      <p:bold r:id="rId17"/>
      <p:boldItalic r:id="rId18"/>
    </p:embeddedFont>
    <p:embeddedFont>
      <p:font typeface="Sitka Subheading" pitchFamily="2" charset="0"/>
      <p:regular r:id="rId19"/>
      <p:bold r:id="rId20"/>
      <p:italic r:id="rId21"/>
      <p:boldItalic r:id="rId22"/>
    </p:embeddedFont>
    <p:embeddedFont>
      <p:font typeface="Sitka Subheading Semibold" pitchFamily="2" charset="0"/>
      <p:bold r:id="rId23"/>
      <p:boldItalic r:id="rId24"/>
    </p:embeddedFont>
    <p:embeddedFont>
      <p:font typeface="Sitka Text" pitchFamily="2" charset="0"/>
      <p:regular r:id="rId25"/>
      <p:bold r:id="rId26"/>
      <p:italic r:id="rId27"/>
      <p:boldItalic r:id="rId28"/>
    </p:embeddedFont>
    <p:embeddedFont>
      <p:font typeface="Sitka Text Semibold" pitchFamily="2" charset="0"/>
      <p:bold r:id="rId29"/>
      <p:boldItalic r:id="rId30"/>
    </p:embeddedFont>
    <p:embeddedFont>
      <p:font typeface="Verdana" panose="020B060403050404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giT35yKh/ibIZwHlNjeZcdH2MO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39" Type="http://schemas.openxmlformats.org/officeDocument/2006/relationships/tableStyles" Target="tableStyles.xml"/><Relationship Id="rId21" Type="http://schemas.openxmlformats.org/officeDocument/2006/relationships/font" Target="fonts/font13.fntdata"/><Relationship Id="rId34" Type="http://schemas.openxmlformats.org/officeDocument/2006/relationships/font" Target="fonts/font26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33" Type="http://schemas.openxmlformats.org/officeDocument/2006/relationships/font" Target="fonts/font2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32" Type="http://schemas.openxmlformats.org/officeDocument/2006/relationships/font" Target="fonts/font24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font" Target="fonts/font20.fntdata"/><Relationship Id="rId36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font" Target="fonts/font23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font" Target="fonts/font19.fntdata"/><Relationship Id="rId30" Type="http://schemas.openxmlformats.org/officeDocument/2006/relationships/font" Target="fonts/font22.fntdata"/><Relationship Id="rId35" Type="http://customschemas.google.com/relationships/presentationmetadata" Target="metadata"/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image" Target="../media/image13.png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image" Target="../media/image13.png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D60ADC-0DD7-4190-AB25-CC3A42081136}" type="doc">
      <dgm:prSet loTypeId="urn:microsoft.com/office/officeart/2008/layout/VerticalCurvedLis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DD15A9D-8BB3-45C9-B810-27284F92769C}">
      <dgm:prSet/>
      <dgm:spPr/>
      <dgm:t>
        <a:bodyPr/>
        <a:lstStyle/>
        <a:p>
          <a:r>
            <a:rPr lang="en-US" b="0" i="0" dirty="0">
              <a:latin typeface="Verdana" panose="020B0604030504040204" pitchFamily="34" charset="0"/>
              <a:ea typeface="Verdana" panose="020B0604030504040204" pitchFamily="34" charset="0"/>
            </a:rPr>
            <a:t>Flutter is used as the cross-platform framework for building mobile, web, and desktop applications from a single codebase.</a:t>
          </a:r>
          <a:endParaRPr lang="en-IN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3320D22A-A1EB-4D95-88CA-60060576DFCC}" type="parTrans" cxnId="{E328972B-0055-4344-8C10-3B44BED65E3F}">
      <dgm:prSet/>
      <dgm:spPr/>
      <dgm:t>
        <a:bodyPr/>
        <a:lstStyle/>
        <a:p>
          <a:endParaRPr lang="en-IN"/>
        </a:p>
      </dgm:t>
    </dgm:pt>
    <dgm:pt modelId="{C82A00FC-5A66-4CA8-8000-2FB632982C8B}" type="sibTrans" cxnId="{E328972B-0055-4344-8C10-3B44BED65E3F}">
      <dgm:prSet/>
      <dgm:spPr/>
      <dgm:t>
        <a:bodyPr/>
        <a:lstStyle/>
        <a:p>
          <a:endParaRPr lang="en-IN"/>
        </a:p>
      </dgm:t>
    </dgm:pt>
    <dgm:pt modelId="{7A42B2A8-F599-4DCE-85C5-654BFCAD5B14}">
      <dgm:prSet/>
      <dgm:spPr/>
      <dgm:t>
        <a:bodyPr/>
        <a:lstStyle/>
        <a:p>
          <a:r>
            <a:rPr lang="en-US" b="0" i="0" dirty="0">
              <a:latin typeface="Verdana" panose="020B0604030504040204" pitchFamily="34" charset="0"/>
              <a:ea typeface="Verdana" panose="020B0604030504040204" pitchFamily="34" charset="0"/>
            </a:rPr>
            <a:t> MySQL serves as the open-source relational database management system.</a:t>
          </a:r>
          <a:endParaRPr lang="en-IN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E3EF9021-C44D-468B-99F0-0E64199E1081}" type="parTrans" cxnId="{EB1E3FDC-556C-4845-A596-12133D57368B}">
      <dgm:prSet/>
      <dgm:spPr/>
      <dgm:t>
        <a:bodyPr/>
        <a:lstStyle/>
        <a:p>
          <a:endParaRPr lang="en-IN"/>
        </a:p>
      </dgm:t>
    </dgm:pt>
    <dgm:pt modelId="{4717D675-E225-43DF-8883-9E00932220C0}" type="sibTrans" cxnId="{EB1E3FDC-556C-4845-A596-12133D57368B}">
      <dgm:prSet/>
      <dgm:spPr/>
      <dgm:t>
        <a:bodyPr/>
        <a:lstStyle/>
        <a:p>
          <a:endParaRPr lang="en-IN"/>
        </a:p>
      </dgm:t>
    </dgm:pt>
    <dgm:pt modelId="{A9E86554-92F5-45CD-9ACD-B57DBD393084}">
      <dgm:prSet/>
      <dgm:spPr/>
      <dgm:t>
        <a:bodyPr/>
        <a:lstStyle/>
        <a:p>
          <a:r>
            <a:rPr lang="en-US" b="0" i="0" dirty="0">
              <a:latin typeface="Verdana" panose="020B0604030504040204" pitchFamily="34" charset="0"/>
              <a:ea typeface="Verdana" panose="020B0604030504040204" pitchFamily="34" charset="0"/>
            </a:rPr>
            <a:t>XAMPP provides a local server environment for development and testing.</a:t>
          </a:r>
          <a:endParaRPr lang="en-IN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27EB22EA-1CCD-4A25-B8A8-204622DEB509}" type="parTrans" cxnId="{ED9A3D6A-17A0-49B9-91B5-5D1CB2951C89}">
      <dgm:prSet/>
      <dgm:spPr/>
      <dgm:t>
        <a:bodyPr/>
        <a:lstStyle/>
        <a:p>
          <a:endParaRPr lang="en-IN"/>
        </a:p>
      </dgm:t>
    </dgm:pt>
    <dgm:pt modelId="{CE66C574-3851-4EEB-8E27-BC211002A73C}" type="sibTrans" cxnId="{ED9A3D6A-17A0-49B9-91B5-5D1CB2951C89}">
      <dgm:prSet/>
      <dgm:spPr/>
      <dgm:t>
        <a:bodyPr/>
        <a:lstStyle/>
        <a:p>
          <a:endParaRPr lang="en-IN"/>
        </a:p>
      </dgm:t>
    </dgm:pt>
    <dgm:pt modelId="{B2616C1C-4826-4F18-8205-C7A4207FB7D7}">
      <dgm:prSet/>
      <dgm:spPr/>
      <dgm:t>
        <a:bodyPr/>
        <a:lstStyle/>
        <a:p>
          <a:r>
            <a:rPr lang="en-US" b="0" i="0" dirty="0">
              <a:latin typeface="Verdana" panose="020B0604030504040204" pitchFamily="34" charset="0"/>
              <a:ea typeface="Verdana" panose="020B0604030504040204" pitchFamily="34" charset="0"/>
            </a:rPr>
            <a:t>Firebase offers real-time database services, authentication, and cloud messaging for mobile and web applications.</a:t>
          </a:r>
          <a:endParaRPr lang="en-IN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70B64492-CE61-4B7E-8C50-4D5967797861}" type="parTrans" cxnId="{FDB4340D-E19E-490A-A0C4-F18206A1161A}">
      <dgm:prSet/>
      <dgm:spPr/>
      <dgm:t>
        <a:bodyPr/>
        <a:lstStyle/>
        <a:p>
          <a:endParaRPr lang="en-IN"/>
        </a:p>
      </dgm:t>
    </dgm:pt>
    <dgm:pt modelId="{14951E3F-2E5D-4CB7-9A73-DE46A68A6431}" type="sibTrans" cxnId="{FDB4340D-E19E-490A-A0C4-F18206A1161A}">
      <dgm:prSet/>
      <dgm:spPr/>
      <dgm:t>
        <a:bodyPr/>
        <a:lstStyle/>
        <a:p>
          <a:endParaRPr lang="en-IN"/>
        </a:p>
      </dgm:t>
    </dgm:pt>
    <dgm:pt modelId="{09DC68D8-43EF-4F86-BD19-F739C161EA02}">
      <dgm:prSet/>
      <dgm:spPr/>
      <dgm:t>
        <a:bodyPr/>
        <a:lstStyle/>
        <a:p>
          <a:r>
            <a:rPr lang="en-US" b="0" i="0" dirty="0">
              <a:latin typeface="Verdana" panose="020B0604030504040204" pitchFamily="34" charset="0"/>
              <a:ea typeface="Verdana" panose="020B0604030504040204" pitchFamily="34" charset="0"/>
            </a:rPr>
            <a:t>PHP is the server-side scripting language for backend development and web functionality.</a:t>
          </a:r>
          <a:endParaRPr lang="en-IN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6AC44419-B08E-4FB0-A1D6-848D2695105C}" type="parTrans" cxnId="{7E074750-7442-438D-8ECE-C91217A63EF8}">
      <dgm:prSet/>
      <dgm:spPr/>
      <dgm:t>
        <a:bodyPr/>
        <a:lstStyle/>
        <a:p>
          <a:endParaRPr lang="en-IN"/>
        </a:p>
      </dgm:t>
    </dgm:pt>
    <dgm:pt modelId="{BBF78838-7282-4DDD-A6B6-068697BBEB91}" type="sibTrans" cxnId="{7E074750-7442-438D-8ECE-C91217A63EF8}">
      <dgm:prSet/>
      <dgm:spPr/>
      <dgm:t>
        <a:bodyPr/>
        <a:lstStyle/>
        <a:p>
          <a:endParaRPr lang="en-IN"/>
        </a:p>
      </dgm:t>
    </dgm:pt>
    <dgm:pt modelId="{DA555052-9E6F-4441-B03D-DEF44C892A7F}" type="pres">
      <dgm:prSet presAssocID="{57D60ADC-0DD7-4190-AB25-CC3A42081136}" presName="Name0" presStyleCnt="0">
        <dgm:presLayoutVars>
          <dgm:chMax val="7"/>
          <dgm:chPref val="7"/>
          <dgm:dir/>
        </dgm:presLayoutVars>
      </dgm:prSet>
      <dgm:spPr/>
    </dgm:pt>
    <dgm:pt modelId="{A6AB1C4F-37D0-4BB4-935D-577D34A1407B}" type="pres">
      <dgm:prSet presAssocID="{57D60ADC-0DD7-4190-AB25-CC3A42081136}" presName="Name1" presStyleCnt="0"/>
      <dgm:spPr/>
    </dgm:pt>
    <dgm:pt modelId="{22A32405-74E3-4A68-821E-CA06276F5B17}" type="pres">
      <dgm:prSet presAssocID="{57D60ADC-0DD7-4190-AB25-CC3A42081136}" presName="cycle" presStyleCnt="0"/>
      <dgm:spPr/>
    </dgm:pt>
    <dgm:pt modelId="{91F498AC-1A92-4161-8C75-EBA8EABF1D59}" type="pres">
      <dgm:prSet presAssocID="{57D60ADC-0DD7-4190-AB25-CC3A42081136}" presName="srcNode" presStyleLbl="node1" presStyleIdx="0" presStyleCnt="5"/>
      <dgm:spPr/>
    </dgm:pt>
    <dgm:pt modelId="{2DD6488C-FCBB-437A-A4EB-F84B6D19D3C6}" type="pres">
      <dgm:prSet presAssocID="{57D60ADC-0DD7-4190-AB25-CC3A42081136}" presName="conn" presStyleLbl="parChTrans1D2" presStyleIdx="0" presStyleCnt="1"/>
      <dgm:spPr/>
    </dgm:pt>
    <dgm:pt modelId="{A7D730F6-638D-49BA-AD65-3654E577E51B}" type="pres">
      <dgm:prSet presAssocID="{57D60ADC-0DD7-4190-AB25-CC3A42081136}" presName="extraNode" presStyleLbl="node1" presStyleIdx="0" presStyleCnt="5"/>
      <dgm:spPr/>
    </dgm:pt>
    <dgm:pt modelId="{9D52A594-402B-4DDB-8D1B-3D8399A5C18F}" type="pres">
      <dgm:prSet presAssocID="{57D60ADC-0DD7-4190-AB25-CC3A42081136}" presName="dstNode" presStyleLbl="node1" presStyleIdx="0" presStyleCnt="5"/>
      <dgm:spPr/>
    </dgm:pt>
    <dgm:pt modelId="{F273E2C6-15BE-47C8-82CF-A6DC63BC9FF7}" type="pres">
      <dgm:prSet presAssocID="{7DD15A9D-8BB3-45C9-B810-27284F92769C}" presName="text_1" presStyleLbl="node1" presStyleIdx="0" presStyleCnt="5">
        <dgm:presLayoutVars>
          <dgm:bulletEnabled val="1"/>
        </dgm:presLayoutVars>
      </dgm:prSet>
      <dgm:spPr/>
    </dgm:pt>
    <dgm:pt modelId="{73B73E9F-C80C-4C0C-8C86-A26AF2B3EF2D}" type="pres">
      <dgm:prSet presAssocID="{7DD15A9D-8BB3-45C9-B810-27284F92769C}" presName="accent_1" presStyleCnt="0"/>
      <dgm:spPr/>
    </dgm:pt>
    <dgm:pt modelId="{ED77D343-B51B-42B4-B2C0-BAE14C968E32}" type="pres">
      <dgm:prSet presAssocID="{7DD15A9D-8BB3-45C9-B810-27284F92769C}" presName="accentRepeatNode" presStyleLbl="solidFgAcc1" presStyleIdx="0" presStyleCnt="5" custScaleX="102984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97AB4724-C1BE-4031-9EF8-709229215EF8}" type="pres">
      <dgm:prSet presAssocID="{7A42B2A8-F599-4DCE-85C5-654BFCAD5B14}" presName="text_2" presStyleLbl="node1" presStyleIdx="1" presStyleCnt="5">
        <dgm:presLayoutVars>
          <dgm:bulletEnabled val="1"/>
        </dgm:presLayoutVars>
      </dgm:prSet>
      <dgm:spPr/>
    </dgm:pt>
    <dgm:pt modelId="{BA8F1DBF-0F80-4A9C-901B-5B2C890E285B}" type="pres">
      <dgm:prSet presAssocID="{7A42B2A8-F599-4DCE-85C5-654BFCAD5B14}" presName="accent_2" presStyleCnt="0"/>
      <dgm:spPr/>
    </dgm:pt>
    <dgm:pt modelId="{717A1631-3143-476A-BE51-A57A7B765F36}" type="pres">
      <dgm:prSet presAssocID="{7A42B2A8-F599-4DCE-85C5-654BFCAD5B14}" presName="accentRepeatNode" presStyleLbl="solidFgAcc1" presStyleIdx="1" presStyleCnt="5"/>
      <dgm:spPr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292E6FB8-8FD8-4AB7-8591-0C84700A0754}" type="pres">
      <dgm:prSet presAssocID="{A9E86554-92F5-45CD-9ACD-B57DBD393084}" presName="text_3" presStyleLbl="node1" presStyleIdx="2" presStyleCnt="5">
        <dgm:presLayoutVars>
          <dgm:bulletEnabled val="1"/>
        </dgm:presLayoutVars>
      </dgm:prSet>
      <dgm:spPr/>
    </dgm:pt>
    <dgm:pt modelId="{6371D0BD-D6D2-4010-B0F9-EF596393DFB8}" type="pres">
      <dgm:prSet presAssocID="{A9E86554-92F5-45CD-9ACD-B57DBD393084}" presName="accent_3" presStyleCnt="0"/>
      <dgm:spPr/>
    </dgm:pt>
    <dgm:pt modelId="{0797FF8D-D812-44D2-A5F7-4EFE64A421F0}" type="pres">
      <dgm:prSet presAssocID="{A9E86554-92F5-45CD-9ACD-B57DBD393084}" presName="accentRepeatNode" presStyleLbl="solidFgAcc1" presStyleIdx="2" presStyleCnt="5"/>
      <dgm:spPr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492586CE-19C1-4517-9500-8A2F4CC8F829}" type="pres">
      <dgm:prSet presAssocID="{B2616C1C-4826-4F18-8205-C7A4207FB7D7}" presName="text_4" presStyleLbl="node1" presStyleIdx="3" presStyleCnt="5">
        <dgm:presLayoutVars>
          <dgm:bulletEnabled val="1"/>
        </dgm:presLayoutVars>
      </dgm:prSet>
      <dgm:spPr/>
    </dgm:pt>
    <dgm:pt modelId="{446106F8-0F6B-42E5-8B7E-76BD1B27DE02}" type="pres">
      <dgm:prSet presAssocID="{B2616C1C-4826-4F18-8205-C7A4207FB7D7}" presName="accent_4" presStyleCnt="0"/>
      <dgm:spPr/>
    </dgm:pt>
    <dgm:pt modelId="{B62C82BC-17A8-4A9B-A05A-7163AC3CF8B5}" type="pres">
      <dgm:prSet presAssocID="{B2616C1C-4826-4F18-8205-C7A4207FB7D7}" presName="accentRepeatNode" presStyleLbl="solidFgAcc1" presStyleIdx="3" presStyleCnt="5"/>
      <dgm:spPr>
        <a:blipFill dpi="0" rotWithShape="0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297B9C1C-C43F-4A70-83BE-89C54F6CBD9F}" type="pres">
      <dgm:prSet presAssocID="{09DC68D8-43EF-4F86-BD19-F739C161EA02}" presName="text_5" presStyleLbl="node1" presStyleIdx="4" presStyleCnt="5">
        <dgm:presLayoutVars>
          <dgm:bulletEnabled val="1"/>
        </dgm:presLayoutVars>
      </dgm:prSet>
      <dgm:spPr/>
    </dgm:pt>
    <dgm:pt modelId="{ACB459D9-CDF2-4E7C-A985-A8A74E431DA7}" type="pres">
      <dgm:prSet presAssocID="{09DC68D8-43EF-4F86-BD19-F739C161EA02}" presName="accent_5" presStyleCnt="0"/>
      <dgm:spPr/>
    </dgm:pt>
    <dgm:pt modelId="{79B4A80D-F6B3-47C0-ADC7-9891493BC216}" type="pres">
      <dgm:prSet presAssocID="{09DC68D8-43EF-4F86-BD19-F739C161EA02}" presName="accentRepeatNode" presStyleLbl="solidFgAcc1" presStyleIdx="4" presStyleCnt="5"/>
      <dgm:spPr>
        <a:blipFill dpi="0" rotWithShape="0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</dgm:ptLst>
  <dgm:cxnLst>
    <dgm:cxn modelId="{DEE2C108-D944-4452-B2EE-33332EC0ED14}" type="presOf" srcId="{7A42B2A8-F599-4DCE-85C5-654BFCAD5B14}" destId="{97AB4724-C1BE-4031-9EF8-709229215EF8}" srcOrd="0" destOrd="0" presId="urn:microsoft.com/office/officeart/2008/layout/VerticalCurvedList"/>
    <dgm:cxn modelId="{FDB4340D-E19E-490A-A0C4-F18206A1161A}" srcId="{57D60ADC-0DD7-4190-AB25-CC3A42081136}" destId="{B2616C1C-4826-4F18-8205-C7A4207FB7D7}" srcOrd="3" destOrd="0" parTransId="{70B64492-CE61-4B7E-8C50-4D5967797861}" sibTransId="{14951E3F-2E5D-4CB7-9A73-DE46A68A6431}"/>
    <dgm:cxn modelId="{E328972B-0055-4344-8C10-3B44BED65E3F}" srcId="{57D60ADC-0DD7-4190-AB25-CC3A42081136}" destId="{7DD15A9D-8BB3-45C9-B810-27284F92769C}" srcOrd="0" destOrd="0" parTransId="{3320D22A-A1EB-4D95-88CA-60060576DFCC}" sibTransId="{C82A00FC-5A66-4CA8-8000-2FB632982C8B}"/>
    <dgm:cxn modelId="{671F7A38-9EAD-4644-B116-55821B74BCDC}" type="presOf" srcId="{09DC68D8-43EF-4F86-BD19-F739C161EA02}" destId="{297B9C1C-C43F-4A70-83BE-89C54F6CBD9F}" srcOrd="0" destOrd="0" presId="urn:microsoft.com/office/officeart/2008/layout/VerticalCurvedList"/>
    <dgm:cxn modelId="{ED9A3D6A-17A0-49B9-91B5-5D1CB2951C89}" srcId="{57D60ADC-0DD7-4190-AB25-CC3A42081136}" destId="{A9E86554-92F5-45CD-9ACD-B57DBD393084}" srcOrd="2" destOrd="0" parTransId="{27EB22EA-1CCD-4A25-B8A8-204622DEB509}" sibTransId="{CE66C574-3851-4EEB-8E27-BC211002A73C}"/>
    <dgm:cxn modelId="{7E074750-7442-438D-8ECE-C91217A63EF8}" srcId="{57D60ADC-0DD7-4190-AB25-CC3A42081136}" destId="{09DC68D8-43EF-4F86-BD19-F739C161EA02}" srcOrd="4" destOrd="0" parTransId="{6AC44419-B08E-4FB0-A1D6-848D2695105C}" sibTransId="{BBF78838-7282-4DDD-A6B6-068697BBEB91}"/>
    <dgm:cxn modelId="{229094B2-EEF4-4280-95CD-64902F8A1D70}" type="presOf" srcId="{7DD15A9D-8BB3-45C9-B810-27284F92769C}" destId="{F273E2C6-15BE-47C8-82CF-A6DC63BC9FF7}" srcOrd="0" destOrd="0" presId="urn:microsoft.com/office/officeart/2008/layout/VerticalCurvedList"/>
    <dgm:cxn modelId="{C79303C4-E92C-4DB9-94E1-2A165F97D793}" type="presOf" srcId="{C82A00FC-5A66-4CA8-8000-2FB632982C8B}" destId="{2DD6488C-FCBB-437A-A4EB-F84B6D19D3C6}" srcOrd="0" destOrd="0" presId="urn:microsoft.com/office/officeart/2008/layout/VerticalCurvedList"/>
    <dgm:cxn modelId="{529BC4C9-AAC5-4421-B90F-A393D4E1DAE6}" type="presOf" srcId="{57D60ADC-0DD7-4190-AB25-CC3A42081136}" destId="{DA555052-9E6F-4441-B03D-DEF44C892A7F}" srcOrd="0" destOrd="0" presId="urn:microsoft.com/office/officeart/2008/layout/VerticalCurvedList"/>
    <dgm:cxn modelId="{CEFB4CD7-1B01-4181-BF96-2D2A4DA59C3D}" type="presOf" srcId="{A9E86554-92F5-45CD-9ACD-B57DBD393084}" destId="{292E6FB8-8FD8-4AB7-8591-0C84700A0754}" srcOrd="0" destOrd="0" presId="urn:microsoft.com/office/officeart/2008/layout/VerticalCurvedList"/>
    <dgm:cxn modelId="{E72BD9DB-4063-4C5E-AB11-C69605AC51C8}" type="presOf" srcId="{B2616C1C-4826-4F18-8205-C7A4207FB7D7}" destId="{492586CE-19C1-4517-9500-8A2F4CC8F829}" srcOrd="0" destOrd="0" presId="urn:microsoft.com/office/officeart/2008/layout/VerticalCurvedList"/>
    <dgm:cxn modelId="{EB1E3FDC-556C-4845-A596-12133D57368B}" srcId="{57D60ADC-0DD7-4190-AB25-CC3A42081136}" destId="{7A42B2A8-F599-4DCE-85C5-654BFCAD5B14}" srcOrd="1" destOrd="0" parTransId="{E3EF9021-C44D-468B-99F0-0E64199E1081}" sibTransId="{4717D675-E225-43DF-8883-9E00932220C0}"/>
    <dgm:cxn modelId="{340AD974-66EE-4B20-8411-9B8E1C9F25A0}" type="presParOf" srcId="{DA555052-9E6F-4441-B03D-DEF44C892A7F}" destId="{A6AB1C4F-37D0-4BB4-935D-577D34A1407B}" srcOrd="0" destOrd="0" presId="urn:microsoft.com/office/officeart/2008/layout/VerticalCurvedList"/>
    <dgm:cxn modelId="{30458EEA-3866-4ADB-9705-E2FD99B4AEF2}" type="presParOf" srcId="{A6AB1C4F-37D0-4BB4-935D-577D34A1407B}" destId="{22A32405-74E3-4A68-821E-CA06276F5B17}" srcOrd="0" destOrd="0" presId="urn:microsoft.com/office/officeart/2008/layout/VerticalCurvedList"/>
    <dgm:cxn modelId="{A08E783A-8152-4066-A464-1C20D516DC67}" type="presParOf" srcId="{22A32405-74E3-4A68-821E-CA06276F5B17}" destId="{91F498AC-1A92-4161-8C75-EBA8EABF1D59}" srcOrd="0" destOrd="0" presId="urn:microsoft.com/office/officeart/2008/layout/VerticalCurvedList"/>
    <dgm:cxn modelId="{1ABA480F-619E-4DE8-935E-A1CF9F93266A}" type="presParOf" srcId="{22A32405-74E3-4A68-821E-CA06276F5B17}" destId="{2DD6488C-FCBB-437A-A4EB-F84B6D19D3C6}" srcOrd="1" destOrd="0" presId="urn:microsoft.com/office/officeart/2008/layout/VerticalCurvedList"/>
    <dgm:cxn modelId="{61B11868-5F62-47F7-B6E0-9013D26A6563}" type="presParOf" srcId="{22A32405-74E3-4A68-821E-CA06276F5B17}" destId="{A7D730F6-638D-49BA-AD65-3654E577E51B}" srcOrd="2" destOrd="0" presId="urn:microsoft.com/office/officeart/2008/layout/VerticalCurvedList"/>
    <dgm:cxn modelId="{E02A689E-3A48-4832-A22F-85931DBEE9CB}" type="presParOf" srcId="{22A32405-74E3-4A68-821E-CA06276F5B17}" destId="{9D52A594-402B-4DDB-8D1B-3D8399A5C18F}" srcOrd="3" destOrd="0" presId="urn:microsoft.com/office/officeart/2008/layout/VerticalCurvedList"/>
    <dgm:cxn modelId="{6D817306-E1DA-48C4-BCB3-78E55826D952}" type="presParOf" srcId="{A6AB1C4F-37D0-4BB4-935D-577D34A1407B}" destId="{F273E2C6-15BE-47C8-82CF-A6DC63BC9FF7}" srcOrd="1" destOrd="0" presId="urn:microsoft.com/office/officeart/2008/layout/VerticalCurvedList"/>
    <dgm:cxn modelId="{E0C7E56A-2823-461B-BBC9-AA55ECCFB9A7}" type="presParOf" srcId="{A6AB1C4F-37D0-4BB4-935D-577D34A1407B}" destId="{73B73E9F-C80C-4C0C-8C86-A26AF2B3EF2D}" srcOrd="2" destOrd="0" presId="urn:microsoft.com/office/officeart/2008/layout/VerticalCurvedList"/>
    <dgm:cxn modelId="{2C12E866-598D-421C-96F3-02F665C9B38F}" type="presParOf" srcId="{73B73E9F-C80C-4C0C-8C86-A26AF2B3EF2D}" destId="{ED77D343-B51B-42B4-B2C0-BAE14C968E32}" srcOrd="0" destOrd="0" presId="urn:microsoft.com/office/officeart/2008/layout/VerticalCurvedList"/>
    <dgm:cxn modelId="{244DAA42-A626-4995-A844-40E7ECA61C50}" type="presParOf" srcId="{A6AB1C4F-37D0-4BB4-935D-577D34A1407B}" destId="{97AB4724-C1BE-4031-9EF8-709229215EF8}" srcOrd="3" destOrd="0" presId="urn:microsoft.com/office/officeart/2008/layout/VerticalCurvedList"/>
    <dgm:cxn modelId="{A3FFD833-7566-4489-A75E-9A60BA40A6E1}" type="presParOf" srcId="{A6AB1C4F-37D0-4BB4-935D-577D34A1407B}" destId="{BA8F1DBF-0F80-4A9C-901B-5B2C890E285B}" srcOrd="4" destOrd="0" presId="urn:microsoft.com/office/officeart/2008/layout/VerticalCurvedList"/>
    <dgm:cxn modelId="{42449E8D-3AA3-4D13-904C-58D0AD813E91}" type="presParOf" srcId="{BA8F1DBF-0F80-4A9C-901B-5B2C890E285B}" destId="{717A1631-3143-476A-BE51-A57A7B765F36}" srcOrd="0" destOrd="0" presId="urn:microsoft.com/office/officeart/2008/layout/VerticalCurvedList"/>
    <dgm:cxn modelId="{4D373CCB-48DB-4421-8BF3-CA7041D7B0E0}" type="presParOf" srcId="{A6AB1C4F-37D0-4BB4-935D-577D34A1407B}" destId="{292E6FB8-8FD8-4AB7-8591-0C84700A0754}" srcOrd="5" destOrd="0" presId="urn:microsoft.com/office/officeart/2008/layout/VerticalCurvedList"/>
    <dgm:cxn modelId="{98059658-8793-457A-B370-14FBFC413A27}" type="presParOf" srcId="{A6AB1C4F-37D0-4BB4-935D-577D34A1407B}" destId="{6371D0BD-D6D2-4010-B0F9-EF596393DFB8}" srcOrd="6" destOrd="0" presId="urn:microsoft.com/office/officeart/2008/layout/VerticalCurvedList"/>
    <dgm:cxn modelId="{8C45445A-E3BF-412E-A2A7-AB211EE19627}" type="presParOf" srcId="{6371D0BD-D6D2-4010-B0F9-EF596393DFB8}" destId="{0797FF8D-D812-44D2-A5F7-4EFE64A421F0}" srcOrd="0" destOrd="0" presId="urn:microsoft.com/office/officeart/2008/layout/VerticalCurvedList"/>
    <dgm:cxn modelId="{797D9A4D-39E3-4B6D-BEA0-52EA99969632}" type="presParOf" srcId="{A6AB1C4F-37D0-4BB4-935D-577D34A1407B}" destId="{492586CE-19C1-4517-9500-8A2F4CC8F829}" srcOrd="7" destOrd="0" presId="urn:microsoft.com/office/officeart/2008/layout/VerticalCurvedList"/>
    <dgm:cxn modelId="{75811800-5BDB-40B6-B518-A9CB5F3AB4D0}" type="presParOf" srcId="{A6AB1C4F-37D0-4BB4-935D-577D34A1407B}" destId="{446106F8-0F6B-42E5-8B7E-76BD1B27DE02}" srcOrd="8" destOrd="0" presId="urn:microsoft.com/office/officeart/2008/layout/VerticalCurvedList"/>
    <dgm:cxn modelId="{56DBFE2D-F7E2-4E7C-A535-7A310F5E0D4B}" type="presParOf" srcId="{446106F8-0F6B-42E5-8B7E-76BD1B27DE02}" destId="{B62C82BC-17A8-4A9B-A05A-7163AC3CF8B5}" srcOrd="0" destOrd="0" presId="urn:microsoft.com/office/officeart/2008/layout/VerticalCurvedList"/>
    <dgm:cxn modelId="{39DF7E97-85CE-4FB2-8648-9F79EDBB00EF}" type="presParOf" srcId="{A6AB1C4F-37D0-4BB4-935D-577D34A1407B}" destId="{297B9C1C-C43F-4A70-83BE-89C54F6CBD9F}" srcOrd="9" destOrd="0" presId="urn:microsoft.com/office/officeart/2008/layout/VerticalCurvedList"/>
    <dgm:cxn modelId="{8E8CD45F-2AFB-4D8C-BA2F-E346ECB8CBA1}" type="presParOf" srcId="{A6AB1C4F-37D0-4BB4-935D-577D34A1407B}" destId="{ACB459D9-CDF2-4E7C-A985-A8A74E431DA7}" srcOrd="10" destOrd="0" presId="urn:microsoft.com/office/officeart/2008/layout/VerticalCurvedList"/>
    <dgm:cxn modelId="{F77F654D-CB03-4D0A-A4AD-CB1C164DD305}" type="presParOf" srcId="{ACB459D9-CDF2-4E7C-A985-A8A74E431DA7}" destId="{79B4A80D-F6B3-47C0-ADC7-9891493BC21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6D2B02-ABEF-4DC5-902B-3BF33DBFF387}" type="doc">
      <dgm:prSet loTypeId="urn:microsoft.com/office/officeart/2008/layout/HexagonCluster" loCatId="relationship" qsTypeId="urn:microsoft.com/office/officeart/2005/8/quickstyle/simple5" qsCatId="simple" csTypeId="urn:microsoft.com/office/officeart/2005/8/colors/accent4_2" csCatId="accent4" phldr="1"/>
      <dgm:spPr/>
      <dgm:t>
        <a:bodyPr/>
        <a:lstStyle/>
        <a:p>
          <a:endParaRPr lang="en-IN"/>
        </a:p>
      </dgm:t>
    </dgm:pt>
    <dgm:pt modelId="{9CBA0995-B238-489B-8217-C6019A053CC9}">
      <dgm:prSet custT="1"/>
      <dgm:spPr/>
      <dgm:t>
        <a:bodyPr/>
        <a:lstStyle/>
        <a:p>
          <a:endParaRPr lang="en-US" sz="1250" b="0"/>
        </a:p>
        <a:p>
          <a:r>
            <a:rPr lang="en-US" sz="1250" b="0"/>
            <a:t>Reliable </a:t>
          </a:r>
          <a:r>
            <a:rPr lang="en-US" sz="1250" b="0" dirty="0"/>
            <a:t>technologies ensure smooth development, but </a:t>
          </a:r>
          <a:r>
            <a:rPr lang="en-US" sz="1250" b="1" dirty="0"/>
            <a:t>Technical Feasibility and Challenges </a:t>
          </a:r>
          <a:r>
            <a:rPr lang="en-US" sz="1250" b="0" dirty="0"/>
            <a:t>arise in system integration. Modular design can help.</a:t>
          </a:r>
          <a:endParaRPr lang="en-IN" sz="1250" b="0" dirty="0"/>
        </a:p>
      </dgm:t>
    </dgm:pt>
    <dgm:pt modelId="{EC8C1D6D-F3D4-42E8-AA5F-9F835AF7E6BD}" type="parTrans" cxnId="{AC76794D-FD32-430F-A2C7-12473D01ACFA}">
      <dgm:prSet/>
      <dgm:spPr/>
      <dgm:t>
        <a:bodyPr/>
        <a:lstStyle/>
        <a:p>
          <a:endParaRPr lang="en-IN"/>
        </a:p>
      </dgm:t>
    </dgm:pt>
    <dgm:pt modelId="{790F3ABD-F9C0-4934-8F80-C21D25EB37AB}" type="sibTrans" cxnId="{AC76794D-FD32-430F-A2C7-12473D01ACFA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  <dgm:t>
        <a:bodyPr/>
        <a:lstStyle/>
        <a:p>
          <a:endParaRPr lang="en-IN"/>
        </a:p>
      </dgm:t>
    </dgm:pt>
    <dgm:pt modelId="{38D360D5-14E6-40D7-9E37-CBD59073A637}">
      <dgm:prSet custT="1"/>
      <dgm:spPr/>
      <dgm:t>
        <a:bodyPr/>
        <a:lstStyle/>
        <a:p>
          <a:r>
            <a:rPr lang="en-US" sz="1250" b="0" dirty="0"/>
            <a:t>Open-source tech lowers costs, but </a:t>
          </a:r>
          <a:r>
            <a:rPr lang="en-US" sz="1250" b="1" dirty="0"/>
            <a:t>Economic Feasibility and Financial Risks </a:t>
          </a:r>
          <a:r>
            <a:rPr lang="en-US" sz="1250" b="0" dirty="0"/>
            <a:t>arise from development and scalability. Phased development and cloud can help.</a:t>
          </a:r>
          <a:endParaRPr lang="en-IN" sz="1250" b="0" dirty="0"/>
        </a:p>
      </dgm:t>
    </dgm:pt>
    <dgm:pt modelId="{95813D6D-08F5-4B41-96D2-DA0C2EE1CE72}" type="parTrans" cxnId="{BCC0B8B2-834D-41EF-83A5-C917FAED1031}">
      <dgm:prSet/>
      <dgm:spPr/>
      <dgm:t>
        <a:bodyPr/>
        <a:lstStyle/>
        <a:p>
          <a:endParaRPr lang="en-IN"/>
        </a:p>
      </dgm:t>
    </dgm:pt>
    <dgm:pt modelId="{5486D8C3-ED49-467D-ADCA-2107DE498D8B}" type="sibTrans" cxnId="{BCC0B8B2-834D-41EF-83A5-C917FAED1031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6000" r="-26000"/>
          </a:stretch>
        </a:blipFill>
      </dgm:spPr>
      <dgm:t>
        <a:bodyPr/>
        <a:lstStyle/>
        <a:p>
          <a:endParaRPr lang="en-IN"/>
        </a:p>
      </dgm:t>
    </dgm:pt>
    <dgm:pt modelId="{EDC0F492-ADEF-487D-8857-547ECA19D71C}">
      <dgm:prSet custT="1"/>
      <dgm:spPr/>
      <dgm:t>
        <a:bodyPr/>
        <a:lstStyle/>
        <a:p>
          <a:r>
            <a:rPr lang="en-US" sz="1250" dirty="0"/>
            <a:t>Multi-language support aids </a:t>
          </a:r>
          <a:r>
            <a:rPr lang="en-US" sz="1250" b="1" dirty="0"/>
            <a:t>Operational Feasibility and User Adoption</a:t>
          </a:r>
          <a:r>
            <a:rPr lang="en-US" sz="1250" dirty="0"/>
            <a:t>, but farmers face a learning curve that tutorials and accurate translations can help overcome.</a:t>
          </a:r>
          <a:endParaRPr lang="en-IN" sz="1250" dirty="0"/>
        </a:p>
      </dgm:t>
    </dgm:pt>
    <dgm:pt modelId="{F50407D4-523C-4B5B-A0A6-9E174465709C}" type="parTrans" cxnId="{EA0C5BB0-5A83-4087-AF1E-EFD792D7D52A}">
      <dgm:prSet/>
      <dgm:spPr/>
      <dgm:t>
        <a:bodyPr/>
        <a:lstStyle/>
        <a:p>
          <a:endParaRPr lang="en-IN"/>
        </a:p>
      </dgm:t>
    </dgm:pt>
    <dgm:pt modelId="{C94D3CCA-3C69-49AE-A61D-DA3C734D2E8D}" type="sibTrans" cxnId="{EA0C5BB0-5A83-4087-AF1E-EFD792D7D52A}">
      <dgm:prSet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6000" r="-26000"/>
          </a:stretch>
        </a:blipFill>
      </dgm:spPr>
      <dgm:t>
        <a:bodyPr/>
        <a:lstStyle/>
        <a:p>
          <a:endParaRPr lang="en-IN"/>
        </a:p>
      </dgm:t>
    </dgm:pt>
    <dgm:pt modelId="{1D8DBAE0-B291-4370-8CFA-024EF6E89D5B}">
      <dgm:prSet custT="1"/>
      <dgm:spPr/>
      <dgm:t>
        <a:bodyPr/>
        <a:lstStyle/>
        <a:p>
          <a:r>
            <a:rPr lang="en-US" sz="1250" b="0" i="0" dirty="0"/>
            <a:t>The app links farmers and consumers, </a:t>
          </a:r>
          <a:r>
            <a:rPr lang="en-US" sz="1250" b="1" i="0" dirty="0"/>
            <a:t>showing Market Feasibility and Competition</a:t>
          </a:r>
          <a:r>
            <a:rPr lang="en-US" sz="1250" b="0" i="0" dirty="0"/>
            <a:t>, but unique features and targeted marketing are needed to stand out.</a:t>
          </a:r>
          <a:endParaRPr lang="en-IN" sz="1250" dirty="0"/>
        </a:p>
      </dgm:t>
    </dgm:pt>
    <dgm:pt modelId="{9B74DC24-FE12-4792-88C1-473281CB34BB}" type="parTrans" cxnId="{319BE527-D5CA-443B-BE0E-BAA22A63E3D6}">
      <dgm:prSet/>
      <dgm:spPr/>
      <dgm:t>
        <a:bodyPr/>
        <a:lstStyle/>
        <a:p>
          <a:endParaRPr lang="en-IN"/>
        </a:p>
      </dgm:t>
    </dgm:pt>
    <dgm:pt modelId="{35C9C0B9-CE4C-42CA-AB9B-A1D6136F9AF3}" type="sibTrans" cxnId="{319BE527-D5CA-443B-BE0E-BAA22A63E3D6}">
      <dgm:prSet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IN"/>
        </a:p>
      </dgm:t>
    </dgm:pt>
    <dgm:pt modelId="{360D9619-53F8-43B7-B3F7-AFB2087445EE}">
      <dgm:prSet custT="1"/>
      <dgm:spPr/>
      <dgm:t>
        <a:bodyPr/>
        <a:lstStyle/>
        <a:p>
          <a:r>
            <a:rPr lang="en-US" sz="1250" b="0" i="0" dirty="0"/>
            <a:t>Compliance with regulations is vital for </a:t>
          </a:r>
          <a:r>
            <a:rPr lang="en-US" sz="1250" b="1" i="0" dirty="0"/>
            <a:t>Social Feasibility and Data Security</a:t>
          </a:r>
          <a:r>
            <a:rPr lang="en-US" sz="1250" b="0" i="0" dirty="0"/>
            <a:t>, but protecting data is tough. Strong encryption and updated protocols ensure compliance.</a:t>
          </a:r>
          <a:endParaRPr lang="en-IN" sz="1250" dirty="0"/>
        </a:p>
      </dgm:t>
    </dgm:pt>
    <dgm:pt modelId="{C9B35293-11D2-4C2A-A53C-A08209A57CAA}" type="parTrans" cxnId="{EE9D3FBF-3E66-477F-8872-953FD1B594C4}">
      <dgm:prSet/>
      <dgm:spPr/>
      <dgm:t>
        <a:bodyPr/>
        <a:lstStyle/>
        <a:p>
          <a:endParaRPr lang="en-IN"/>
        </a:p>
      </dgm:t>
    </dgm:pt>
    <dgm:pt modelId="{9601590C-0C41-4F16-9A00-20ECDD754091}" type="sibTrans" cxnId="{EE9D3FBF-3E66-477F-8872-953FD1B594C4}">
      <dgm:prSet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</dgm:spPr>
      <dgm:t>
        <a:bodyPr/>
        <a:lstStyle/>
        <a:p>
          <a:endParaRPr lang="en-IN"/>
        </a:p>
      </dgm:t>
    </dgm:pt>
    <dgm:pt modelId="{BE377FAF-B599-4CEF-828D-67ACF1129467}">
      <dgm:prSet custT="1"/>
      <dgm:spPr/>
      <dgm:t>
        <a:bodyPr/>
        <a:lstStyle/>
        <a:p>
          <a:r>
            <a:rPr lang="en-US" sz="1250" b="0" i="0" dirty="0"/>
            <a:t>The app shows </a:t>
          </a:r>
          <a:r>
            <a:rPr lang="en-US" sz="1250" b="1" i="0" dirty="0"/>
            <a:t>Scalability and Performance Optimization </a:t>
          </a:r>
          <a:r>
            <a:rPr lang="en-US" sz="1250" b="0" i="0" dirty="0"/>
            <a:t>but faces legal challenges. Legal experts ensure compliance.</a:t>
          </a:r>
          <a:endParaRPr lang="en-IN" sz="1250" dirty="0"/>
        </a:p>
      </dgm:t>
    </dgm:pt>
    <dgm:pt modelId="{6662440C-1FC3-45A8-9FDE-FC408B3AE0FA}" type="parTrans" cxnId="{1A6A0214-C959-4C6A-BB6B-28CD72AF572A}">
      <dgm:prSet/>
      <dgm:spPr/>
      <dgm:t>
        <a:bodyPr/>
        <a:lstStyle/>
        <a:p>
          <a:endParaRPr lang="en-IN"/>
        </a:p>
      </dgm:t>
    </dgm:pt>
    <dgm:pt modelId="{39338F3F-FB95-4B85-B869-D4EBA19BF252}" type="sibTrans" cxnId="{1A6A0214-C959-4C6A-BB6B-28CD72AF572A}">
      <dgm:prSet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  <dgm:t>
        <a:bodyPr/>
        <a:lstStyle/>
        <a:p>
          <a:endParaRPr lang="en-IN"/>
        </a:p>
      </dgm:t>
    </dgm:pt>
    <dgm:pt modelId="{03F5C2A1-E54E-4242-9E84-8482F1C3CCBE}" type="pres">
      <dgm:prSet presAssocID="{FC6D2B02-ABEF-4DC5-902B-3BF33DBFF387}" presName="Name0" presStyleCnt="0">
        <dgm:presLayoutVars>
          <dgm:chMax val="21"/>
          <dgm:chPref val="21"/>
        </dgm:presLayoutVars>
      </dgm:prSet>
      <dgm:spPr/>
    </dgm:pt>
    <dgm:pt modelId="{851A3C86-DA10-4E9B-9A55-0589887B60E6}" type="pres">
      <dgm:prSet presAssocID="{9CBA0995-B238-489B-8217-C6019A053CC9}" presName="text1" presStyleCnt="0"/>
      <dgm:spPr/>
    </dgm:pt>
    <dgm:pt modelId="{94EEBADC-E40B-4115-A9ED-AEF84680C93D}" type="pres">
      <dgm:prSet presAssocID="{9CBA0995-B238-489B-8217-C6019A053CC9}" presName="textRepeatNode" presStyleLbl="alignNode1" presStyleIdx="0" presStyleCnt="6">
        <dgm:presLayoutVars>
          <dgm:chMax val="0"/>
          <dgm:chPref val="0"/>
          <dgm:bulletEnabled val="1"/>
        </dgm:presLayoutVars>
      </dgm:prSet>
      <dgm:spPr/>
    </dgm:pt>
    <dgm:pt modelId="{512883A2-BDEE-4B53-B20D-E1953D6F03BE}" type="pres">
      <dgm:prSet presAssocID="{9CBA0995-B238-489B-8217-C6019A053CC9}" presName="textaccent1" presStyleCnt="0"/>
      <dgm:spPr/>
    </dgm:pt>
    <dgm:pt modelId="{4F4E409D-04FE-49BD-8CB4-53F516E5A829}" type="pres">
      <dgm:prSet presAssocID="{9CBA0995-B238-489B-8217-C6019A053CC9}" presName="accentRepeatNode" presStyleLbl="solidAlignAcc1" presStyleIdx="0" presStyleCnt="12"/>
      <dgm:spPr/>
    </dgm:pt>
    <dgm:pt modelId="{7DCB77CD-3CF1-456F-B50D-F6E77065C4E9}" type="pres">
      <dgm:prSet presAssocID="{790F3ABD-F9C0-4934-8F80-C21D25EB37AB}" presName="image1" presStyleCnt="0"/>
      <dgm:spPr/>
    </dgm:pt>
    <dgm:pt modelId="{B6432CE3-3F70-4375-9EF3-976CE678E2A4}" type="pres">
      <dgm:prSet presAssocID="{790F3ABD-F9C0-4934-8F80-C21D25EB37AB}" presName="imageRepeatNode" presStyleLbl="alignAcc1" presStyleIdx="0" presStyleCnt="6"/>
      <dgm:spPr/>
    </dgm:pt>
    <dgm:pt modelId="{D6A22C23-6D04-4652-B0D6-9C336693296D}" type="pres">
      <dgm:prSet presAssocID="{790F3ABD-F9C0-4934-8F80-C21D25EB37AB}" presName="imageaccent1" presStyleCnt="0"/>
      <dgm:spPr/>
    </dgm:pt>
    <dgm:pt modelId="{571676FF-73AC-449F-BE6C-DE85D4D9E613}" type="pres">
      <dgm:prSet presAssocID="{790F3ABD-F9C0-4934-8F80-C21D25EB37AB}" presName="accentRepeatNode" presStyleLbl="solidAlignAcc1" presStyleIdx="1" presStyleCnt="12"/>
      <dgm:spPr/>
    </dgm:pt>
    <dgm:pt modelId="{5042ACE9-2909-4931-8879-31C62223B838}" type="pres">
      <dgm:prSet presAssocID="{38D360D5-14E6-40D7-9E37-CBD59073A637}" presName="text2" presStyleCnt="0"/>
      <dgm:spPr/>
    </dgm:pt>
    <dgm:pt modelId="{FD20E90B-D6BB-423D-A505-6D8DC282ABCC}" type="pres">
      <dgm:prSet presAssocID="{38D360D5-14E6-40D7-9E37-CBD59073A637}" presName="textRepeatNode" presStyleLbl="alignNode1" presStyleIdx="1" presStyleCnt="6">
        <dgm:presLayoutVars>
          <dgm:chMax val="0"/>
          <dgm:chPref val="0"/>
          <dgm:bulletEnabled val="1"/>
        </dgm:presLayoutVars>
      </dgm:prSet>
      <dgm:spPr/>
    </dgm:pt>
    <dgm:pt modelId="{3B782CE6-607F-4E9A-AD97-A0CF98DE6CD8}" type="pres">
      <dgm:prSet presAssocID="{38D360D5-14E6-40D7-9E37-CBD59073A637}" presName="textaccent2" presStyleCnt="0"/>
      <dgm:spPr/>
    </dgm:pt>
    <dgm:pt modelId="{B780C29B-1633-471C-B215-9D9D983F2AC8}" type="pres">
      <dgm:prSet presAssocID="{38D360D5-14E6-40D7-9E37-CBD59073A637}" presName="accentRepeatNode" presStyleLbl="solidAlignAcc1" presStyleIdx="2" presStyleCnt="12" custLinFactX="-258043" custLinFactY="-155377" custLinFactNeighborX="-300000" custLinFactNeighborY="-200000"/>
      <dgm:spPr/>
    </dgm:pt>
    <dgm:pt modelId="{57D63C74-E22E-46ED-A301-3FAD5E96ED7E}" type="pres">
      <dgm:prSet presAssocID="{5486D8C3-ED49-467D-ADCA-2107DE498D8B}" presName="image2" presStyleCnt="0"/>
      <dgm:spPr/>
    </dgm:pt>
    <dgm:pt modelId="{47EB18DC-FDA5-45CF-88EF-BB848056482A}" type="pres">
      <dgm:prSet presAssocID="{5486D8C3-ED49-467D-ADCA-2107DE498D8B}" presName="imageRepeatNode" presStyleLbl="alignAcc1" presStyleIdx="1" presStyleCnt="6"/>
      <dgm:spPr/>
    </dgm:pt>
    <dgm:pt modelId="{E34DAE33-6185-4EE6-8759-14F41124E2C4}" type="pres">
      <dgm:prSet presAssocID="{5486D8C3-ED49-467D-ADCA-2107DE498D8B}" presName="imageaccent2" presStyleCnt="0"/>
      <dgm:spPr/>
    </dgm:pt>
    <dgm:pt modelId="{CAB7CFC0-FD99-47CF-B7D2-0C66B87E04C3}" type="pres">
      <dgm:prSet presAssocID="{5486D8C3-ED49-467D-ADCA-2107DE498D8B}" presName="accentRepeatNode" presStyleLbl="solidAlignAcc1" presStyleIdx="3" presStyleCnt="12" custLinFactX="264932" custLinFactY="147391" custLinFactNeighborX="300000" custLinFactNeighborY="200000"/>
      <dgm:spPr/>
    </dgm:pt>
    <dgm:pt modelId="{9DD59904-0043-43EB-9717-08EF49B93F4F}" type="pres">
      <dgm:prSet presAssocID="{EDC0F492-ADEF-487D-8857-547ECA19D71C}" presName="text3" presStyleCnt="0"/>
      <dgm:spPr/>
    </dgm:pt>
    <dgm:pt modelId="{AC973F81-1A62-448F-B744-92633044E83C}" type="pres">
      <dgm:prSet presAssocID="{EDC0F492-ADEF-487D-8857-547ECA19D71C}" presName="textRepeatNode" presStyleLbl="alignNode1" presStyleIdx="2" presStyleCnt="6">
        <dgm:presLayoutVars>
          <dgm:chMax val="0"/>
          <dgm:chPref val="0"/>
          <dgm:bulletEnabled val="1"/>
        </dgm:presLayoutVars>
      </dgm:prSet>
      <dgm:spPr/>
    </dgm:pt>
    <dgm:pt modelId="{6D6B21C2-7DE7-4564-A911-F2FA02EE9578}" type="pres">
      <dgm:prSet presAssocID="{EDC0F492-ADEF-487D-8857-547ECA19D71C}" presName="textaccent3" presStyleCnt="0"/>
      <dgm:spPr/>
    </dgm:pt>
    <dgm:pt modelId="{21016E8E-B048-4C5C-8F5B-356C8C12199E}" type="pres">
      <dgm:prSet presAssocID="{EDC0F492-ADEF-487D-8857-547ECA19D71C}" presName="accentRepeatNode" presStyleLbl="solidAlignAcc1" presStyleIdx="4" presStyleCnt="12" custLinFactX="-254598" custLinFactY="163363" custLinFactNeighborX="-300000" custLinFactNeighborY="200000"/>
      <dgm:spPr/>
    </dgm:pt>
    <dgm:pt modelId="{2CE162AA-8F71-4720-BF2A-F9F1977448CF}" type="pres">
      <dgm:prSet presAssocID="{C94D3CCA-3C69-49AE-A61D-DA3C734D2E8D}" presName="image3" presStyleCnt="0"/>
      <dgm:spPr/>
    </dgm:pt>
    <dgm:pt modelId="{66D058BA-B0D3-46E7-874A-F5E59FD190E3}" type="pres">
      <dgm:prSet presAssocID="{C94D3CCA-3C69-49AE-A61D-DA3C734D2E8D}" presName="imageRepeatNode" presStyleLbl="alignAcc1" presStyleIdx="2" presStyleCnt="6"/>
      <dgm:spPr/>
    </dgm:pt>
    <dgm:pt modelId="{90E2BAE1-B422-49FF-BFB9-A583657E8C80}" type="pres">
      <dgm:prSet presAssocID="{C94D3CCA-3C69-49AE-A61D-DA3C734D2E8D}" presName="imageaccent3" presStyleCnt="0"/>
      <dgm:spPr/>
    </dgm:pt>
    <dgm:pt modelId="{7C5B2380-3B4B-450F-AF1D-B838A0DC94EE}" type="pres">
      <dgm:prSet presAssocID="{C94D3CCA-3C69-49AE-A61D-DA3C734D2E8D}" presName="accentRepeatNode" presStyleLbl="solidAlignAcc1" presStyleIdx="5" presStyleCnt="12"/>
      <dgm:spPr/>
    </dgm:pt>
    <dgm:pt modelId="{0E4A6592-B0A2-4E26-B97B-AB6118FD355C}" type="pres">
      <dgm:prSet presAssocID="{1D8DBAE0-B291-4370-8CFA-024EF6E89D5B}" presName="text4" presStyleCnt="0"/>
      <dgm:spPr/>
    </dgm:pt>
    <dgm:pt modelId="{9D1B80A6-E9C2-4DD6-A475-22E48CDF9C0D}" type="pres">
      <dgm:prSet presAssocID="{1D8DBAE0-B291-4370-8CFA-024EF6E89D5B}" presName="textRepeatNode" presStyleLbl="alignNode1" presStyleIdx="3" presStyleCnt="6">
        <dgm:presLayoutVars>
          <dgm:chMax val="0"/>
          <dgm:chPref val="0"/>
          <dgm:bulletEnabled val="1"/>
        </dgm:presLayoutVars>
      </dgm:prSet>
      <dgm:spPr/>
    </dgm:pt>
    <dgm:pt modelId="{635F0811-C93F-4658-AF58-E62CB27E5A6B}" type="pres">
      <dgm:prSet presAssocID="{1D8DBAE0-B291-4370-8CFA-024EF6E89D5B}" presName="textaccent4" presStyleCnt="0"/>
      <dgm:spPr/>
    </dgm:pt>
    <dgm:pt modelId="{687E9684-77CD-4D96-8B07-4F396885B6BF}" type="pres">
      <dgm:prSet presAssocID="{1D8DBAE0-B291-4370-8CFA-024EF6E89D5B}" presName="accentRepeatNode" presStyleLbl="solidAlignAcc1" presStyleIdx="6" presStyleCnt="12"/>
      <dgm:spPr/>
    </dgm:pt>
    <dgm:pt modelId="{ED19928A-13F6-4EAF-AFD4-6368E1D1ACEC}" type="pres">
      <dgm:prSet presAssocID="{35C9C0B9-CE4C-42CA-AB9B-A1D6136F9AF3}" presName="image4" presStyleCnt="0"/>
      <dgm:spPr/>
    </dgm:pt>
    <dgm:pt modelId="{50B6D783-FCDA-4244-8678-D1CC3ECB9155}" type="pres">
      <dgm:prSet presAssocID="{35C9C0B9-CE4C-42CA-AB9B-A1D6136F9AF3}" presName="imageRepeatNode" presStyleLbl="alignAcc1" presStyleIdx="3" presStyleCnt="6"/>
      <dgm:spPr/>
    </dgm:pt>
    <dgm:pt modelId="{EFA6190B-6346-42E3-8860-40CE06CB0241}" type="pres">
      <dgm:prSet presAssocID="{35C9C0B9-CE4C-42CA-AB9B-A1D6136F9AF3}" presName="imageaccent4" presStyleCnt="0"/>
      <dgm:spPr/>
    </dgm:pt>
    <dgm:pt modelId="{BEE4B8EF-CB90-4728-A336-658F49EBA5F4}" type="pres">
      <dgm:prSet presAssocID="{35C9C0B9-CE4C-42CA-AB9B-A1D6136F9AF3}" presName="accentRepeatNode" presStyleLbl="solidAlignAcc1" presStyleIdx="7" presStyleCnt="12"/>
      <dgm:spPr/>
    </dgm:pt>
    <dgm:pt modelId="{70A891AE-0668-4387-9A51-CC1263A452FC}" type="pres">
      <dgm:prSet presAssocID="{360D9619-53F8-43B7-B3F7-AFB2087445EE}" presName="text5" presStyleCnt="0"/>
      <dgm:spPr/>
    </dgm:pt>
    <dgm:pt modelId="{DEBA3C2A-542A-49BC-A8C9-BC3D6BF87420}" type="pres">
      <dgm:prSet presAssocID="{360D9619-53F8-43B7-B3F7-AFB2087445EE}" presName="textRepeatNode" presStyleLbl="alignNode1" presStyleIdx="4" presStyleCnt="6">
        <dgm:presLayoutVars>
          <dgm:chMax val="0"/>
          <dgm:chPref val="0"/>
          <dgm:bulletEnabled val="1"/>
        </dgm:presLayoutVars>
      </dgm:prSet>
      <dgm:spPr/>
    </dgm:pt>
    <dgm:pt modelId="{67187BC7-F819-48D2-8BE9-AF79D9B936B8}" type="pres">
      <dgm:prSet presAssocID="{360D9619-53F8-43B7-B3F7-AFB2087445EE}" presName="textaccent5" presStyleCnt="0"/>
      <dgm:spPr/>
    </dgm:pt>
    <dgm:pt modelId="{12AC6B74-36DE-4F40-81BF-DEE0F3F62CCF}" type="pres">
      <dgm:prSet presAssocID="{360D9619-53F8-43B7-B3F7-AFB2087445EE}" presName="accentRepeatNode" presStyleLbl="solidAlignAcc1" presStyleIdx="8" presStyleCnt="12"/>
      <dgm:spPr/>
    </dgm:pt>
    <dgm:pt modelId="{2B371AD6-65C6-4200-8EC6-D5A815D037C3}" type="pres">
      <dgm:prSet presAssocID="{9601590C-0C41-4F16-9A00-20ECDD754091}" presName="image5" presStyleCnt="0"/>
      <dgm:spPr/>
    </dgm:pt>
    <dgm:pt modelId="{1B8266FC-023F-4037-BB3B-8D05CD2E0472}" type="pres">
      <dgm:prSet presAssocID="{9601590C-0C41-4F16-9A00-20ECDD754091}" presName="imageRepeatNode" presStyleLbl="alignAcc1" presStyleIdx="4" presStyleCnt="6"/>
      <dgm:spPr/>
    </dgm:pt>
    <dgm:pt modelId="{CD266A17-9E1B-4BDE-AC88-F536BCFCD5BB}" type="pres">
      <dgm:prSet presAssocID="{9601590C-0C41-4F16-9A00-20ECDD754091}" presName="imageaccent5" presStyleCnt="0"/>
      <dgm:spPr/>
    </dgm:pt>
    <dgm:pt modelId="{465C012E-A12B-4051-908A-B848BD8DB9E2}" type="pres">
      <dgm:prSet presAssocID="{9601590C-0C41-4F16-9A00-20ECDD754091}" presName="accentRepeatNode" presStyleLbl="solidAlignAcc1" presStyleIdx="9" presStyleCnt="12"/>
      <dgm:spPr/>
    </dgm:pt>
    <dgm:pt modelId="{83E1C0C0-C32D-41CF-8584-B6B086EF3F25}" type="pres">
      <dgm:prSet presAssocID="{BE377FAF-B599-4CEF-828D-67ACF1129467}" presName="text6" presStyleCnt="0"/>
      <dgm:spPr/>
    </dgm:pt>
    <dgm:pt modelId="{8312E6F5-05A0-4848-9379-546FC663D2BD}" type="pres">
      <dgm:prSet presAssocID="{BE377FAF-B599-4CEF-828D-67ACF1129467}" presName="textRepeatNode" presStyleLbl="alignNode1" presStyleIdx="5" presStyleCnt="6">
        <dgm:presLayoutVars>
          <dgm:chMax val="0"/>
          <dgm:chPref val="0"/>
          <dgm:bulletEnabled val="1"/>
        </dgm:presLayoutVars>
      </dgm:prSet>
      <dgm:spPr/>
    </dgm:pt>
    <dgm:pt modelId="{3B273A31-4FEF-4ADB-B525-C43914593583}" type="pres">
      <dgm:prSet presAssocID="{BE377FAF-B599-4CEF-828D-67ACF1129467}" presName="textaccent6" presStyleCnt="0"/>
      <dgm:spPr/>
    </dgm:pt>
    <dgm:pt modelId="{6E11C5EC-7FC7-46D0-8BD2-9E7A61DA4B1B}" type="pres">
      <dgm:prSet presAssocID="{BE377FAF-B599-4CEF-828D-67ACF1129467}" presName="accentRepeatNode" presStyleLbl="solidAlignAcc1" presStyleIdx="10" presStyleCnt="12"/>
      <dgm:spPr/>
    </dgm:pt>
    <dgm:pt modelId="{1F4B3ACE-512F-43A2-A1F8-9E12545D88AC}" type="pres">
      <dgm:prSet presAssocID="{39338F3F-FB95-4B85-B869-D4EBA19BF252}" presName="image6" presStyleCnt="0"/>
      <dgm:spPr/>
    </dgm:pt>
    <dgm:pt modelId="{B0D2784C-6C9D-4DF7-8727-C1F21A5DECDC}" type="pres">
      <dgm:prSet presAssocID="{39338F3F-FB95-4B85-B869-D4EBA19BF252}" presName="imageRepeatNode" presStyleLbl="alignAcc1" presStyleIdx="5" presStyleCnt="6"/>
      <dgm:spPr/>
    </dgm:pt>
    <dgm:pt modelId="{BA1D2F24-0C56-4D7B-BB7C-3E939C61D533}" type="pres">
      <dgm:prSet presAssocID="{39338F3F-FB95-4B85-B869-D4EBA19BF252}" presName="imageaccent6" presStyleCnt="0"/>
      <dgm:spPr/>
    </dgm:pt>
    <dgm:pt modelId="{31DC661A-8788-4A44-B546-7BCE2BEBC047}" type="pres">
      <dgm:prSet presAssocID="{39338F3F-FB95-4B85-B869-D4EBA19BF252}" presName="accentRepeatNode" presStyleLbl="solidAlignAcc1" presStyleIdx="11" presStyleCnt="12" custLinFactX="-271822" custLinFactY="-155377" custLinFactNeighborX="-300000" custLinFactNeighborY="-200000"/>
      <dgm:spPr/>
    </dgm:pt>
  </dgm:ptLst>
  <dgm:cxnLst>
    <dgm:cxn modelId="{6EDF5402-F652-4C17-8EA9-3E42A8542985}" type="presOf" srcId="{1D8DBAE0-B291-4370-8CFA-024EF6E89D5B}" destId="{9D1B80A6-E9C2-4DD6-A475-22E48CDF9C0D}" srcOrd="0" destOrd="0" presId="urn:microsoft.com/office/officeart/2008/layout/HexagonCluster"/>
    <dgm:cxn modelId="{81EAD502-21C6-464F-A6B0-5A1076837155}" type="presOf" srcId="{38D360D5-14E6-40D7-9E37-CBD59073A637}" destId="{FD20E90B-D6BB-423D-A505-6D8DC282ABCC}" srcOrd="0" destOrd="0" presId="urn:microsoft.com/office/officeart/2008/layout/HexagonCluster"/>
    <dgm:cxn modelId="{C227CA06-84A4-4703-B765-BF147D6E5B16}" type="presOf" srcId="{35C9C0B9-CE4C-42CA-AB9B-A1D6136F9AF3}" destId="{50B6D783-FCDA-4244-8678-D1CC3ECB9155}" srcOrd="0" destOrd="0" presId="urn:microsoft.com/office/officeart/2008/layout/HexagonCluster"/>
    <dgm:cxn modelId="{1A6A0214-C959-4C6A-BB6B-28CD72AF572A}" srcId="{FC6D2B02-ABEF-4DC5-902B-3BF33DBFF387}" destId="{BE377FAF-B599-4CEF-828D-67ACF1129467}" srcOrd="5" destOrd="0" parTransId="{6662440C-1FC3-45A8-9FDE-FC408B3AE0FA}" sibTransId="{39338F3F-FB95-4B85-B869-D4EBA19BF252}"/>
    <dgm:cxn modelId="{319BE527-D5CA-443B-BE0E-BAA22A63E3D6}" srcId="{FC6D2B02-ABEF-4DC5-902B-3BF33DBFF387}" destId="{1D8DBAE0-B291-4370-8CFA-024EF6E89D5B}" srcOrd="3" destOrd="0" parTransId="{9B74DC24-FE12-4792-88C1-473281CB34BB}" sibTransId="{35C9C0B9-CE4C-42CA-AB9B-A1D6136F9AF3}"/>
    <dgm:cxn modelId="{D6CA6563-39E2-4CF5-B08C-90697BC9B5E2}" type="presOf" srcId="{FC6D2B02-ABEF-4DC5-902B-3BF33DBFF387}" destId="{03F5C2A1-E54E-4242-9E84-8482F1C3CCBE}" srcOrd="0" destOrd="0" presId="urn:microsoft.com/office/officeart/2008/layout/HexagonCluster"/>
    <dgm:cxn modelId="{BF01D465-9EBB-481E-ACF2-1DAC6F176DE5}" type="presOf" srcId="{5486D8C3-ED49-467D-ADCA-2107DE498D8B}" destId="{47EB18DC-FDA5-45CF-88EF-BB848056482A}" srcOrd="0" destOrd="0" presId="urn:microsoft.com/office/officeart/2008/layout/HexagonCluster"/>
    <dgm:cxn modelId="{15C77B6A-9A34-4453-BAF0-6D38E65F491C}" type="presOf" srcId="{BE377FAF-B599-4CEF-828D-67ACF1129467}" destId="{8312E6F5-05A0-4848-9379-546FC663D2BD}" srcOrd="0" destOrd="0" presId="urn:microsoft.com/office/officeart/2008/layout/HexagonCluster"/>
    <dgm:cxn modelId="{E17A1E4C-12E1-4975-BAC6-C142A08A7422}" type="presOf" srcId="{790F3ABD-F9C0-4934-8F80-C21D25EB37AB}" destId="{B6432CE3-3F70-4375-9EF3-976CE678E2A4}" srcOrd="0" destOrd="0" presId="urn:microsoft.com/office/officeart/2008/layout/HexagonCluster"/>
    <dgm:cxn modelId="{AC76794D-FD32-430F-A2C7-12473D01ACFA}" srcId="{FC6D2B02-ABEF-4DC5-902B-3BF33DBFF387}" destId="{9CBA0995-B238-489B-8217-C6019A053CC9}" srcOrd="0" destOrd="0" parTransId="{EC8C1D6D-F3D4-42E8-AA5F-9F835AF7E6BD}" sibTransId="{790F3ABD-F9C0-4934-8F80-C21D25EB37AB}"/>
    <dgm:cxn modelId="{4DBC1C94-C71B-4AD6-B127-5BD2AC2136D9}" type="presOf" srcId="{360D9619-53F8-43B7-B3F7-AFB2087445EE}" destId="{DEBA3C2A-542A-49BC-A8C9-BC3D6BF87420}" srcOrd="0" destOrd="0" presId="urn:microsoft.com/office/officeart/2008/layout/HexagonCluster"/>
    <dgm:cxn modelId="{EA0C5BB0-5A83-4087-AF1E-EFD792D7D52A}" srcId="{FC6D2B02-ABEF-4DC5-902B-3BF33DBFF387}" destId="{EDC0F492-ADEF-487D-8857-547ECA19D71C}" srcOrd="2" destOrd="0" parTransId="{F50407D4-523C-4B5B-A0A6-9E174465709C}" sibTransId="{C94D3CCA-3C69-49AE-A61D-DA3C734D2E8D}"/>
    <dgm:cxn modelId="{BCC0B8B2-834D-41EF-83A5-C917FAED1031}" srcId="{FC6D2B02-ABEF-4DC5-902B-3BF33DBFF387}" destId="{38D360D5-14E6-40D7-9E37-CBD59073A637}" srcOrd="1" destOrd="0" parTransId="{95813D6D-08F5-4B41-96D2-DA0C2EE1CE72}" sibTransId="{5486D8C3-ED49-467D-ADCA-2107DE498D8B}"/>
    <dgm:cxn modelId="{EE9D3FBF-3E66-477F-8872-953FD1B594C4}" srcId="{FC6D2B02-ABEF-4DC5-902B-3BF33DBFF387}" destId="{360D9619-53F8-43B7-B3F7-AFB2087445EE}" srcOrd="4" destOrd="0" parTransId="{C9B35293-11D2-4C2A-A53C-A08209A57CAA}" sibTransId="{9601590C-0C41-4F16-9A00-20ECDD754091}"/>
    <dgm:cxn modelId="{E2F5E9CA-D5F1-49B3-B6A3-70F2A7CB8BBC}" type="presOf" srcId="{EDC0F492-ADEF-487D-8857-547ECA19D71C}" destId="{AC973F81-1A62-448F-B744-92633044E83C}" srcOrd="0" destOrd="0" presId="urn:microsoft.com/office/officeart/2008/layout/HexagonCluster"/>
    <dgm:cxn modelId="{0BCA56D3-13B7-4E20-AE48-C3628640CAE4}" type="presOf" srcId="{9601590C-0C41-4F16-9A00-20ECDD754091}" destId="{1B8266FC-023F-4037-BB3B-8D05CD2E0472}" srcOrd="0" destOrd="0" presId="urn:microsoft.com/office/officeart/2008/layout/HexagonCluster"/>
    <dgm:cxn modelId="{9C7772DC-FA92-468E-9788-F3863FBB16B6}" type="presOf" srcId="{C94D3CCA-3C69-49AE-A61D-DA3C734D2E8D}" destId="{66D058BA-B0D3-46E7-874A-F5E59FD190E3}" srcOrd="0" destOrd="0" presId="urn:microsoft.com/office/officeart/2008/layout/HexagonCluster"/>
    <dgm:cxn modelId="{6DF613E0-F7B6-4BDC-B35C-1E17BC037246}" type="presOf" srcId="{9CBA0995-B238-489B-8217-C6019A053CC9}" destId="{94EEBADC-E40B-4115-A9ED-AEF84680C93D}" srcOrd="0" destOrd="0" presId="urn:microsoft.com/office/officeart/2008/layout/HexagonCluster"/>
    <dgm:cxn modelId="{E9BD41E3-4EFD-4D41-9B37-D02A43746EB9}" type="presOf" srcId="{39338F3F-FB95-4B85-B869-D4EBA19BF252}" destId="{B0D2784C-6C9D-4DF7-8727-C1F21A5DECDC}" srcOrd="0" destOrd="0" presId="urn:microsoft.com/office/officeart/2008/layout/HexagonCluster"/>
    <dgm:cxn modelId="{FCE352FE-1168-4381-A254-F05B39A2747D}" type="presParOf" srcId="{03F5C2A1-E54E-4242-9E84-8482F1C3CCBE}" destId="{851A3C86-DA10-4E9B-9A55-0589887B60E6}" srcOrd="0" destOrd="0" presId="urn:microsoft.com/office/officeart/2008/layout/HexagonCluster"/>
    <dgm:cxn modelId="{FEDEB6BA-984A-47E7-82C6-3A1F332BBE58}" type="presParOf" srcId="{851A3C86-DA10-4E9B-9A55-0589887B60E6}" destId="{94EEBADC-E40B-4115-A9ED-AEF84680C93D}" srcOrd="0" destOrd="0" presId="urn:microsoft.com/office/officeart/2008/layout/HexagonCluster"/>
    <dgm:cxn modelId="{9AB4A34A-7E58-40B8-AA26-454FDACBD38C}" type="presParOf" srcId="{03F5C2A1-E54E-4242-9E84-8482F1C3CCBE}" destId="{512883A2-BDEE-4B53-B20D-E1953D6F03BE}" srcOrd="1" destOrd="0" presId="urn:microsoft.com/office/officeart/2008/layout/HexagonCluster"/>
    <dgm:cxn modelId="{9DA031E7-637F-4BBB-BE57-74D1AA86BBF0}" type="presParOf" srcId="{512883A2-BDEE-4B53-B20D-E1953D6F03BE}" destId="{4F4E409D-04FE-49BD-8CB4-53F516E5A829}" srcOrd="0" destOrd="0" presId="urn:microsoft.com/office/officeart/2008/layout/HexagonCluster"/>
    <dgm:cxn modelId="{881063F6-9B0B-4AE3-981C-D61B010A1AD4}" type="presParOf" srcId="{03F5C2A1-E54E-4242-9E84-8482F1C3CCBE}" destId="{7DCB77CD-3CF1-456F-B50D-F6E77065C4E9}" srcOrd="2" destOrd="0" presId="urn:microsoft.com/office/officeart/2008/layout/HexagonCluster"/>
    <dgm:cxn modelId="{A0C638F8-0A6D-4B44-BB35-8E0B221EAF65}" type="presParOf" srcId="{7DCB77CD-3CF1-456F-B50D-F6E77065C4E9}" destId="{B6432CE3-3F70-4375-9EF3-976CE678E2A4}" srcOrd="0" destOrd="0" presId="urn:microsoft.com/office/officeart/2008/layout/HexagonCluster"/>
    <dgm:cxn modelId="{C6A904CC-A504-476C-B544-55F8C2D90913}" type="presParOf" srcId="{03F5C2A1-E54E-4242-9E84-8482F1C3CCBE}" destId="{D6A22C23-6D04-4652-B0D6-9C336693296D}" srcOrd="3" destOrd="0" presId="urn:microsoft.com/office/officeart/2008/layout/HexagonCluster"/>
    <dgm:cxn modelId="{0FDFADDF-D540-4E26-8D33-97357C3AEC61}" type="presParOf" srcId="{D6A22C23-6D04-4652-B0D6-9C336693296D}" destId="{571676FF-73AC-449F-BE6C-DE85D4D9E613}" srcOrd="0" destOrd="0" presId="urn:microsoft.com/office/officeart/2008/layout/HexagonCluster"/>
    <dgm:cxn modelId="{4E2A87E6-609A-4D0C-AA30-0B0DCFECDD9A}" type="presParOf" srcId="{03F5C2A1-E54E-4242-9E84-8482F1C3CCBE}" destId="{5042ACE9-2909-4931-8879-31C62223B838}" srcOrd="4" destOrd="0" presId="urn:microsoft.com/office/officeart/2008/layout/HexagonCluster"/>
    <dgm:cxn modelId="{F1EBECD9-429F-4928-BEB4-3CE05AD78C2E}" type="presParOf" srcId="{5042ACE9-2909-4931-8879-31C62223B838}" destId="{FD20E90B-D6BB-423D-A505-6D8DC282ABCC}" srcOrd="0" destOrd="0" presId="urn:microsoft.com/office/officeart/2008/layout/HexagonCluster"/>
    <dgm:cxn modelId="{4DAA1BB9-289B-452E-BC2C-30AB83686066}" type="presParOf" srcId="{03F5C2A1-E54E-4242-9E84-8482F1C3CCBE}" destId="{3B782CE6-607F-4E9A-AD97-A0CF98DE6CD8}" srcOrd="5" destOrd="0" presId="urn:microsoft.com/office/officeart/2008/layout/HexagonCluster"/>
    <dgm:cxn modelId="{4FE34F71-1853-475B-A851-4CD1E302A146}" type="presParOf" srcId="{3B782CE6-607F-4E9A-AD97-A0CF98DE6CD8}" destId="{B780C29B-1633-471C-B215-9D9D983F2AC8}" srcOrd="0" destOrd="0" presId="urn:microsoft.com/office/officeart/2008/layout/HexagonCluster"/>
    <dgm:cxn modelId="{369C047B-4EA1-4780-AD36-3A59C04DA451}" type="presParOf" srcId="{03F5C2A1-E54E-4242-9E84-8482F1C3CCBE}" destId="{57D63C74-E22E-46ED-A301-3FAD5E96ED7E}" srcOrd="6" destOrd="0" presId="urn:microsoft.com/office/officeart/2008/layout/HexagonCluster"/>
    <dgm:cxn modelId="{601C2630-C9B8-4392-95BF-1E3717D3E410}" type="presParOf" srcId="{57D63C74-E22E-46ED-A301-3FAD5E96ED7E}" destId="{47EB18DC-FDA5-45CF-88EF-BB848056482A}" srcOrd="0" destOrd="0" presId="urn:microsoft.com/office/officeart/2008/layout/HexagonCluster"/>
    <dgm:cxn modelId="{6112F9B4-542F-4B60-87D5-780A1397C1E8}" type="presParOf" srcId="{03F5C2A1-E54E-4242-9E84-8482F1C3CCBE}" destId="{E34DAE33-6185-4EE6-8759-14F41124E2C4}" srcOrd="7" destOrd="0" presId="urn:microsoft.com/office/officeart/2008/layout/HexagonCluster"/>
    <dgm:cxn modelId="{C7254835-A3AB-47CD-A63D-B386DACF59BF}" type="presParOf" srcId="{E34DAE33-6185-4EE6-8759-14F41124E2C4}" destId="{CAB7CFC0-FD99-47CF-B7D2-0C66B87E04C3}" srcOrd="0" destOrd="0" presId="urn:microsoft.com/office/officeart/2008/layout/HexagonCluster"/>
    <dgm:cxn modelId="{863C2C52-7797-43BD-B67F-E246884268E6}" type="presParOf" srcId="{03F5C2A1-E54E-4242-9E84-8482F1C3CCBE}" destId="{9DD59904-0043-43EB-9717-08EF49B93F4F}" srcOrd="8" destOrd="0" presId="urn:microsoft.com/office/officeart/2008/layout/HexagonCluster"/>
    <dgm:cxn modelId="{4C06DFFE-1604-4C1D-8AC4-F549A639DDE7}" type="presParOf" srcId="{9DD59904-0043-43EB-9717-08EF49B93F4F}" destId="{AC973F81-1A62-448F-B744-92633044E83C}" srcOrd="0" destOrd="0" presId="urn:microsoft.com/office/officeart/2008/layout/HexagonCluster"/>
    <dgm:cxn modelId="{82ACD01B-7D87-4915-86E0-1E2BA7E645A0}" type="presParOf" srcId="{03F5C2A1-E54E-4242-9E84-8482F1C3CCBE}" destId="{6D6B21C2-7DE7-4564-A911-F2FA02EE9578}" srcOrd="9" destOrd="0" presId="urn:microsoft.com/office/officeart/2008/layout/HexagonCluster"/>
    <dgm:cxn modelId="{0AAE6F8E-3560-4EE5-B53D-27985BA01C9E}" type="presParOf" srcId="{6D6B21C2-7DE7-4564-A911-F2FA02EE9578}" destId="{21016E8E-B048-4C5C-8F5B-356C8C12199E}" srcOrd="0" destOrd="0" presId="urn:microsoft.com/office/officeart/2008/layout/HexagonCluster"/>
    <dgm:cxn modelId="{6B7C1EC0-FC6D-4B62-9068-AF216A468141}" type="presParOf" srcId="{03F5C2A1-E54E-4242-9E84-8482F1C3CCBE}" destId="{2CE162AA-8F71-4720-BF2A-F9F1977448CF}" srcOrd="10" destOrd="0" presId="urn:microsoft.com/office/officeart/2008/layout/HexagonCluster"/>
    <dgm:cxn modelId="{9B4425CA-8AA2-49F0-9A49-A8261D69B7D7}" type="presParOf" srcId="{2CE162AA-8F71-4720-BF2A-F9F1977448CF}" destId="{66D058BA-B0D3-46E7-874A-F5E59FD190E3}" srcOrd="0" destOrd="0" presId="urn:microsoft.com/office/officeart/2008/layout/HexagonCluster"/>
    <dgm:cxn modelId="{BC8005B8-D5BE-443C-B6A2-1055FD970BB9}" type="presParOf" srcId="{03F5C2A1-E54E-4242-9E84-8482F1C3CCBE}" destId="{90E2BAE1-B422-49FF-BFB9-A583657E8C80}" srcOrd="11" destOrd="0" presId="urn:microsoft.com/office/officeart/2008/layout/HexagonCluster"/>
    <dgm:cxn modelId="{792CE975-8B5D-4C45-84A8-8E182B4B421D}" type="presParOf" srcId="{90E2BAE1-B422-49FF-BFB9-A583657E8C80}" destId="{7C5B2380-3B4B-450F-AF1D-B838A0DC94EE}" srcOrd="0" destOrd="0" presId="urn:microsoft.com/office/officeart/2008/layout/HexagonCluster"/>
    <dgm:cxn modelId="{2079EEEE-5282-46E7-93DF-E6B388134A14}" type="presParOf" srcId="{03F5C2A1-E54E-4242-9E84-8482F1C3CCBE}" destId="{0E4A6592-B0A2-4E26-B97B-AB6118FD355C}" srcOrd="12" destOrd="0" presId="urn:microsoft.com/office/officeart/2008/layout/HexagonCluster"/>
    <dgm:cxn modelId="{64E57DD2-8CDD-4483-B738-8C4F764C2E52}" type="presParOf" srcId="{0E4A6592-B0A2-4E26-B97B-AB6118FD355C}" destId="{9D1B80A6-E9C2-4DD6-A475-22E48CDF9C0D}" srcOrd="0" destOrd="0" presId="urn:microsoft.com/office/officeart/2008/layout/HexagonCluster"/>
    <dgm:cxn modelId="{C96E1A19-B95A-469D-88D4-2CA036B5D543}" type="presParOf" srcId="{03F5C2A1-E54E-4242-9E84-8482F1C3CCBE}" destId="{635F0811-C93F-4658-AF58-E62CB27E5A6B}" srcOrd="13" destOrd="0" presId="urn:microsoft.com/office/officeart/2008/layout/HexagonCluster"/>
    <dgm:cxn modelId="{672032F0-66D8-425B-AB8F-A07A4C21A192}" type="presParOf" srcId="{635F0811-C93F-4658-AF58-E62CB27E5A6B}" destId="{687E9684-77CD-4D96-8B07-4F396885B6BF}" srcOrd="0" destOrd="0" presId="urn:microsoft.com/office/officeart/2008/layout/HexagonCluster"/>
    <dgm:cxn modelId="{ADFC5FE0-0EAD-45DE-AFE5-40064F030ACA}" type="presParOf" srcId="{03F5C2A1-E54E-4242-9E84-8482F1C3CCBE}" destId="{ED19928A-13F6-4EAF-AFD4-6368E1D1ACEC}" srcOrd="14" destOrd="0" presId="urn:microsoft.com/office/officeart/2008/layout/HexagonCluster"/>
    <dgm:cxn modelId="{FEE444CC-369A-4E10-A02B-1483AFBAE507}" type="presParOf" srcId="{ED19928A-13F6-4EAF-AFD4-6368E1D1ACEC}" destId="{50B6D783-FCDA-4244-8678-D1CC3ECB9155}" srcOrd="0" destOrd="0" presId="urn:microsoft.com/office/officeart/2008/layout/HexagonCluster"/>
    <dgm:cxn modelId="{AADB922C-7BA8-46C9-B34B-772D44689740}" type="presParOf" srcId="{03F5C2A1-E54E-4242-9E84-8482F1C3CCBE}" destId="{EFA6190B-6346-42E3-8860-40CE06CB0241}" srcOrd="15" destOrd="0" presId="urn:microsoft.com/office/officeart/2008/layout/HexagonCluster"/>
    <dgm:cxn modelId="{03D8E00C-2ACA-40FF-9A7A-64D597801A8C}" type="presParOf" srcId="{EFA6190B-6346-42E3-8860-40CE06CB0241}" destId="{BEE4B8EF-CB90-4728-A336-658F49EBA5F4}" srcOrd="0" destOrd="0" presId="urn:microsoft.com/office/officeart/2008/layout/HexagonCluster"/>
    <dgm:cxn modelId="{4CC22B26-349C-4AD2-B77B-E85E249DCC57}" type="presParOf" srcId="{03F5C2A1-E54E-4242-9E84-8482F1C3CCBE}" destId="{70A891AE-0668-4387-9A51-CC1263A452FC}" srcOrd="16" destOrd="0" presId="urn:microsoft.com/office/officeart/2008/layout/HexagonCluster"/>
    <dgm:cxn modelId="{17C7AE61-07F8-46F5-9254-6D689B4D18A0}" type="presParOf" srcId="{70A891AE-0668-4387-9A51-CC1263A452FC}" destId="{DEBA3C2A-542A-49BC-A8C9-BC3D6BF87420}" srcOrd="0" destOrd="0" presId="urn:microsoft.com/office/officeart/2008/layout/HexagonCluster"/>
    <dgm:cxn modelId="{4D7F67A1-9913-4B15-A048-91FB5B67DA3C}" type="presParOf" srcId="{03F5C2A1-E54E-4242-9E84-8482F1C3CCBE}" destId="{67187BC7-F819-48D2-8BE9-AF79D9B936B8}" srcOrd="17" destOrd="0" presId="urn:microsoft.com/office/officeart/2008/layout/HexagonCluster"/>
    <dgm:cxn modelId="{19D9739D-9DED-4B65-BAA3-19BD83F64296}" type="presParOf" srcId="{67187BC7-F819-48D2-8BE9-AF79D9B936B8}" destId="{12AC6B74-36DE-4F40-81BF-DEE0F3F62CCF}" srcOrd="0" destOrd="0" presId="urn:microsoft.com/office/officeart/2008/layout/HexagonCluster"/>
    <dgm:cxn modelId="{512B5DBA-74C1-497D-81BF-5C391BE4922E}" type="presParOf" srcId="{03F5C2A1-E54E-4242-9E84-8482F1C3CCBE}" destId="{2B371AD6-65C6-4200-8EC6-D5A815D037C3}" srcOrd="18" destOrd="0" presId="urn:microsoft.com/office/officeart/2008/layout/HexagonCluster"/>
    <dgm:cxn modelId="{3567128A-FA74-4570-8B60-25F06B7C5050}" type="presParOf" srcId="{2B371AD6-65C6-4200-8EC6-D5A815D037C3}" destId="{1B8266FC-023F-4037-BB3B-8D05CD2E0472}" srcOrd="0" destOrd="0" presId="urn:microsoft.com/office/officeart/2008/layout/HexagonCluster"/>
    <dgm:cxn modelId="{36C83981-A40B-441F-927A-BC4A2A173871}" type="presParOf" srcId="{03F5C2A1-E54E-4242-9E84-8482F1C3CCBE}" destId="{CD266A17-9E1B-4BDE-AC88-F536BCFCD5BB}" srcOrd="19" destOrd="0" presId="urn:microsoft.com/office/officeart/2008/layout/HexagonCluster"/>
    <dgm:cxn modelId="{87C89385-3D1C-41A1-AE35-19E2C0F517B4}" type="presParOf" srcId="{CD266A17-9E1B-4BDE-AC88-F536BCFCD5BB}" destId="{465C012E-A12B-4051-908A-B848BD8DB9E2}" srcOrd="0" destOrd="0" presId="urn:microsoft.com/office/officeart/2008/layout/HexagonCluster"/>
    <dgm:cxn modelId="{A1E793E4-64E2-46FD-85C7-87D527CD1C94}" type="presParOf" srcId="{03F5C2A1-E54E-4242-9E84-8482F1C3CCBE}" destId="{83E1C0C0-C32D-41CF-8584-B6B086EF3F25}" srcOrd="20" destOrd="0" presId="urn:microsoft.com/office/officeart/2008/layout/HexagonCluster"/>
    <dgm:cxn modelId="{05A0BA1B-F2DD-4328-B1F2-602819EF3CAB}" type="presParOf" srcId="{83E1C0C0-C32D-41CF-8584-B6B086EF3F25}" destId="{8312E6F5-05A0-4848-9379-546FC663D2BD}" srcOrd="0" destOrd="0" presId="urn:microsoft.com/office/officeart/2008/layout/HexagonCluster"/>
    <dgm:cxn modelId="{CB7258EA-8773-4547-95F9-6EC75EA0D05A}" type="presParOf" srcId="{03F5C2A1-E54E-4242-9E84-8482F1C3CCBE}" destId="{3B273A31-4FEF-4ADB-B525-C43914593583}" srcOrd="21" destOrd="0" presId="urn:microsoft.com/office/officeart/2008/layout/HexagonCluster"/>
    <dgm:cxn modelId="{4D171D1B-6517-43F2-9138-C0B0688C8253}" type="presParOf" srcId="{3B273A31-4FEF-4ADB-B525-C43914593583}" destId="{6E11C5EC-7FC7-46D0-8BD2-9E7A61DA4B1B}" srcOrd="0" destOrd="0" presId="urn:microsoft.com/office/officeart/2008/layout/HexagonCluster"/>
    <dgm:cxn modelId="{5DA0F908-E233-44CF-8C4D-BCE4D0778DAC}" type="presParOf" srcId="{03F5C2A1-E54E-4242-9E84-8482F1C3CCBE}" destId="{1F4B3ACE-512F-43A2-A1F8-9E12545D88AC}" srcOrd="22" destOrd="0" presId="urn:microsoft.com/office/officeart/2008/layout/HexagonCluster"/>
    <dgm:cxn modelId="{C3BC0035-A4D4-4F2E-AA74-8D309A2C5D40}" type="presParOf" srcId="{1F4B3ACE-512F-43A2-A1F8-9E12545D88AC}" destId="{B0D2784C-6C9D-4DF7-8727-C1F21A5DECDC}" srcOrd="0" destOrd="0" presId="urn:microsoft.com/office/officeart/2008/layout/HexagonCluster"/>
    <dgm:cxn modelId="{8D4F374E-D200-4116-9BDD-ED2B734E8092}" type="presParOf" srcId="{03F5C2A1-E54E-4242-9E84-8482F1C3CCBE}" destId="{BA1D2F24-0C56-4D7B-BB7C-3E939C61D533}" srcOrd="23" destOrd="0" presId="urn:microsoft.com/office/officeart/2008/layout/HexagonCluster"/>
    <dgm:cxn modelId="{DD4671F9-F513-46C9-92C2-D7DD7ED02284}" type="presParOf" srcId="{BA1D2F24-0C56-4D7B-BB7C-3E939C61D533}" destId="{31DC661A-8788-4A44-B546-7BCE2BEBC047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D6488C-FCBB-437A-A4EB-F84B6D19D3C6}">
      <dsp:nvSpPr>
        <dsp:cNvPr id="0" name=""/>
        <dsp:cNvSpPr/>
      </dsp:nvSpPr>
      <dsp:spPr>
        <a:xfrm>
          <a:off x="-6727352" y="-1029065"/>
          <a:ext cx="8009675" cy="8009675"/>
        </a:xfrm>
        <a:prstGeom prst="blockArc">
          <a:avLst>
            <a:gd name="adj1" fmla="val 18900000"/>
            <a:gd name="adj2" fmla="val 2700000"/>
            <a:gd name="adj3" fmla="val 27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73E2C6-15BE-47C8-82CF-A6DC63BC9FF7}">
      <dsp:nvSpPr>
        <dsp:cNvPr id="0" name=""/>
        <dsp:cNvSpPr/>
      </dsp:nvSpPr>
      <dsp:spPr>
        <a:xfrm>
          <a:off x="561474" y="371852"/>
          <a:ext cx="5806003" cy="74418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90694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>
              <a:latin typeface="Verdana" panose="020B0604030504040204" pitchFamily="34" charset="0"/>
              <a:ea typeface="Verdana" panose="020B0604030504040204" pitchFamily="34" charset="0"/>
            </a:rPr>
            <a:t>Flutter is used as the cross-platform framework for building mobile, web, and desktop applications from a single codebase.</a:t>
          </a:r>
          <a:endParaRPr lang="en-IN" sz="15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561474" y="371852"/>
        <a:ext cx="5806003" cy="744181"/>
      </dsp:txXfrm>
    </dsp:sp>
    <dsp:sp modelId="{ED77D343-B51B-42B4-B2C0-BAE14C968E32}">
      <dsp:nvSpPr>
        <dsp:cNvPr id="0" name=""/>
        <dsp:cNvSpPr/>
      </dsp:nvSpPr>
      <dsp:spPr>
        <a:xfrm>
          <a:off x="82482" y="278829"/>
          <a:ext cx="957984" cy="930226"/>
        </a:xfrm>
        <a:prstGeom prst="ellipse">
          <a:avLst/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7AB4724-C1BE-4031-9EF8-709229215EF8}">
      <dsp:nvSpPr>
        <dsp:cNvPr id="0" name=""/>
        <dsp:cNvSpPr/>
      </dsp:nvSpPr>
      <dsp:spPr>
        <a:xfrm>
          <a:off x="1094732" y="1487766"/>
          <a:ext cx="5272745" cy="74418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90694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>
              <a:latin typeface="Verdana" panose="020B0604030504040204" pitchFamily="34" charset="0"/>
              <a:ea typeface="Verdana" panose="020B0604030504040204" pitchFamily="34" charset="0"/>
            </a:rPr>
            <a:t> MySQL serves as the open-source relational database management system.</a:t>
          </a:r>
          <a:endParaRPr lang="en-IN" sz="15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1094732" y="1487766"/>
        <a:ext cx="5272745" cy="744181"/>
      </dsp:txXfrm>
    </dsp:sp>
    <dsp:sp modelId="{717A1631-3143-476A-BE51-A57A7B765F36}">
      <dsp:nvSpPr>
        <dsp:cNvPr id="0" name=""/>
        <dsp:cNvSpPr/>
      </dsp:nvSpPr>
      <dsp:spPr>
        <a:xfrm>
          <a:off x="629619" y="1394744"/>
          <a:ext cx="930226" cy="930226"/>
        </a:xfrm>
        <a:prstGeom prst="ellipse">
          <a:avLst/>
        </a:prstGeom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92E6FB8-8FD8-4AB7-8591-0C84700A0754}">
      <dsp:nvSpPr>
        <dsp:cNvPr id="0" name=""/>
        <dsp:cNvSpPr/>
      </dsp:nvSpPr>
      <dsp:spPr>
        <a:xfrm>
          <a:off x="1258400" y="2603681"/>
          <a:ext cx="5109078" cy="74418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90694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>
              <a:latin typeface="Verdana" panose="020B0604030504040204" pitchFamily="34" charset="0"/>
              <a:ea typeface="Verdana" panose="020B0604030504040204" pitchFamily="34" charset="0"/>
            </a:rPr>
            <a:t>XAMPP provides a local server environment for development and testing.</a:t>
          </a:r>
          <a:endParaRPr lang="en-IN" sz="15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1258400" y="2603681"/>
        <a:ext cx="5109078" cy="744181"/>
      </dsp:txXfrm>
    </dsp:sp>
    <dsp:sp modelId="{0797FF8D-D812-44D2-A5F7-4EFE64A421F0}">
      <dsp:nvSpPr>
        <dsp:cNvPr id="0" name=""/>
        <dsp:cNvSpPr/>
      </dsp:nvSpPr>
      <dsp:spPr>
        <a:xfrm>
          <a:off x="793287" y="2510658"/>
          <a:ext cx="930226" cy="930226"/>
        </a:xfrm>
        <a:prstGeom prst="ellipse">
          <a:avLst/>
        </a:prstGeom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92586CE-19C1-4517-9500-8A2F4CC8F829}">
      <dsp:nvSpPr>
        <dsp:cNvPr id="0" name=""/>
        <dsp:cNvSpPr/>
      </dsp:nvSpPr>
      <dsp:spPr>
        <a:xfrm>
          <a:off x="1094732" y="3719595"/>
          <a:ext cx="5272745" cy="74418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90694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>
              <a:latin typeface="Verdana" panose="020B0604030504040204" pitchFamily="34" charset="0"/>
              <a:ea typeface="Verdana" panose="020B0604030504040204" pitchFamily="34" charset="0"/>
            </a:rPr>
            <a:t>Firebase offers real-time database services, authentication, and cloud messaging for mobile and web applications.</a:t>
          </a:r>
          <a:endParaRPr lang="en-IN" sz="15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1094732" y="3719595"/>
        <a:ext cx="5272745" cy="744181"/>
      </dsp:txXfrm>
    </dsp:sp>
    <dsp:sp modelId="{B62C82BC-17A8-4A9B-A05A-7163AC3CF8B5}">
      <dsp:nvSpPr>
        <dsp:cNvPr id="0" name=""/>
        <dsp:cNvSpPr/>
      </dsp:nvSpPr>
      <dsp:spPr>
        <a:xfrm>
          <a:off x="629619" y="3626573"/>
          <a:ext cx="930226" cy="930226"/>
        </a:xfrm>
        <a:prstGeom prst="ellipse">
          <a:avLst/>
        </a:prstGeom>
        <a:blipFill dpi="0" rotWithShape="0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97B9C1C-C43F-4A70-83BE-89C54F6CBD9F}">
      <dsp:nvSpPr>
        <dsp:cNvPr id="0" name=""/>
        <dsp:cNvSpPr/>
      </dsp:nvSpPr>
      <dsp:spPr>
        <a:xfrm>
          <a:off x="561474" y="4835510"/>
          <a:ext cx="5806003" cy="74418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90694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>
              <a:latin typeface="Verdana" panose="020B0604030504040204" pitchFamily="34" charset="0"/>
              <a:ea typeface="Verdana" panose="020B0604030504040204" pitchFamily="34" charset="0"/>
            </a:rPr>
            <a:t>PHP is the server-side scripting language for backend development and web functionality.</a:t>
          </a:r>
          <a:endParaRPr lang="en-IN" sz="15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561474" y="4835510"/>
        <a:ext cx="5806003" cy="744181"/>
      </dsp:txXfrm>
    </dsp:sp>
    <dsp:sp modelId="{79B4A80D-F6B3-47C0-ADC7-9891493BC216}">
      <dsp:nvSpPr>
        <dsp:cNvPr id="0" name=""/>
        <dsp:cNvSpPr/>
      </dsp:nvSpPr>
      <dsp:spPr>
        <a:xfrm>
          <a:off x="96361" y="4742487"/>
          <a:ext cx="930226" cy="930226"/>
        </a:xfrm>
        <a:prstGeom prst="ellipse">
          <a:avLst/>
        </a:prstGeom>
        <a:blipFill dpi="0" rotWithShape="0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EEBADC-E40B-4115-A9ED-AEF84680C93D}">
      <dsp:nvSpPr>
        <dsp:cNvPr id="0" name=""/>
        <dsp:cNvSpPr/>
      </dsp:nvSpPr>
      <dsp:spPr>
        <a:xfrm>
          <a:off x="2178053" y="3121412"/>
          <a:ext cx="2188110" cy="187889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16510" rIns="0" bIns="1651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50" b="0" kern="1200"/>
        </a:p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50" b="0" kern="1200"/>
            <a:t>Reliable </a:t>
          </a:r>
          <a:r>
            <a:rPr lang="en-US" sz="1250" b="0" kern="1200" dirty="0"/>
            <a:t>technologies ensure smooth development, but </a:t>
          </a:r>
          <a:r>
            <a:rPr lang="en-US" sz="1250" b="1" kern="1200" dirty="0"/>
            <a:t>Technical Feasibility and Challenges </a:t>
          </a:r>
          <a:r>
            <a:rPr lang="en-US" sz="1250" b="0" kern="1200" dirty="0"/>
            <a:t>arise in system integration. Modular design can help.</a:t>
          </a:r>
          <a:endParaRPr lang="en-IN" sz="1250" b="0" kern="1200" dirty="0"/>
        </a:p>
      </dsp:txBody>
      <dsp:txXfrm>
        <a:off x="2516970" y="3412435"/>
        <a:ext cx="1510276" cy="1296851"/>
      </dsp:txXfrm>
    </dsp:sp>
    <dsp:sp modelId="{4F4E409D-04FE-49BD-8CB4-53F516E5A829}">
      <dsp:nvSpPr>
        <dsp:cNvPr id="0" name=""/>
        <dsp:cNvSpPr/>
      </dsp:nvSpPr>
      <dsp:spPr>
        <a:xfrm>
          <a:off x="2230261" y="3961653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6432CE3-3F70-4375-9EF3-976CE678E2A4}">
      <dsp:nvSpPr>
        <dsp:cNvPr id="0" name=""/>
        <dsp:cNvSpPr/>
      </dsp:nvSpPr>
      <dsp:spPr>
        <a:xfrm>
          <a:off x="295071" y="2082756"/>
          <a:ext cx="2188110" cy="1878897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71676FF-73AC-449F-BE6C-DE85D4D9E613}">
      <dsp:nvSpPr>
        <dsp:cNvPr id="0" name=""/>
        <dsp:cNvSpPr/>
      </dsp:nvSpPr>
      <dsp:spPr>
        <a:xfrm>
          <a:off x="1794031" y="3712424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D20E90B-D6BB-423D-A505-6D8DC282ABCC}">
      <dsp:nvSpPr>
        <dsp:cNvPr id="0" name=""/>
        <dsp:cNvSpPr/>
      </dsp:nvSpPr>
      <dsp:spPr>
        <a:xfrm>
          <a:off x="4061034" y="2077312"/>
          <a:ext cx="2188110" cy="187889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16510" rIns="0" bIns="1651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50" b="0" kern="1200" dirty="0"/>
            <a:t>Open-source tech lowers costs, but </a:t>
          </a:r>
          <a:r>
            <a:rPr lang="en-US" sz="1250" b="1" kern="1200" dirty="0"/>
            <a:t>Economic Feasibility and Financial Risks </a:t>
          </a:r>
          <a:r>
            <a:rPr lang="en-US" sz="1250" b="0" kern="1200" dirty="0"/>
            <a:t>arise from development and scalability. Phased development and cloud can help.</a:t>
          </a:r>
          <a:endParaRPr lang="en-IN" sz="1250" b="0" kern="1200" dirty="0"/>
        </a:p>
      </dsp:txBody>
      <dsp:txXfrm>
        <a:off x="4399951" y="2368335"/>
        <a:ext cx="1510276" cy="1296851"/>
      </dsp:txXfrm>
    </dsp:sp>
    <dsp:sp modelId="{B780C29B-1633-471C-B215-9D9D983F2AC8}">
      <dsp:nvSpPr>
        <dsp:cNvPr id="0" name=""/>
        <dsp:cNvSpPr/>
      </dsp:nvSpPr>
      <dsp:spPr>
        <a:xfrm>
          <a:off x="4142601" y="2919626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47EB18DC-FDA5-45CF-88EF-BB848056482A}">
      <dsp:nvSpPr>
        <dsp:cNvPr id="0" name=""/>
        <dsp:cNvSpPr/>
      </dsp:nvSpPr>
      <dsp:spPr>
        <a:xfrm>
          <a:off x="5942855" y="3117783"/>
          <a:ext cx="2188110" cy="1878897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6000" r="-26000"/>
          </a:stretch>
        </a:blip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AB7CFC0-FD99-47CF-B7D2-0C66B87E04C3}">
      <dsp:nvSpPr>
        <dsp:cNvPr id="0" name=""/>
        <dsp:cNvSpPr/>
      </dsp:nvSpPr>
      <dsp:spPr>
        <a:xfrm>
          <a:off x="7438161" y="4718719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AC973F81-1A62-448F-B744-92633044E83C}">
      <dsp:nvSpPr>
        <dsp:cNvPr id="0" name=""/>
        <dsp:cNvSpPr/>
      </dsp:nvSpPr>
      <dsp:spPr>
        <a:xfrm>
          <a:off x="2178053" y="1044705"/>
          <a:ext cx="2188110" cy="187889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16510" rIns="0" bIns="1651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50" kern="1200" dirty="0"/>
            <a:t>Multi-language support aids </a:t>
          </a:r>
          <a:r>
            <a:rPr lang="en-US" sz="1250" b="1" kern="1200" dirty="0"/>
            <a:t>Operational Feasibility and User Adoption</a:t>
          </a:r>
          <a:r>
            <a:rPr lang="en-US" sz="1250" kern="1200" dirty="0"/>
            <a:t>, but farmers face a learning curve that tutorials and accurate translations can help overcome.</a:t>
          </a:r>
          <a:endParaRPr lang="en-IN" sz="1250" kern="1200" dirty="0"/>
        </a:p>
      </dsp:txBody>
      <dsp:txXfrm>
        <a:off x="2516970" y="1335728"/>
        <a:ext cx="1510276" cy="1296851"/>
      </dsp:txXfrm>
    </dsp:sp>
    <dsp:sp modelId="{21016E8E-B048-4C5C-8F5B-356C8C12199E}">
      <dsp:nvSpPr>
        <dsp:cNvPr id="0" name=""/>
        <dsp:cNvSpPr/>
      </dsp:nvSpPr>
      <dsp:spPr>
        <a:xfrm>
          <a:off x="2261452" y="1880494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66D058BA-B0D3-46E7-874A-F5E59FD190E3}">
      <dsp:nvSpPr>
        <dsp:cNvPr id="0" name=""/>
        <dsp:cNvSpPr/>
      </dsp:nvSpPr>
      <dsp:spPr>
        <a:xfrm>
          <a:off x="4061034" y="0"/>
          <a:ext cx="2188110" cy="1878897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6000" r="-26000"/>
          </a:stretch>
        </a:blip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C5B2380-3B4B-450F-AF1D-B838A0DC94EE}">
      <dsp:nvSpPr>
        <dsp:cNvPr id="0" name=""/>
        <dsp:cNvSpPr/>
      </dsp:nvSpPr>
      <dsp:spPr>
        <a:xfrm>
          <a:off x="4122524" y="832376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9D1B80A6-E9C2-4DD6-A475-22E48CDF9C0D}">
      <dsp:nvSpPr>
        <dsp:cNvPr id="0" name=""/>
        <dsp:cNvSpPr/>
      </dsp:nvSpPr>
      <dsp:spPr>
        <a:xfrm>
          <a:off x="5942855" y="1040471"/>
          <a:ext cx="2188110" cy="187889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16510" rIns="0" bIns="1651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50" b="0" i="0" kern="1200" dirty="0"/>
            <a:t>The app links farmers and consumers, </a:t>
          </a:r>
          <a:r>
            <a:rPr lang="en-US" sz="1250" b="1" i="0" kern="1200" dirty="0"/>
            <a:t>showing Market Feasibility and Competition</a:t>
          </a:r>
          <a:r>
            <a:rPr lang="en-US" sz="1250" b="0" i="0" kern="1200" dirty="0"/>
            <a:t>, but unique features and targeted marketing are needed to stand out.</a:t>
          </a:r>
          <a:endParaRPr lang="en-IN" sz="1250" kern="1200" dirty="0"/>
        </a:p>
      </dsp:txBody>
      <dsp:txXfrm>
        <a:off x="6281772" y="1331494"/>
        <a:ext cx="1510276" cy="1296851"/>
      </dsp:txXfrm>
    </dsp:sp>
    <dsp:sp modelId="{687E9684-77CD-4D96-8B07-4F396885B6BF}">
      <dsp:nvSpPr>
        <dsp:cNvPr id="0" name=""/>
        <dsp:cNvSpPr/>
      </dsp:nvSpPr>
      <dsp:spPr>
        <a:xfrm>
          <a:off x="7836278" y="1872847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0B6D783-FCDA-4244-8678-D1CC3ECB9155}">
      <dsp:nvSpPr>
        <dsp:cNvPr id="0" name=""/>
        <dsp:cNvSpPr/>
      </dsp:nvSpPr>
      <dsp:spPr>
        <a:xfrm>
          <a:off x="7825836" y="2096670"/>
          <a:ext cx="2188110" cy="1878897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EE4B8EF-CB90-4728-A336-658F49EBA5F4}">
      <dsp:nvSpPr>
        <dsp:cNvPr id="0" name=""/>
        <dsp:cNvSpPr/>
      </dsp:nvSpPr>
      <dsp:spPr>
        <a:xfrm>
          <a:off x="8252785" y="2130545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DEBA3C2A-542A-49BC-A8C9-BC3D6BF87420}">
      <dsp:nvSpPr>
        <dsp:cNvPr id="0" name=""/>
        <dsp:cNvSpPr/>
      </dsp:nvSpPr>
      <dsp:spPr>
        <a:xfrm>
          <a:off x="7825836" y="19962"/>
          <a:ext cx="2188110" cy="187889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16510" rIns="0" bIns="1651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50" b="0" i="0" kern="1200" dirty="0"/>
            <a:t>Compliance with regulations is vital for </a:t>
          </a:r>
          <a:r>
            <a:rPr lang="en-US" sz="1250" b="1" i="0" kern="1200" dirty="0"/>
            <a:t>Social Feasibility and Data Security</a:t>
          </a:r>
          <a:r>
            <a:rPr lang="en-US" sz="1250" b="0" i="0" kern="1200" dirty="0"/>
            <a:t>, but protecting data is tough. Strong encryption and updated protocols ensure compliance.</a:t>
          </a:r>
          <a:endParaRPr lang="en-IN" sz="1250" kern="1200" dirty="0"/>
        </a:p>
      </dsp:txBody>
      <dsp:txXfrm>
        <a:off x="8164753" y="310985"/>
        <a:ext cx="1510276" cy="1296851"/>
      </dsp:txXfrm>
    </dsp:sp>
    <dsp:sp modelId="{12AC6B74-36DE-4F40-81BF-DEE0F3F62CCF}">
      <dsp:nvSpPr>
        <dsp:cNvPr id="0" name=""/>
        <dsp:cNvSpPr/>
      </dsp:nvSpPr>
      <dsp:spPr>
        <a:xfrm>
          <a:off x="9719259" y="862018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1B8266FC-023F-4037-BB3B-8D05CD2E0472}">
      <dsp:nvSpPr>
        <dsp:cNvPr id="0" name=""/>
        <dsp:cNvSpPr/>
      </dsp:nvSpPr>
      <dsp:spPr>
        <a:xfrm>
          <a:off x="9708818" y="1068297"/>
          <a:ext cx="2188110" cy="1878897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65C012E-A12B-4051-908A-B848BD8DB9E2}">
      <dsp:nvSpPr>
        <dsp:cNvPr id="0" name=""/>
        <dsp:cNvSpPr/>
      </dsp:nvSpPr>
      <dsp:spPr>
        <a:xfrm>
          <a:off x="10145047" y="1110037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8312E6F5-05A0-4848-9379-546FC663D2BD}">
      <dsp:nvSpPr>
        <dsp:cNvPr id="0" name=""/>
        <dsp:cNvSpPr/>
      </dsp:nvSpPr>
      <dsp:spPr>
        <a:xfrm>
          <a:off x="9708818" y="3141980"/>
          <a:ext cx="2188110" cy="187889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16510" rIns="0" bIns="16510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50" b="0" i="0" kern="1200" dirty="0"/>
            <a:t>The app shows </a:t>
          </a:r>
          <a:r>
            <a:rPr lang="en-US" sz="1250" b="1" i="0" kern="1200" dirty="0"/>
            <a:t>Scalability and Performance Optimization </a:t>
          </a:r>
          <a:r>
            <a:rPr lang="en-US" sz="1250" b="0" i="0" kern="1200" dirty="0"/>
            <a:t>but faces legal challenges. Legal experts ensure compliance.</a:t>
          </a:r>
          <a:endParaRPr lang="en-IN" sz="1250" kern="1200" dirty="0"/>
        </a:p>
      </dsp:txBody>
      <dsp:txXfrm>
        <a:off x="10047735" y="3433003"/>
        <a:ext cx="1510276" cy="1296851"/>
      </dsp:txXfrm>
    </dsp:sp>
    <dsp:sp modelId="{6E11C5EC-7FC7-46D0-8BD2-9E7A61DA4B1B}">
      <dsp:nvSpPr>
        <dsp:cNvPr id="0" name=""/>
        <dsp:cNvSpPr/>
      </dsp:nvSpPr>
      <dsp:spPr>
        <a:xfrm>
          <a:off x="10142727" y="4787376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0D2784C-6C9D-4DF7-8727-C1F21A5DECDC}">
      <dsp:nvSpPr>
        <dsp:cNvPr id="0" name=""/>
        <dsp:cNvSpPr/>
      </dsp:nvSpPr>
      <dsp:spPr>
        <a:xfrm>
          <a:off x="7825836" y="4170352"/>
          <a:ext cx="2188110" cy="1878897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1DC661A-8788-4A44-B546-7BCE2BEBC047}">
      <dsp:nvSpPr>
        <dsp:cNvPr id="0" name=""/>
        <dsp:cNvSpPr/>
      </dsp:nvSpPr>
      <dsp:spPr>
        <a:xfrm>
          <a:off x="8277139" y="4212351"/>
          <a:ext cx="255240" cy="220192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9.jpeg"/><Relationship Id="rId7" Type="http://schemas.openxmlformats.org/officeDocument/2006/relationships/image" Target="../media/image2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7353181" y="1093346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8599931" y="2512166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3949974" y="609687"/>
            <a:ext cx="3841880" cy="71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 u="sng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1537947" y="-122258"/>
            <a:ext cx="8336059" cy="97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2"/>
                </a:solidFill>
                <a:latin typeface="Garamond"/>
                <a:ea typeface="Garamond"/>
                <a:cs typeface="Times New Roman" panose="02020603050405020304" pitchFamily="18" charset="0"/>
                <a:sym typeface="Garamond"/>
              </a:rPr>
              <a:t>SMART INDIA HACKATHON 2024</a:t>
            </a:r>
            <a:endParaRPr sz="4000" b="1" dirty="0">
              <a:solidFill>
                <a:schemeClr val="dk2"/>
              </a:solidFill>
              <a:latin typeface="Garamond"/>
              <a:ea typeface="Garamond"/>
              <a:cs typeface="Times New Roman" panose="02020603050405020304" pitchFamily="18" charset="0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63651" y="1409883"/>
            <a:ext cx="7912905" cy="4955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Problem Statement ID –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SIH1637</a:t>
            </a:r>
          </a:p>
          <a:p>
            <a:pPr marR="0" lvl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Problem Statement Title- </a:t>
            </a:r>
            <a:r>
              <a:rPr lang="en-US" sz="2400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Mobile App for Direct Market Access for Farmers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Theme- 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Agriculture, Food Tech &amp; Rural Development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PS Category-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Software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Team ID - 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ISIH -016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Team Name- 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Sudo_Sync</a:t>
            </a:r>
            <a:endParaRPr sz="2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" name="Google Shape;117;p3">
            <a:extLst>
              <a:ext uri="{FF2B5EF4-FFF2-40B4-BE49-F238E27FC236}">
                <a16:creationId xmlns:a16="http://schemas.microsoft.com/office/drawing/2014/main" id="{223E0E82-7401-9A0F-9834-429A396D56B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25870" y="-14117"/>
            <a:ext cx="1666130" cy="787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5210024" y="-101269"/>
            <a:ext cx="2246575" cy="5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sng" dirty="0">
                <a:latin typeface="Sitka Small Semibold" pitchFamily="2" charset="0"/>
                <a:ea typeface="Verdana" panose="020B0604030504040204" pitchFamily="34" charset="0"/>
                <a:cs typeface="Times New Roman" panose="02020603050405020304" pitchFamily="18" charset="0"/>
                <a:sym typeface="Times New Roman"/>
              </a:rPr>
              <a:t>IDEA TITLE</a:t>
            </a:r>
            <a:endParaRPr sz="3200" u="sng" dirty="0">
              <a:latin typeface="Sitka Small Semibold" pitchFamily="2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2809401" y="270386"/>
            <a:ext cx="704782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❖"/>
            </a:pPr>
            <a:r>
              <a:rPr lang="en-US" sz="2000" b="1" u="sng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Seed Sync – Harvesting Farmer and market connection</a:t>
            </a:r>
            <a:endParaRPr lang="en-US" sz="2000" u="sng"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5" name="Google Shape;105;p2" descr="Your startup LOGO"/>
          <p:cNvSpPr/>
          <p:nvPr/>
        </p:nvSpPr>
        <p:spPr>
          <a:xfrm>
            <a:off x="79969" y="57647"/>
            <a:ext cx="1751116" cy="50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Sudo_Sync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7741FF4-A448-8140-FF5E-591F4D85ED85}"/>
              </a:ext>
            </a:extLst>
          </p:cNvPr>
          <p:cNvGrpSpPr/>
          <p:nvPr/>
        </p:nvGrpSpPr>
        <p:grpSpPr>
          <a:xfrm>
            <a:off x="133123" y="715262"/>
            <a:ext cx="5591195" cy="2251674"/>
            <a:chOff x="245160" y="809215"/>
            <a:chExt cx="5591195" cy="225167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39BCBE2D-41D6-5024-466B-6F4E405C0938}"/>
                </a:ext>
              </a:extLst>
            </p:cNvPr>
            <p:cNvSpPr/>
            <p:nvPr/>
          </p:nvSpPr>
          <p:spPr>
            <a:xfrm>
              <a:off x="245160" y="809215"/>
              <a:ext cx="1725121" cy="2251674"/>
            </a:xfrm>
            <a:custGeom>
              <a:avLst/>
              <a:gdLst>
                <a:gd name="connsiteX0" fmla="*/ 0 w 2464457"/>
                <a:gd name="connsiteY0" fmla="*/ 0 h 1725120"/>
                <a:gd name="connsiteX1" fmla="*/ 1601897 w 2464457"/>
                <a:gd name="connsiteY1" fmla="*/ 0 h 1725120"/>
                <a:gd name="connsiteX2" fmla="*/ 2464457 w 2464457"/>
                <a:gd name="connsiteY2" fmla="*/ 862560 h 1725120"/>
                <a:gd name="connsiteX3" fmla="*/ 1601897 w 2464457"/>
                <a:gd name="connsiteY3" fmla="*/ 1725120 h 1725120"/>
                <a:gd name="connsiteX4" fmla="*/ 0 w 2464457"/>
                <a:gd name="connsiteY4" fmla="*/ 1725120 h 1725120"/>
                <a:gd name="connsiteX5" fmla="*/ 862560 w 2464457"/>
                <a:gd name="connsiteY5" fmla="*/ 862560 h 1725120"/>
                <a:gd name="connsiteX6" fmla="*/ 0 w 2464457"/>
                <a:gd name="connsiteY6" fmla="*/ 0 h 1725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64457" h="1725120">
                  <a:moveTo>
                    <a:pt x="2464456" y="0"/>
                  </a:moveTo>
                  <a:lnTo>
                    <a:pt x="2464456" y="1121328"/>
                  </a:lnTo>
                  <a:lnTo>
                    <a:pt x="1232229" y="1725120"/>
                  </a:lnTo>
                  <a:lnTo>
                    <a:pt x="1" y="1121328"/>
                  </a:lnTo>
                  <a:lnTo>
                    <a:pt x="1" y="0"/>
                  </a:lnTo>
                  <a:lnTo>
                    <a:pt x="1232229" y="603792"/>
                  </a:lnTo>
                  <a:lnTo>
                    <a:pt x="2464456" y="0"/>
                  </a:lnTo>
                  <a:close/>
                </a:path>
              </a:pathLst>
            </a:custGeom>
          </p:spPr>
          <p:style>
            <a:lnRef idx="1">
              <a:schemeClr val="accent5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91" tIns="871450" rIns="8890" bIns="871451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1" i="0" kern="1200" dirty="0">
                <a:latin typeface="Sitka Small Semibold" pitchFamily="2" charset="0"/>
              </a:endParaRP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i="0" kern="1200" dirty="0">
                  <a:latin typeface="Sitka Small Semibold" pitchFamily="2" charset="0"/>
                </a:rPr>
                <a:t>Detailed Explanation of the Proposed Solution:</a:t>
              </a:r>
              <a:endParaRPr lang="en-IN" sz="1600" kern="1200" dirty="0">
                <a:latin typeface="Sitka Small Semibold" pitchFamily="2" charset="0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BED643E-0B39-2DB1-8AEF-6205DF18808C}"/>
                </a:ext>
              </a:extLst>
            </p:cNvPr>
            <p:cNvSpPr/>
            <p:nvPr/>
          </p:nvSpPr>
          <p:spPr>
            <a:xfrm>
              <a:off x="1970281" y="809217"/>
              <a:ext cx="3866074" cy="1602739"/>
            </a:xfrm>
            <a:custGeom>
              <a:avLst/>
              <a:gdLst>
                <a:gd name="connsiteX0" fmla="*/ 267129 w 1602739"/>
                <a:gd name="connsiteY0" fmla="*/ 0 h 4125719"/>
                <a:gd name="connsiteX1" fmla="*/ 1335610 w 1602739"/>
                <a:gd name="connsiteY1" fmla="*/ 0 h 4125719"/>
                <a:gd name="connsiteX2" fmla="*/ 1602739 w 1602739"/>
                <a:gd name="connsiteY2" fmla="*/ 267129 h 4125719"/>
                <a:gd name="connsiteX3" fmla="*/ 1602739 w 1602739"/>
                <a:gd name="connsiteY3" fmla="*/ 4125719 h 4125719"/>
                <a:gd name="connsiteX4" fmla="*/ 1602739 w 1602739"/>
                <a:gd name="connsiteY4" fmla="*/ 4125719 h 4125719"/>
                <a:gd name="connsiteX5" fmla="*/ 0 w 1602739"/>
                <a:gd name="connsiteY5" fmla="*/ 4125719 h 4125719"/>
                <a:gd name="connsiteX6" fmla="*/ 0 w 1602739"/>
                <a:gd name="connsiteY6" fmla="*/ 4125719 h 4125719"/>
                <a:gd name="connsiteX7" fmla="*/ 0 w 1602739"/>
                <a:gd name="connsiteY7" fmla="*/ 267129 h 4125719"/>
                <a:gd name="connsiteX8" fmla="*/ 267129 w 1602739"/>
                <a:gd name="connsiteY8" fmla="*/ 0 h 412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2739" h="4125719">
                  <a:moveTo>
                    <a:pt x="1602739" y="687635"/>
                  </a:moveTo>
                  <a:lnTo>
                    <a:pt x="1602739" y="3438084"/>
                  </a:lnTo>
                  <a:cubicBezTo>
                    <a:pt x="1602739" y="3817854"/>
                    <a:pt x="1556278" y="4125719"/>
                    <a:pt x="1498966" y="4125719"/>
                  </a:cubicBezTo>
                  <a:lnTo>
                    <a:pt x="0" y="4125719"/>
                  </a:lnTo>
                  <a:lnTo>
                    <a:pt x="0" y="4125719"/>
                  </a:lnTo>
                  <a:lnTo>
                    <a:pt x="0" y="0"/>
                  </a:lnTo>
                  <a:lnTo>
                    <a:pt x="0" y="0"/>
                  </a:lnTo>
                  <a:lnTo>
                    <a:pt x="1498966" y="0"/>
                  </a:lnTo>
                  <a:cubicBezTo>
                    <a:pt x="1556278" y="0"/>
                    <a:pt x="1602739" y="307865"/>
                    <a:pt x="1602739" y="687635"/>
                  </a:cubicBezTo>
                  <a:close/>
                </a:path>
              </a:pathLst>
            </a:custGeom>
          </p:spPr>
          <p:style>
            <a:lnRef idx="1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2457" tIns="86493" rIns="86493" bIns="86495" numCol="1" spcCol="1270" anchor="ctr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b="0" i="0" kern="1200" dirty="0">
                  <a:latin typeface="Sitka Subheading" pitchFamily="2" charset="0"/>
                </a:rPr>
                <a:t>Farmers directly connect with consumers and retailers</a:t>
              </a:r>
              <a:r>
                <a:rPr lang="en-US" b="1" i="0" kern="1200" dirty="0">
                  <a:latin typeface="Sitka Subheading" pitchFamily="2" charset="0"/>
                </a:rPr>
                <a:t>, </a:t>
              </a:r>
              <a:r>
                <a:rPr lang="en-US" b="1" i="0" u="sng" kern="1200" dirty="0">
                  <a:latin typeface="Sitka Subheading" pitchFamily="2" charset="0"/>
                </a:rPr>
                <a:t>bypassing intermediaries</a:t>
              </a:r>
              <a:r>
                <a:rPr lang="en-US" b="0" i="0" kern="1200" dirty="0">
                  <a:latin typeface="Sitka Subheading" pitchFamily="2" charset="0"/>
                </a:rPr>
                <a:t>, for increased profits.</a:t>
              </a:r>
              <a:endParaRPr lang="en-IN" kern="1200" dirty="0">
                <a:latin typeface="Sitka Subheading" pitchFamily="2" charset="0"/>
              </a:endParaRP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b="1" i="0" u="sng" kern="1200" dirty="0">
                  <a:latin typeface="Sitka Subheading" pitchFamily="2" charset="0"/>
                </a:rPr>
                <a:t>Smart inventory management </a:t>
              </a:r>
              <a:r>
                <a:rPr lang="en-US" b="0" i="0" kern="1200" dirty="0">
                  <a:latin typeface="Sitka Subheading" pitchFamily="2" charset="0"/>
                </a:rPr>
                <a:t>provides real-time stock tracking, preventing overstocking or shortages.</a:t>
              </a:r>
              <a:endParaRPr lang="en-IN" kern="1200" dirty="0">
                <a:latin typeface="Sitka Subheading" pitchFamily="2" charset="0"/>
              </a:endParaRP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b="0" i="0" kern="1200" dirty="0">
                  <a:latin typeface="Sitka Subheading" pitchFamily="2" charset="0"/>
                </a:rPr>
                <a:t>Buyers can bid and negotiate prices in real-time via an in-app </a:t>
              </a:r>
              <a:r>
                <a:rPr lang="en-US" b="1" i="0" u="sng" kern="1200" dirty="0">
                  <a:latin typeface="Sitka Subheading" pitchFamily="2" charset="0"/>
                </a:rPr>
                <a:t>bidding system</a:t>
              </a:r>
              <a:r>
                <a:rPr lang="en-US" b="0" i="0" u="sng" kern="1200" dirty="0">
                  <a:latin typeface="Sitka Subheading" pitchFamily="2" charset="0"/>
                </a:rPr>
                <a:t>.</a:t>
              </a:r>
              <a:endParaRPr lang="en-IN" u="sng" kern="1200" dirty="0">
                <a:latin typeface="Sitka Subheading" pitchFamily="2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A3715A-4690-BBF4-65E2-FB4E6C3BBD43}"/>
              </a:ext>
            </a:extLst>
          </p:cNvPr>
          <p:cNvGrpSpPr/>
          <p:nvPr/>
        </p:nvGrpSpPr>
        <p:grpSpPr>
          <a:xfrm>
            <a:off x="133124" y="2457708"/>
            <a:ext cx="5594567" cy="2469279"/>
            <a:chOff x="133124" y="2457708"/>
            <a:chExt cx="5594567" cy="2469279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14D1B-9745-6186-D1B7-904F78644E34}"/>
                </a:ext>
              </a:extLst>
            </p:cNvPr>
            <p:cNvSpPr/>
            <p:nvPr/>
          </p:nvSpPr>
          <p:spPr>
            <a:xfrm>
              <a:off x="133124" y="2457708"/>
              <a:ext cx="1728494" cy="2469279"/>
            </a:xfrm>
            <a:custGeom>
              <a:avLst/>
              <a:gdLst>
                <a:gd name="connsiteX0" fmla="*/ 0 w 2469278"/>
                <a:gd name="connsiteY0" fmla="*/ 0 h 1728494"/>
                <a:gd name="connsiteX1" fmla="*/ 1605031 w 2469278"/>
                <a:gd name="connsiteY1" fmla="*/ 0 h 1728494"/>
                <a:gd name="connsiteX2" fmla="*/ 2469278 w 2469278"/>
                <a:gd name="connsiteY2" fmla="*/ 864247 h 1728494"/>
                <a:gd name="connsiteX3" fmla="*/ 1605031 w 2469278"/>
                <a:gd name="connsiteY3" fmla="*/ 1728494 h 1728494"/>
                <a:gd name="connsiteX4" fmla="*/ 0 w 2469278"/>
                <a:gd name="connsiteY4" fmla="*/ 1728494 h 1728494"/>
                <a:gd name="connsiteX5" fmla="*/ 864247 w 2469278"/>
                <a:gd name="connsiteY5" fmla="*/ 864247 h 1728494"/>
                <a:gd name="connsiteX6" fmla="*/ 0 w 2469278"/>
                <a:gd name="connsiteY6" fmla="*/ 0 h 1728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69278" h="1728494">
                  <a:moveTo>
                    <a:pt x="2469278" y="0"/>
                  </a:moveTo>
                  <a:lnTo>
                    <a:pt x="2469278" y="1123521"/>
                  </a:lnTo>
                  <a:lnTo>
                    <a:pt x="1234639" y="1728494"/>
                  </a:lnTo>
                  <a:lnTo>
                    <a:pt x="0" y="1123521"/>
                  </a:lnTo>
                  <a:lnTo>
                    <a:pt x="0" y="0"/>
                  </a:lnTo>
                  <a:lnTo>
                    <a:pt x="1234639" y="604973"/>
                  </a:lnTo>
                  <a:lnTo>
                    <a:pt x="2469278" y="0"/>
                  </a:lnTo>
                  <a:close/>
                </a:path>
              </a:pathLst>
            </a:cu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160" tIns="874408" rIns="10160" bIns="874407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i="0" kern="1200" dirty="0">
                  <a:latin typeface="Sitka Small Semibold" pitchFamily="2" charset="0"/>
                </a:rPr>
                <a:t>How it Addresses the Problem:</a:t>
              </a:r>
              <a:endParaRPr lang="en-IN" sz="1600" kern="1200" dirty="0">
                <a:latin typeface="Sitka Small Semibold" pitchFamily="2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E200623-DE6E-2C2F-CDD5-4BA0E070F483}"/>
                </a:ext>
              </a:extLst>
            </p:cNvPr>
            <p:cNvSpPr/>
            <p:nvPr/>
          </p:nvSpPr>
          <p:spPr>
            <a:xfrm>
              <a:off x="1861617" y="2457711"/>
              <a:ext cx="3866074" cy="1605030"/>
            </a:xfrm>
            <a:custGeom>
              <a:avLst/>
              <a:gdLst>
                <a:gd name="connsiteX0" fmla="*/ 267510 w 1605030"/>
                <a:gd name="connsiteY0" fmla="*/ 0 h 4515068"/>
                <a:gd name="connsiteX1" fmla="*/ 1337520 w 1605030"/>
                <a:gd name="connsiteY1" fmla="*/ 0 h 4515068"/>
                <a:gd name="connsiteX2" fmla="*/ 1605030 w 1605030"/>
                <a:gd name="connsiteY2" fmla="*/ 267510 h 4515068"/>
                <a:gd name="connsiteX3" fmla="*/ 1605030 w 1605030"/>
                <a:gd name="connsiteY3" fmla="*/ 4515068 h 4515068"/>
                <a:gd name="connsiteX4" fmla="*/ 1605030 w 1605030"/>
                <a:gd name="connsiteY4" fmla="*/ 4515068 h 4515068"/>
                <a:gd name="connsiteX5" fmla="*/ 0 w 1605030"/>
                <a:gd name="connsiteY5" fmla="*/ 4515068 h 4515068"/>
                <a:gd name="connsiteX6" fmla="*/ 0 w 1605030"/>
                <a:gd name="connsiteY6" fmla="*/ 4515068 h 4515068"/>
                <a:gd name="connsiteX7" fmla="*/ 0 w 1605030"/>
                <a:gd name="connsiteY7" fmla="*/ 267510 h 4515068"/>
                <a:gd name="connsiteX8" fmla="*/ 267510 w 1605030"/>
                <a:gd name="connsiteY8" fmla="*/ 0 h 4515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5030" h="4515068">
                  <a:moveTo>
                    <a:pt x="1605030" y="752525"/>
                  </a:moveTo>
                  <a:lnTo>
                    <a:pt x="1605030" y="3762543"/>
                  </a:lnTo>
                  <a:cubicBezTo>
                    <a:pt x="1605030" y="4178152"/>
                    <a:pt x="1562455" y="4515068"/>
                    <a:pt x="1509935" y="4515068"/>
                  </a:cubicBezTo>
                  <a:lnTo>
                    <a:pt x="0" y="4515068"/>
                  </a:lnTo>
                  <a:lnTo>
                    <a:pt x="0" y="4515068"/>
                  </a:lnTo>
                  <a:lnTo>
                    <a:pt x="0" y="0"/>
                  </a:lnTo>
                  <a:lnTo>
                    <a:pt x="0" y="0"/>
                  </a:lnTo>
                  <a:lnTo>
                    <a:pt x="1509935" y="0"/>
                  </a:lnTo>
                  <a:cubicBezTo>
                    <a:pt x="1562455" y="0"/>
                    <a:pt x="1605030" y="336916"/>
                    <a:pt x="1605030" y="752525"/>
                  </a:cubicBezTo>
                  <a:close/>
                </a:path>
              </a:pathLst>
            </a:cu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2457" tIns="86605" rIns="86605" bIns="86607" numCol="1" spcCol="1270" anchor="ctr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300" b="1" i="0" u="sng" kern="1200" dirty="0">
                  <a:latin typeface="Sitka Subheading" pitchFamily="2" charset="0"/>
                </a:rPr>
                <a:t>No intermediaries :</a:t>
              </a:r>
              <a:r>
                <a:rPr lang="en-US" sz="1300" kern="1200" dirty="0">
                  <a:latin typeface="Sitka Subheading" pitchFamily="2" charset="0"/>
                </a:rPr>
                <a:t> It </a:t>
              </a:r>
              <a:r>
                <a:rPr lang="en-US" sz="1300" b="0" i="0" kern="1200" dirty="0">
                  <a:latin typeface="Sitka Subheading" pitchFamily="2" charset="0"/>
                </a:rPr>
                <a:t>allows</a:t>
              </a:r>
              <a:r>
                <a:rPr lang="en-US" sz="1300" kern="1200" dirty="0">
                  <a:latin typeface="Sitka Subheading" pitchFamily="2" charset="0"/>
                </a:rPr>
                <a:t> </a:t>
              </a:r>
              <a:r>
                <a:rPr lang="en-US" sz="1300" b="0" i="0" kern="1200" dirty="0">
                  <a:latin typeface="Sitka Subheading" pitchFamily="2" charset="0"/>
                </a:rPr>
                <a:t>farmers to retain more profits by eliminating middlemen.</a:t>
              </a:r>
              <a:endParaRPr lang="en-IN" sz="1300" kern="1200" dirty="0">
                <a:latin typeface="Sitka Subheading" pitchFamily="2" charset="0"/>
              </a:endParaRP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300" b="1" i="0" u="sng" kern="1200" dirty="0">
                  <a:latin typeface="Sitka Subheading" pitchFamily="2" charset="0"/>
                </a:rPr>
                <a:t>Flexible bidding</a:t>
              </a:r>
              <a:r>
                <a:rPr lang="en-US" sz="1300" b="0" i="0" u="sng" kern="1200" dirty="0">
                  <a:latin typeface="Sitka Subheading" pitchFamily="2" charset="0"/>
                </a:rPr>
                <a:t> </a:t>
              </a:r>
              <a:r>
                <a:rPr lang="en-US" sz="1300" b="0" i="0" kern="1200" dirty="0">
                  <a:latin typeface="Sitka Subheading" pitchFamily="2" charset="0"/>
                </a:rPr>
                <a:t>enables prices to adapt to market demand for optimized revenue.</a:t>
              </a:r>
              <a:endParaRPr lang="en-IN" sz="1300" kern="1200" dirty="0">
                <a:latin typeface="Sitka Subheading" pitchFamily="2" charset="0"/>
              </a:endParaRP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300" b="1" i="0" u="sng" kern="1200" dirty="0">
                  <a:latin typeface="Sitka Subheading" pitchFamily="2" charset="0"/>
                </a:rPr>
                <a:t>Timely alerts </a:t>
              </a:r>
              <a:r>
                <a:rPr lang="en-US" sz="1300" b="0" i="0" kern="1200" dirty="0">
                  <a:latin typeface="Sitka Subheading" pitchFamily="2" charset="0"/>
                </a:rPr>
                <a:t>keep users informed of stock levels and transactions, ensuring smoother operations.</a:t>
              </a:r>
              <a:endParaRPr lang="en-IN" sz="1300" kern="1200" dirty="0">
                <a:latin typeface="Sitka Subheading" pitchFamily="2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1516302-FE05-322A-FA4A-CB59F0EAE8D2}"/>
              </a:ext>
            </a:extLst>
          </p:cNvPr>
          <p:cNvGrpSpPr/>
          <p:nvPr/>
        </p:nvGrpSpPr>
        <p:grpSpPr>
          <a:xfrm>
            <a:off x="133124" y="4423463"/>
            <a:ext cx="5594567" cy="2376890"/>
            <a:chOff x="245161" y="4517416"/>
            <a:chExt cx="5594567" cy="237689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1C98E4B-4603-A186-4E36-788A81AA04F9}"/>
                </a:ext>
              </a:extLst>
            </p:cNvPr>
            <p:cNvSpPr/>
            <p:nvPr/>
          </p:nvSpPr>
          <p:spPr>
            <a:xfrm>
              <a:off x="245161" y="4517416"/>
              <a:ext cx="1728494" cy="2376890"/>
            </a:xfrm>
            <a:custGeom>
              <a:avLst/>
              <a:gdLst>
                <a:gd name="connsiteX0" fmla="*/ 0 w 2469278"/>
                <a:gd name="connsiteY0" fmla="*/ 0 h 1728494"/>
                <a:gd name="connsiteX1" fmla="*/ 1605031 w 2469278"/>
                <a:gd name="connsiteY1" fmla="*/ 0 h 1728494"/>
                <a:gd name="connsiteX2" fmla="*/ 2469278 w 2469278"/>
                <a:gd name="connsiteY2" fmla="*/ 864247 h 1728494"/>
                <a:gd name="connsiteX3" fmla="*/ 1605031 w 2469278"/>
                <a:gd name="connsiteY3" fmla="*/ 1728494 h 1728494"/>
                <a:gd name="connsiteX4" fmla="*/ 0 w 2469278"/>
                <a:gd name="connsiteY4" fmla="*/ 1728494 h 1728494"/>
                <a:gd name="connsiteX5" fmla="*/ 864247 w 2469278"/>
                <a:gd name="connsiteY5" fmla="*/ 864247 h 1728494"/>
                <a:gd name="connsiteX6" fmla="*/ 0 w 2469278"/>
                <a:gd name="connsiteY6" fmla="*/ 0 h 1728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69278" h="1728494">
                  <a:moveTo>
                    <a:pt x="2469278" y="0"/>
                  </a:moveTo>
                  <a:lnTo>
                    <a:pt x="2469278" y="1123521"/>
                  </a:lnTo>
                  <a:lnTo>
                    <a:pt x="1234639" y="1728494"/>
                  </a:lnTo>
                  <a:lnTo>
                    <a:pt x="0" y="1123521"/>
                  </a:lnTo>
                  <a:lnTo>
                    <a:pt x="0" y="0"/>
                  </a:lnTo>
                  <a:lnTo>
                    <a:pt x="1234639" y="604973"/>
                  </a:lnTo>
                  <a:lnTo>
                    <a:pt x="2469278" y="0"/>
                  </a:lnTo>
                  <a:close/>
                </a:path>
              </a:pathLst>
            </a:custGeom>
          </p:spPr>
          <p:style>
            <a:lnRef idx="1">
              <a:schemeClr val="accent6">
                <a:hueOff val="0"/>
                <a:satOff val="0"/>
                <a:lumOff val="0"/>
                <a:alphaOff val="0"/>
              </a:schemeClr>
            </a:lnRef>
            <a:fillRef idx="3">
              <a:schemeClr val="accent6">
                <a:hueOff val="0"/>
                <a:satOff val="0"/>
                <a:lumOff val="0"/>
                <a:alphaOff val="0"/>
              </a:schemeClr>
            </a:fillRef>
            <a:effectRef idx="2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90" tIns="873138" rIns="8890" bIns="873137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b="1" i="0" kern="1200" dirty="0">
                  <a:latin typeface="Sitka Small Semibold" pitchFamily="2" charset="0"/>
                </a:rPr>
                <a:t>Key Innovations:</a:t>
              </a:r>
              <a:endParaRPr lang="en-IN" sz="1600" kern="1200" dirty="0">
                <a:latin typeface="Sitka Small Semibold" pitchFamily="2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0172526-6813-63CC-CC4B-ACD87A255AFE}"/>
                </a:ext>
              </a:extLst>
            </p:cNvPr>
            <p:cNvSpPr/>
            <p:nvPr/>
          </p:nvSpPr>
          <p:spPr>
            <a:xfrm>
              <a:off x="1973653" y="4517417"/>
              <a:ext cx="3866075" cy="1719272"/>
            </a:xfrm>
            <a:custGeom>
              <a:avLst/>
              <a:gdLst>
                <a:gd name="connsiteX0" fmla="*/ 267510 w 1605030"/>
                <a:gd name="connsiteY0" fmla="*/ 0 h 3917191"/>
                <a:gd name="connsiteX1" fmla="*/ 1337520 w 1605030"/>
                <a:gd name="connsiteY1" fmla="*/ 0 h 3917191"/>
                <a:gd name="connsiteX2" fmla="*/ 1605030 w 1605030"/>
                <a:gd name="connsiteY2" fmla="*/ 267510 h 3917191"/>
                <a:gd name="connsiteX3" fmla="*/ 1605030 w 1605030"/>
                <a:gd name="connsiteY3" fmla="*/ 3917191 h 3917191"/>
                <a:gd name="connsiteX4" fmla="*/ 1605030 w 1605030"/>
                <a:gd name="connsiteY4" fmla="*/ 3917191 h 3917191"/>
                <a:gd name="connsiteX5" fmla="*/ 0 w 1605030"/>
                <a:gd name="connsiteY5" fmla="*/ 3917191 h 3917191"/>
                <a:gd name="connsiteX6" fmla="*/ 0 w 1605030"/>
                <a:gd name="connsiteY6" fmla="*/ 3917191 h 3917191"/>
                <a:gd name="connsiteX7" fmla="*/ 0 w 1605030"/>
                <a:gd name="connsiteY7" fmla="*/ 267510 h 3917191"/>
                <a:gd name="connsiteX8" fmla="*/ 267510 w 1605030"/>
                <a:gd name="connsiteY8" fmla="*/ 0 h 391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5030" h="3917191">
                  <a:moveTo>
                    <a:pt x="1605030" y="652878"/>
                  </a:moveTo>
                  <a:lnTo>
                    <a:pt x="1605030" y="3264313"/>
                  </a:lnTo>
                  <a:cubicBezTo>
                    <a:pt x="1605030" y="3624888"/>
                    <a:pt x="1555956" y="3917190"/>
                    <a:pt x="1495420" y="3917190"/>
                  </a:cubicBezTo>
                  <a:lnTo>
                    <a:pt x="0" y="3917190"/>
                  </a:lnTo>
                  <a:lnTo>
                    <a:pt x="0" y="391719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495420" y="1"/>
                  </a:lnTo>
                  <a:cubicBezTo>
                    <a:pt x="1555956" y="1"/>
                    <a:pt x="1605030" y="292303"/>
                    <a:pt x="1605030" y="652878"/>
                  </a:cubicBezTo>
                  <a:close/>
                </a:path>
              </a:pathLst>
            </a:custGeom>
          </p:spPr>
          <p:style>
            <a:lnRef idx="1">
              <a:schemeClr val="accent6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2457" tIns="86606" rIns="86606" bIns="86607" numCol="1" spcCol="1270" anchor="ctr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b="1" i="0" u="sng" kern="1200" dirty="0">
                  <a:latin typeface="Sitka Subheading" pitchFamily="2" charset="0"/>
                </a:rPr>
                <a:t>Real-time bidding</a:t>
              </a:r>
              <a:r>
                <a:rPr lang="en-US" b="0" i="0" u="sng" kern="1200" dirty="0">
                  <a:latin typeface="Sitka Subheading" pitchFamily="2" charset="0"/>
                </a:rPr>
                <a:t> </a:t>
              </a:r>
              <a:r>
                <a:rPr lang="en-US" b="0" i="0" kern="1200" dirty="0">
                  <a:latin typeface="Sitka Subheading" pitchFamily="2" charset="0"/>
                </a:rPr>
                <a:t>increases engagement and revenue with live pricing and negotiations.</a:t>
              </a:r>
              <a:endParaRPr lang="en-IN" kern="1200" dirty="0">
                <a:latin typeface="Sitka Subheading" pitchFamily="2" charset="0"/>
              </a:endParaRP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b="1" i="0" u="sng" kern="1200" dirty="0">
                  <a:latin typeface="Sitka Subheading" pitchFamily="2" charset="0"/>
                </a:rPr>
                <a:t>Streamlined transactions</a:t>
              </a:r>
              <a:r>
                <a:rPr lang="en-US" b="0" i="0" u="sng" kern="1200" dirty="0">
                  <a:latin typeface="Sitka Subheading" pitchFamily="2" charset="0"/>
                </a:rPr>
                <a:t> </a:t>
              </a:r>
              <a:r>
                <a:rPr lang="en-US" b="0" i="0" kern="1200" dirty="0">
                  <a:latin typeface="Sitka Subheading" pitchFamily="2" charset="0"/>
                </a:rPr>
                <a:t>secure payments and reduce administrative overhead.</a:t>
              </a:r>
              <a:endParaRPr lang="en-IN" kern="1200" dirty="0">
                <a:latin typeface="Sitka Subheading" pitchFamily="2" charset="0"/>
              </a:endParaRP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b="1" i="0" u="sng" kern="1200" dirty="0">
                  <a:latin typeface="Sitka Subheading" pitchFamily="2" charset="0"/>
                </a:rPr>
                <a:t>Multi-platform access</a:t>
              </a:r>
              <a:r>
                <a:rPr lang="en-US" b="0" i="0" u="sng" kern="1200" dirty="0">
                  <a:latin typeface="Sitka Subheading" pitchFamily="2" charset="0"/>
                </a:rPr>
                <a:t> </a:t>
              </a:r>
              <a:r>
                <a:rPr lang="en-US" b="0" i="0" kern="1200" dirty="0">
                  <a:latin typeface="Sitka Subheading" pitchFamily="2" charset="0"/>
                </a:rPr>
                <a:t>ensures seamless interaction across devices for farmers and consumers.</a:t>
              </a:r>
              <a:endParaRPr lang="en-IN" kern="1200" dirty="0">
                <a:latin typeface="Sitka Subheading" pitchFamily="2" charset="0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6174978E-DFB9-679F-BF74-47AF1EC85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310" y="1144544"/>
            <a:ext cx="2085596" cy="45689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FCFDE2-3602-55DD-64A3-1B92CF22B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1352" y="1144545"/>
            <a:ext cx="2085596" cy="45689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E1FA77D-DB7E-B5B1-F348-B3B88254B9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6874" y="1144544"/>
            <a:ext cx="2075126" cy="454597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B061BCB-9FA5-8091-8B8D-3A75F6E7B5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6377" y="5259434"/>
            <a:ext cx="2000529" cy="352474"/>
          </a:xfrm>
          <a:prstGeom prst="rect">
            <a:avLst/>
          </a:prstGeom>
        </p:spPr>
      </p:pic>
      <p:pic>
        <p:nvPicPr>
          <p:cNvPr id="8" name="Google Shape;117;p3">
            <a:extLst>
              <a:ext uri="{FF2B5EF4-FFF2-40B4-BE49-F238E27FC236}">
                <a16:creationId xmlns:a16="http://schemas.microsoft.com/office/drawing/2014/main" id="{2E0C27FD-19F5-53CE-81D7-E9194040FD0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25870" y="-14117"/>
            <a:ext cx="1666130" cy="787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3243363" y="-42887"/>
            <a:ext cx="5705273" cy="49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 dirty="0">
                <a:latin typeface="Sitka Text" pitchFamily="2" charset="0"/>
                <a:ea typeface="Times New Roman"/>
                <a:cs typeface="Times New Roman"/>
                <a:sym typeface="Times New Roman"/>
              </a:rPr>
              <a:t>TECHNICAL APPROACH</a:t>
            </a:r>
            <a:endParaRPr sz="4000" u="sng" dirty="0">
              <a:latin typeface="Sitka Text" pitchFamily="2" charset="0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14B0F4AE-FD13-8466-BDCA-7A5289272A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6326668"/>
              </p:ext>
            </p:extLst>
          </p:nvPr>
        </p:nvGraphicFramePr>
        <p:xfrm>
          <a:off x="-105508" y="913865"/>
          <a:ext cx="6449961" cy="5951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Google Shape;113;p3">
            <a:extLst>
              <a:ext uri="{FF2B5EF4-FFF2-40B4-BE49-F238E27FC236}">
                <a16:creationId xmlns:a16="http://schemas.microsoft.com/office/drawing/2014/main" id="{1714215F-2DB7-3C2A-0673-7E100F0C9211}"/>
              </a:ext>
            </a:extLst>
          </p:cNvPr>
          <p:cNvSpPr txBox="1">
            <a:spLocks/>
          </p:cNvSpPr>
          <p:nvPr/>
        </p:nvSpPr>
        <p:spPr>
          <a:xfrm>
            <a:off x="6658389" y="467221"/>
            <a:ext cx="3867481" cy="49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 sz="2800" b="1" u="sng" dirty="0">
                <a:latin typeface="Sitka Small Semibold" pitchFamily="2" charset="0"/>
                <a:ea typeface="Times New Roman"/>
                <a:cs typeface="Times New Roman"/>
                <a:sym typeface="Times New Roman"/>
              </a:rPr>
              <a:t>APP OVERVIEW</a:t>
            </a:r>
            <a:endParaRPr lang="en-US" sz="3600" u="sng" dirty="0">
              <a:latin typeface="Sitka Small Semibold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41289-6E13-5995-4B85-C6BD1F448D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2880" y="913865"/>
            <a:ext cx="5387074" cy="57829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21000"/>
              </a:srgbClr>
            </a:outerShdw>
          </a:effectLst>
        </p:spPr>
      </p:pic>
      <p:sp>
        <p:nvSpPr>
          <p:cNvPr id="6" name="Google Shape;113;p3">
            <a:extLst>
              <a:ext uri="{FF2B5EF4-FFF2-40B4-BE49-F238E27FC236}">
                <a16:creationId xmlns:a16="http://schemas.microsoft.com/office/drawing/2014/main" id="{59EB8A2D-BFBC-94CE-FC9E-A8E538E29FBC}"/>
              </a:ext>
            </a:extLst>
          </p:cNvPr>
          <p:cNvSpPr txBox="1">
            <a:spLocks/>
          </p:cNvSpPr>
          <p:nvPr/>
        </p:nvSpPr>
        <p:spPr>
          <a:xfrm>
            <a:off x="1240494" y="442709"/>
            <a:ext cx="3867481" cy="49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 sz="2800" b="1" u="sng" dirty="0">
                <a:latin typeface="Sitka Small Semibold" pitchFamily="2" charset="0"/>
                <a:ea typeface="Times New Roman"/>
                <a:cs typeface="Times New Roman"/>
                <a:sym typeface="Times New Roman"/>
              </a:rPr>
              <a:t>TECH STACK</a:t>
            </a:r>
            <a:endParaRPr lang="en-US" sz="3600" u="sng" dirty="0">
              <a:latin typeface="Sitka Small Semibold" pitchFamily="2" charset="0"/>
            </a:endParaRPr>
          </a:p>
        </p:txBody>
      </p:sp>
      <p:pic>
        <p:nvPicPr>
          <p:cNvPr id="2" name="Google Shape;117;p3">
            <a:extLst>
              <a:ext uri="{FF2B5EF4-FFF2-40B4-BE49-F238E27FC236}">
                <a16:creationId xmlns:a16="http://schemas.microsoft.com/office/drawing/2014/main" id="{EC3FFAF5-9FCB-D700-2527-3A9689FF5A36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25870" y="-14117"/>
            <a:ext cx="1666130" cy="78783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5;p2" descr="Your startup LOGO">
            <a:extLst>
              <a:ext uri="{FF2B5EF4-FFF2-40B4-BE49-F238E27FC236}">
                <a16:creationId xmlns:a16="http://schemas.microsoft.com/office/drawing/2014/main" id="{079DF68C-0DBD-7CD8-FD23-B7536A052861}"/>
              </a:ext>
            </a:extLst>
          </p:cNvPr>
          <p:cNvSpPr/>
          <p:nvPr/>
        </p:nvSpPr>
        <p:spPr>
          <a:xfrm>
            <a:off x="79969" y="57647"/>
            <a:ext cx="1751116" cy="50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Sudo_Sync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>
            <a:spLocks noGrp="1"/>
          </p:cNvSpPr>
          <p:nvPr>
            <p:ph type="title"/>
          </p:nvPr>
        </p:nvSpPr>
        <p:spPr>
          <a:xfrm>
            <a:off x="2779704" y="57647"/>
            <a:ext cx="6390673" cy="495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 dirty="0">
                <a:latin typeface="Sitka Small Semibold" pitchFamily="2" charset="0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3600" u="sng" dirty="0">
              <a:latin typeface="Sitka Small Semibold" pitchFamily="2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606D8F8-4AE8-2632-1022-63912C7D2D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9294005"/>
              </p:ext>
            </p:extLst>
          </p:nvPr>
        </p:nvGraphicFramePr>
        <p:xfrm>
          <a:off x="0" y="655312"/>
          <a:ext cx="12192000" cy="6049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Google Shape;117;p3">
            <a:extLst>
              <a:ext uri="{FF2B5EF4-FFF2-40B4-BE49-F238E27FC236}">
                <a16:creationId xmlns:a16="http://schemas.microsoft.com/office/drawing/2014/main" id="{C8345888-6F15-8EF7-72FA-58572CF2719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25870" y="-14117"/>
            <a:ext cx="1666130" cy="78783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5;p2" descr="Your startup LOGO">
            <a:extLst>
              <a:ext uri="{FF2B5EF4-FFF2-40B4-BE49-F238E27FC236}">
                <a16:creationId xmlns:a16="http://schemas.microsoft.com/office/drawing/2014/main" id="{B73221C5-DC03-6323-9753-EDA9A3B1FF12}"/>
              </a:ext>
            </a:extLst>
          </p:cNvPr>
          <p:cNvSpPr/>
          <p:nvPr/>
        </p:nvSpPr>
        <p:spPr>
          <a:xfrm>
            <a:off x="79969" y="57647"/>
            <a:ext cx="1751116" cy="50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Sudo_Sync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>
            <a:spLocks noGrp="1"/>
          </p:cNvSpPr>
          <p:nvPr>
            <p:ph type="title"/>
          </p:nvPr>
        </p:nvSpPr>
        <p:spPr>
          <a:xfrm>
            <a:off x="3525746" y="224593"/>
            <a:ext cx="5140508" cy="37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 dirty="0">
                <a:latin typeface="Sitka Subheading Semibold" pitchFamily="2" charset="0"/>
                <a:ea typeface="Times New Roman"/>
                <a:cs typeface="Times New Roman"/>
                <a:sym typeface="Times New Roman"/>
              </a:rPr>
              <a:t>IMPACT AND BENEFITS</a:t>
            </a:r>
            <a:endParaRPr sz="4000" u="sng" dirty="0">
              <a:latin typeface="Sitka Subheading Semibold" pitchFamily="2" charset="0"/>
            </a:endParaRPr>
          </a:p>
        </p:txBody>
      </p:sp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5AC29EA-A926-57C0-F678-E695B13F51D1}"/>
              </a:ext>
            </a:extLst>
          </p:cNvPr>
          <p:cNvGrpSpPr/>
          <p:nvPr/>
        </p:nvGrpSpPr>
        <p:grpSpPr>
          <a:xfrm>
            <a:off x="52193" y="1089715"/>
            <a:ext cx="3669945" cy="5631763"/>
            <a:chOff x="205712" y="1129591"/>
            <a:chExt cx="3669945" cy="563176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B99A15D-7B67-9FDC-BD34-9B7AE1A22838}"/>
                </a:ext>
              </a:extLst>
            </p:cNvPr>
            <p:cNvSpPr/>
            <p:nvPr/>
          </p:nvSpPr>
          <p:spPr>
            <a:xfrm>
              <a:off x="237284" y="1129591"/>
              <a:ext cx="3638373" cy="1068506"/>
            </a:xfrm>
            <a:custGeom>
              <a:avLst/>
              <a:gdLst>
                <a:gd name="connsiteX0" fmla="*/ 0 w 4507426"/>
                <a:gd name="connsiteY0" fmla="*/ 77871 h 778714"/>
                <a:gd name="connsiteX1" fmla="*/ 77871 w 4507426"/>
                <a:gd name="connsiteY1" fmla="*/ 0 h 778714"/>
                <a:gd name="connsiteX2" fmla="*/ 4429555 w 4507426"/>
                <a:gd name="connsiteY2" fmla="*/ 0 h 778714"/>
                <a:gd name="connsiteX3" fmla="*/ 4507426 w 4507426"/>
                <a:gd name="connsiteY3" fmla="*/ 77871 h 778714"/>
                <a:gd name="connsiteX4" fmla="*/ 4507426 w 4507426"/>
                <a:gd name="connsiteY4" fmla="*/ 700843 h 778714"/>
                <a:gd name="connsiteX5" fmla="*/ 4429555 w 4507426"/>
                <a:gd name="connsiteY5" fmla="*/ 778714 h 778714"/>
                <a:gd name="connsiteX6" fmla="*/ 77871 w 4507426"/>
                <a:gd name="connsiteY6" fmla="*/ 778714 h 778714"/>
                <a:gd name="connsiteX7" fmla="*/ 0 w 4507426"/>
                <a:gd name="connsiteY7" fmla="*/ 700843 h 778714"/>
                <a:gd name="connsiteX8" fmla="*/ 0 w 4507426"/>
                <a:gd name="connsiteY8" fmla="*/ 77871 h 77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07426" h="778714">
                  <a:moveTo>
                    <a:pt x="0" y="77871"/>
                  </a:moveTo>
                  <a:cubicBezTo>
                    <a:pt x="0" y="34864"/>
                    <a:pt x="34864" y="0"/>
                    <a:pt x="77871" y="0"/>
                  </a:cubicBezTo>
                  <a:lnTo>
                    <a:pt x="4429555" y="0"/>
                  </a:lnTo>
                  <a:cubicBezTo>
                    <a:pt x="4472562" y="0"/>
                    <a:pt x="4507426" y="34864"/>
                    <a:pt x="4507426" y="77871"/>
                  </a:cubicBezTo>
                  <a:lnTo>
                    <a:pt x="4507426" y="700843"/>
                  </a:lnTo>
                  <a:cubicBezTo>
                    <a:pt x="4507426" y="743850"/>
                    <a:pt x="4472562" y="778714"/>
                    <a:pt x="4429555" y="778714"/>
                  </a:cubicBezTo>
                  <a:lnTo>
                    <a:pt x="77871" y="778714"/>
                  </a:lnTo>
                  <a:cubicBezTo>
                    <a:pt x="34864" y="778714"/>
                    <a:pt x="0" y="743850"/>
                    <a:pt x="0" y="700843"/>
                  </a:cubicBezTo>
                  <a:lnTo>
                    <a:pt x="0" y="77871"/>
                  </a:lnTo>
                  <a:close/>
                </a:path>
              </a:pathLst>
            </a:custGeom>
            <a:blipFill>
              <a:blip r:embed="rId3"/>
              <a:tile tx="0" ty="0" sx="100000" sy="100000" flip="none" algn="tl"/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388" tIns="91388" rIns="977177" bIns="91388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i="0" u="sng" kern="1200" dirty="0">
                  <a:solidFill>
                    <a:schemeClr val="tx1"/>
                  </a:solidFill>
                  <a:latin typeface="Sitka Subheading" pitchFamily="2" charset="0"/>
                </a:rPr>
                <a:t>Potential Impact on the Target Audience:</a:t>
              </a:r>
              <a:endParaRPr lang="en-IN" sz="2000" u="sng" kern="1200" dirty="0">
                <a:solidFill>
                  <a:schemeClr val="tx1"/>
                </a:solidFill>
                <a:latin typeface="Sitka Subheading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896A44A-1609-68AF-8C9D-B5956E281E49}"/>
                </a:ext>
              </a:extLst>
            </p:cNvPr>
            <p:cNvSpPr/>
            <p:nvPr/>
          </p:nvSpPr>
          <p:spPr>
            <a:xfrm>
              <a:off x="237284" y="2275600"/>
              <a:ext cx="3638373" cy="1068506"/>
            </a:xfrm>
            <a:custGeom>
              <a:avLst/>
              <a:gdLst>
                <a:gd name="connsiteX0" fmla="*/ 0 w 4507426"/>
                <a:gd name="connsiteY0" fmla="*/ 77871 h 778714"/>
                <a:gd name="connsiteX1" fmla="*/ 77871 w 4507426"/>
                <a:gd name="connsiteY1" fmla="*/ 0 h 778714"/>
                <a:gd name="connsiteX2" fmla="*/ 4429555 w 4507426"/>
                <a:gd name="connsiteY2" fmla="*/ 0 h 778714"/>
                <a:gd name="connsiteX3" fmla="*/ 4507426 w 4507426"/>
                <a:gd name="connsiteY3" fmla="*/ 77871 h 778714"/>
                <a:gd name="connsiteX4" fmla="*/ 4507426 w 4507426"/>
                <a:gd name="connsiteY4" fmla="*/ 700843 h 778714"/>
                <a:gd name="connsiteX5" fmla="*/ 4429555 w 4507426"/>
                <a:gd name="connsiteY5" fmla="*/ 778714 h 778714"/>
                <a:gd name="connsiteX6" fmla="*/ 77871 w 4507426"/>
                <a:gd name="connsiteY6" fmla="*/ 778714 h 778714"/>
                <a:gd name="connsiteX7" fmla="*/ 0 w 4507426"/>
                <a:gd name="connsiteY7" fmla="*/ 700843 h 778714"/>
                <a:gd name="connsiteX8" fmla="*/ 0 w 4507426"/>
                <a:gd name="connsiteY8" fmla="*/ 77871 h 77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07426" h="778714">
                  <a:moveTo>
                    <a:pt x="0" y="77871"/>
                  </a:moveTo>
                  <a:cubicBezTo>
                    <a:pt x="0" y="34864"/>
                    <a:pt x="34864" y="0"/>
                    <a:pt x="77871" y="0"/>
                  </a:cubicBezTo>
                  <a:lnTo>
                    <a:pt x="4429555" y="0"/>
                  </a:lnTo>
                  <a:cubicBezTo>
                    <a:pt x="4472562" y="0"/>
                    <a:pt x="4507426" y="34864"/>
                    <a:pt x="4507426" y="77871"/>
                  </a:cubicBezTo>
                  <a:lnTo>
                    <a:pt x="4507426" y="700843"/>
                  </a:lnTo>
                  <a:cubicBezTo>
                    <a:pt x="4507426" y="743850"/>
                    <a:pt x="4472562" y="778714"/>
                    <a:pt x="4429555" y="778714"/>
                  </a:cubicBezTo>
                  <a:lnTo>
                    <a:pt x="77871" y="778714"/>
                  </a:lnTo>
                  <a:cubicBezTo>
                    <a:pt x="34864" y="778714"/>
                    <a:pt x="0" y="743850"/>
                    <a:pt x="0" y="700843"/>
                  </a:cubicBezTo>
                  <a:lnTo>
                    <a:pt x="0" y="77871"/>
                  </a:lnTo>
                  <a:close/>
                </a:path>
              </a:pathLst>
            </a:custGeom>
            <a:blipFill>
              <a:blip r:embed="rId3"/>
              <a:tile tx="0" ty="0" sx="100000" sy="100000" flip="none" algn="tl"/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388" tIns="91388" rIns="934147" bIns="91388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i="0" kern="1200" dirty="0">
                  <a:solidFill>
                    <a:schemeClr val="tx1"/>
                  </a:solidFill>
                  <a:latin typeface="Sitka Subheading" pitchFamily="2" charset="0"/>
                </a:rPr>
                <a:t>Increased income through direct sales and optimized bidding.</a:t>
              </a:r>
              <a:endParaRPr lang="en-IN" sz="2000" kern="1200" dirty="0">
                <a:solidFill>
                  <a:schemeClr val="tx1"/>
                </a:solidFill>
                <a:latin typeface="Sitka Subheading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5DC662-CA37-6492-5636-2857CFA611A1}"/>
                </a:ext>
              </a:extLst>
            </p:cNvPr>
            <p:cNvSpPr/>
            <p:nvPr/>
          </p:nvSpPr>
          <p:spPr>
            <a:xfrm>
              <a:off x="237284" y="3416195"/>
              <a:ext cx="3638373" cy="1068506"/>
            </a:xfrm>
            <a:custGeom>
              <a:avLst/>
              <a:gdLst>
                <a:gd name="connsiteX0" fmla="*/ 0 w 4507426"/>
                <a:gd name="connsiteY0" fmla="*/ 77871 h 778714"/>
                <a:gd name="connsiteX1" fmla="*/ 77871 w 4507426"/>
                <a:gd name="connsiteY1" fmla="*/ 0 h 778714"/>
                <a:gd name="connsiteX2" fmla="*/ 4429555 w 4507426"/>
                <a:gd name="connsiteY2" fmla="*/ 0 h 778714"/>
                <a:gd name="connsiteX3" fmla="*/ 4507426 w 4507426"/>
                <a:gd name="connsiteY3" fmla="*/ 77871 h 778714"/>
                <a:gd name="connsiteX4" fmla="*/ 4507426 w 4507426"/>
                <a:gd name="connsiteY4" fmla="*/ 700843 h 778714"/>
                <a:gd name="connsiteX5" fmla="*/ 4429555 w 4507426"/>
                <a:gd name="connsiteY5" fmla="*/ 778714 h 778714"/>
                <a:gd name="connsiteX6" fmla="*/ 77871 w 4507426"/>
                <a:gd name="connsiteY6" fmla="*/ 778714 h 778714"/>
                <a:gd name="connsiteX7" fmla="*/ 0 w 4507426"/>
                <a:gd name="connsiteY7" fmla="*/ 700843 h 778714"/>
                <a:gd name="connsiteX8" fmla="*/ 0 w 4507426"/>
                <a:gd name="connsiteY8" fmla="*/ 77871 h 77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07426" h="778714">
                  <a:moveTo>
                    <a:pt x="0" y="77871"/>
                  </a:moveTo>
                  <a:cubicBezTo>
                    <a:pt x="0" y="34864"/>
                    <a:pt x="34864" y="0"/>
                    <a:pt x="77871" y="0"/>
                  </a:cubicBezTo>
                  <a:lnTo>
                    <a:pt x="4429555" y="0"/>
                  </a:lnTo>
                  <a:cubicBezTo>
                    <a:pt x="4472562" y="0"/>
                    <a:pt x="4507426" y="34864"/>
                    <a:pt x="4507426" y="77871"/>
                  </a:cubicBezTo>
                  <a:lnTo>
                    <a:pt x="4507426" y="700843"/>
                  </a:lnTo>
                  <a:cubicBezTo>
                    <a:pt x="4507426" y="743850"/>
                    <a:pt x="4472562" y="778714"/>
                    <a:pt x="4429555" y="778714"/>
                  </a:cubicBezTo>
                  <a:lnTo>
                    <a:pt x="77871" y="778714"/>
                  </a:lnTo>
                  <a:cubicBezTo>
                    <a:pt x="34864" y="778714"/>
                    <a:pt x="0" y="743850"/>
                    <a:pt x="0" y="700843"/>
                  </a:cubicBezTo>
                  <a:lnTo>
                    <a:pt x="0" y="77871"/>
                  </a:lnTo>
                  <a:close/>
                </a:path>
              </a:pathLst>
            </a:custGeom>
            <a:blipFill>
              <a:blip r:embed="rId3"/>
              <a:tile tx="0" ty="0" sx="100000" sy="100000" flip="none" algn="tl"/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388" tIns="91388" rIns="934147" bIns="91388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i="0" kern="1200">
                  <a:solidFill>
                    <a:schemeClr val="tx1"/>
                  </a:solidFill>
                  <a:latin typeface="Sitka Subheading" pitchFamily="2" charset="0"/>
                </a:rPr>
                <a:t>Expanded market access beyond local boundaries.</a:t>
              </a:r>
              <a:endParaRPr lang="en-IN" sz="2000" kern="1200">
                <a:solidFill>
                  <a:schemeClr val="tx1"/>
                </a:solidFill>
                <a:latin typeface="Sitka Subheading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75F6D2A-E4C4-0045-6DA4-AA606D20EAE5}"/>
                </a:ext>
              </a:extLst>
            </p:cNvPr>
            <p:cNvSpPr/>
            <p:nvPr/>
          </p:nvSpPr>
          <p:spPr>
            <a:xfrm>
              <a:off x="205712" y="4565659"/>
              <a:ext cx="3638373" cy="1068506"/>
            </a:xfrm>
            <a:custGeom>
              <a:avLst/>
              <a:gdLst>
                <a:gd name="connsiteX0" fmla="*/ 0 w 4507426"/>
                <a:gd name="connsiteY0" fmla="*/ 77871 h 778714"/>
                <a:gd name="connsiteX1" fmla="*/ 77871 w 4507426"/>
                <a:gd name="connsiteY1" fmla="*/ 0 h 778714"/>
                <a:gd name="connsiteX2" fmla="*/ 4429555 w 4507426"/>
                <a:gd name="connsiteY2" fmla="*/ 0 h 778714"/>
                <a:gd name="connsiteX3" fmla="*/ 4507426 w 4507426"/>
                <a:gd name="connsiteY3" fmla="*/ 77871 h 778714"/>
                <a:gd name="connsiteX4" fmla="*/ 4507426 w 4507426"/>
                <a:gd name="connsiteY4" fmla="*/ 700843 h 778714"/>
                <a:gd name="connsiteX5" fmla="*/ 4429555 w 4507426"/>
                <a:gd name="connsiteY5" fmla="*/ 778714 h 778714"/>
                <a:gd name="connsiteX6" fmla="*/ 77871 w 4507426"/>
                <a:gd name="connsiteY6" fmla="*/ 778714 h 778714"/>
                <a:gd name="connsiteX7" fmla="*/ 0 w 4507426"/>
                <a:gd name="connsiteY7" fmla="*/ 700843 h 778714"/>
                <a:gd name="connsiteX8" fmla="*/ 0 w 4507426"/>
                <a:gd name="connsiteY8" fmla="*/ 77871 h 77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07426" h="778714">
                  <a:moveTo>
                    <a:pt x="0" y="77871"/>
                  </a:moveTo>
                  <a:cubicBezTo>
                    <a:pt x="0" y="34864"/>
                    <a:pt x="34864" y="0"/>
                    <a:pt x="77871" y="0"/>
                  </a:cubicBezTo>
                  <a:lnTo>
                    <a:pt x="4429555" y="0"/>
                  </a:lnTo>
                  <a:cubicBezTo>
                    <a:pt x="4472562" y="0"/>
                    <a:pt x="4507426" y="34864"/>
                    <a:pt x="4507426" y="77871"/>
                  </a:cubicBezTo>
                  <a:lnTo>
                    <a:pt x="4507426" y="700843"/>
                  </a:lnTo>
                  <a:cubicBezTo>
                    <a:pt x="4507426" y="743850"/>
                    <a:pt x="4472562" y="778714"/>
                    <a:pt x="4429555" y="778714"/>
                  </a:cubicBezTo>
                  <a:lnTo>
                    <a:pt x="77871" y="778714"/>
                  </a:lnTo>
                  <a:cubicBezTo>
                    <a:pt x="34864" y="778714"/>
                    <a:pt x="0" y="743850"/>
                    <a:pt x="0" y="700843"/>
                  </a:cubicBezTo>
                  <a:lnTo>
                    <a:pt x="0" y="77871"/>
                  </a:lnTo>
                  <a:close/>
                </a:path>
              </a:pathLst>
            </a:custGeom>
            <a:blipFill>
              <a:blip r:embed="rId3"/>
              <a:tile tx="0" ty="0" sx="100000" sy="100000" flip="none" algn="tl"/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388" tIns="91388" rIns="934147" bIns="91388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i="0" kern="1200" dirty="0">
                  <a:solidFill>
                    <a:schemeClr val="tx1"/>
                  </a:solidFill>
                  <a:latin typeface="Sitka Subheading" pitchFamily="2" charset="0"/>
                </a:rPr>
                <a:t>Greater control over pricing and transactions.</a:t>
              </a:r>
              <a:endParaRPr lang="en-IN" sz="2000" kern="1200" dirty="0">
                <a:solidFill>
                  <a:schemeClr val="tx1"/>
                </a:solidFill>
                <a:latin typeface="Sitka Subheading" pitchFamily="2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C990B28-6A44-454B-88C2-2A63CF77479C}"/>
                </a:ext>
              </a:extLst>
            </p:cNvPr>
            <p:cNvSpPr/>
            <p:nvPr/>
          </p:nvSpPr>
          <p:spPr>
            <a:xfrm>
              <a:off x="237284" y="5692848"/>
              <a:ext cx="3638373" cy="1068506"/>
            </a:xfrm>
            <a:custGeom>
              <a:avLst/>
              <a:gdLst>
                <a:gd name="connsiteX0" fmla="*/ 0 w 4507426"/>
                <a:gd name="connsiteY0" fmla="*/ 77871 h 778714"/>
                <a:gd name="connsiteX1" fmla="*/ 77871 w 4507426"/>
                <a:gd name="connsiteY1" fmla="*/ 0 h 778714"/>
                <a:gd name="connsiteX2" fmla="*/ 4429555 w 4507426"/>
                <a:gd name="connsiteY2" fmla="*/ 0 h 778714"/>
                <a:gd name="connsiteX3" fmla="*/ 4507426 w 4507426"/>
                <a:gd name="connsiteY3" fmla="*/ 77871 h 778714"/>
                <a:gd name="connsiteX4" fmla="*/ 4507426 w 4507426"/>
                <a:gd name="connsiteY4" fmla="*/ 700843 h 778714"/>
                <a:gd name="connsiteX5" fmla="*/ 4429555 w 4507426"/>
                <a:gd name="connsiteY5" fmla="*/ 778714 h 778714"/>
                <a:gd name="connsiteX6" fmla="*/ 77871 w 4507426"/>
                <a:gd name="connsiteY6" fmla="*/ 778714 h 778714"/>
                <a:gd name="connsiteX7" fmla="*/ 0 w 4507426"/>
                <a:gd name="connsiteY7" fmla="*/ 700843 h 778714"/>
                <a:gd name="connsiteX8" fmla="*/ 0 w 4507426"/>
                <a:gd name="connsiteY8" fmla="*/ 77871 h 77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07426" h="778714">
                  <a:moveTo>
                    <a:pt x="0" y="77871"/>
                  </a:moveTo>
                  <a:cubicBezTo>
                    <a:pt x="0" y="34864"/>
                    <a:pt x="34864" y="0"/>
                    <a:pt x="77871" y="0"/>
                  </a:cubicBezTo>
                  <a:lnTo>
                    <a:pt x="4429555" y="0"/>
                  </a:lnTo>
                  <a:cubicBezTo>
                    <a:pt x="4472562" y="0"/>
                    <a:pt x="4507426" y="34864"/>
                    <a:pt x="4507426" y="77871"/>
                  </a:cubicBezTo>
                  <a:lnTo>
                    <a:pt x="4507426" y="700843"/>
                  </a:lnTo>
                  <a:cubicBezTo>
                    <a:pt x="4507426" y="743850"/>
                    <a:pt x="4472562" y="778714"/>
                    <a:pt x="4429555" y="778714"/>
                  </a:cubicBezTo>
                  <a:lnTo>
                    <a:pt x="77871" y="778714"/>
                  </a:lnTo>
                  <a:cubicBezTo>
                    <a:pt x="34864" y="778714"/>
                    <a:pt x="0" y="743850"/>
                    <a:pt x="0" y="700843"/>
                  </a:cubicBezTo>
                  <a:lnTo>
                    <a:pt x="0" y="77871"/>
                  </a:lnTo>
                  <a:close/>
                </a:path>
              </a:pathLst>
            </a:custGeom>
            <a:blipFill>
              <a:blip r:embed="rId3"/>
              <a:tile tx="0" ty="0" sx="100000" sy="100000" flip="none" algn="tl"/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388" tIns="91388" rIns="934147" bIns="91388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i="0" kern="1200" dirty="0">
                  <a:solidFill>
                    <a:schemeClr val="tx1"/>
                  </a:solidFill>
                  <a:latin typeface="Sitka Subheading" pitchFamily="2" charset="0"/>
                </a:rPr>
                <a:t>Secure and simplified transactions enhance the buying experience.</a:t>
              </a:r>
              <a:endParaRPr lang="en-IN" sz="2000" kern="1200" dirty="0">
                <a:solidFill>
                  <a:schemeClr val="tx1"/>
                </a:solidFill>
                <a:latin typeface="Sitka Subheading" pitchFamily="2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068B730-A4D6-AE68-F8B4-2AE35053C4A2}"/>
                </a:ext>
              </a:extLst>
            </p:cNvPr>
            <p:cNvSpPr/>
            <p:nvPr/>
          </p:nvSpPr>
          <p:spPr>
            <a:xfrm>
              <a:off x="3185146" y="1924366"/>
              <a:ext cx="506164" cy="506164"/>
            </a:xfrm>
            <a:custGeom>
              <a:avLst/>
              <a:gdLst>
                <a:gd name="connsiteX0" fmla="*/ 0 w 506164"/>
                <a:gd name="connsiteY0" fmla="*/ 278390 h 506164"/>
                <a:gd name="connsiteX1" fmla="*/ 113887 w 506164"/>
                <a:gd name="connsiteY1" fmla="*/ 278390 h 506164"/>
                <a:gd name="connsiteX2" fmla="*/ 113887 w 506164"/>
                <a:gd name="connsiteY2" fmla="*/ 0 h 506164"/>
                <a:gd name="connsiteX3" fmla="*/ 392277 w 506164"/>
                <a:gd name="connsiteY3" fmla="*/ 0 h 506164"/>
                <a:gd name="connsiteX4" fmla="*/ 392277 w 506164"/>
                <a:gd name="connsiteY4" fmla="*/ 278390 h 506164"/>
                <a:gd name="connsiteX5" fmla="*/ 506164 w 506164"/>
                <a:gd name="connsiteY5" fmla="*/ 278390 h 506164"/>
                <a:gd name="connsiteX6" fmla="*/ 253082 w 506164"/>
                <a:gd name="connsiteY6" fmla="*/ 506164 h 506164"/>
                <a:gd name="connsiteX7" fmla="*/ 0 w 506164"/>
                <a:gd name="connsiteY7" fmla="*/ 278390 h 50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164" h="506164">
                  <a:moveTo>
                    <a:pt x="0" y="278390"/>
                  </a:moveTo>
                  <a:lnTo>
                    <a:pt x="113887" y="278390"/>
                  </a:lnTo>
                  <a:lnTo>
                    <a:pt x="113887" y="0"/>
                  </a:lnTo>
                  <a:lnTo>
                    <a:pt x="392277" y="0"/>
                  </a:lnTo>
                  <a:lnTo>
                    <a:pt x="392277" y="278390"/>
                  </a:lnTo>
                  <a:lnTo>
                    <a:pt x="506164" y="278390"/>
                  </a:lnTo>
                  <a:lnTo>
                    <a:pt x="253082" y="506164"/>
                  </a:lnTo>
                  <a:lnTo>
                    <a:pt x="0" y="278390"/>
                  </a:lnTo>
                  <a:close/>
                </a:path>
              </a:pathLst>
            </a:custGeom>
            <a:blipFill>
              <a:blip r:embed="rId4"/>
              <a:tile tx="0" ty="0" sx="100000" sy="100000" flip="none" algn="tl"/>
            </a:blipFill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4367" tIns="30480" rIns="144367" bIns="15575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400" kern="120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9BD86A2-B515-5C9D-7C35-9D117B8627B3}"/>
                </a:ext>
              </a:extLst>
            </p:cNvPr>
            <p:cNvSpPr/>
            <p:nvPr/>
          </p:nvSpPr>
          <p:spPr>
            <a:xfrm>
              <a:off x="3185146" y="3156168"/>
              <a:ext cx="506164" cy="506164"/>
            </a:xfrm>
            <a:custGeom>
              <a:avLst/>
              <a:gdLst>
                <a:gd name="connsiteX0" fmla="*/ 0 w 506164"/>
                <a:gd name="connsiteY0" fmla="*/ 278390 h 506164"/>
                <a:gd name="connsiteX1" fmla="*/ 113887 w 506164"/>
                <a:gd name="connsiteY1" fmla="*/ 278390 h 506164"/>
                <a:gd name="connsiteX2" fmla="*/ 113887 w 506164"/>
                <a:gd name="connsiteY2" fmla="*/ 0 h 506164"/>
                <a:gd name="connsiteX3" fmla="*/ 392277 w 506164"/>
                <a:gd name="connsiteY3" fmla="*/ 0 h 506164"/>
                <a:gd name="connsiteX4" fmla="*/ 392277 w 506164"/>
                <a:gd name="connsiteY4" fmla="*/ 278390 h 506164"/>
                <a:gd name="connsiteX5" fmla="*/ 506164 w 506164"/>
                <a:gd name="connsiteY5" fmla="*/ 278390 h 506164"/>
                <a:gd name="connsiteX6" fmla="*/ 253082 w 506164"/>
                <a:gd name="connsiteY6" fmla="*/ 506164 h 506164"/>
                <a:gd name="connsiteX7" fmla="*/ 0 w 506164"/>
                <a:gd name="connsiteY7" fmla="*/ 278390 h 50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164" h="506164">
                  <a:moveTo>
                    <a:pt x="0" y="278390"/>
                  </a:moveTo>
                  <a:lnTo>
                    <a:pt x="113887" y="278390"/>
                  </a:lnTo>
                  <a:lnTo>
                    <a:pt x="113887" y="0"/>
                  </a:lnTo>
                  <a:lnTo>
                    <a:pt x="392277" y="0"/>
                  </a:lnTo>
                  <a:lnTo>
                    <a:pt x="392277" y="278390"/>
                  </a:lnTo>
                  <a:lnTo>
                    <a:pt x="506164" y="278390"/>
                  </a:lnTo>
                  <a:lnTo>
                    <a:pt x="253082" y="506164"/>
                  </a:lnTo>
                  <a:lnTo>
                    <a:pt x="0" y="278390"/>
                  </a:lnTo>
                  <a:close/>
                </a:path>
              </a:pathLst>
            </a:custGeom>
            <a:blipFill>
              <a:blip r:embed="rId4"/>
              <a:tile tx="0" ty="0" sx="100000" sy="100000" flip="none" algn="tl"/>
            </a:blipFill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4367" tIns="30480" rIns="144367" bIns="15575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400" kern="120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B171629-2863-6D33-A0F0-08028FB36E93}"/>
                </a:ext>
              </a:extLst>
            </p:cNvPr>
            <p:cNvSpPr/>
            <p:nvPr/>
          </p:nvSpPr>
          <p:spPr>
            <a:xfrm>
              <a:off x="3185146" y="4262625"/>
              <a:ext cx="506164" cy="506164"/>
            </a:xfrm>
            <a:custGeom>
              <a:avLst/>
              <a:gdLst>
                <a:gd name="connsiteX0" fmla="*/ 0 w 506164"/>
                <a:gd name="connsiteY0" fmla="*/ 278390 h 506164"/>
                <a:gd name="connsiteX1" fmla="*/ 113887 w 506164"/>
                <a:gd name="connsiteY1" fmla="*/ 278390 h 506164"/>
                <a:gd name="connsiteX2" fmla="*/ 113887 w 506164"/>
                <a:gd name="connsiteY2" fmla="*/ 0 h 506164"/>
                <a:gd name="connsiteX3" fmla="*/ 392277 w 506164"/>
                <a:gd name="connsiteY3" fmla="*/ 0 h 506164"/>
                <a:gd name="connsiteX4" fmla="*/ 392277 w 506164"/>
                <a:gd name="connsiteY4" fmla="*/ 278390 h 506164"/>
                <a:gd name="connsiteX5" fmla="*/ 506164 w 506164"/>
                <a:gd name="connsiteY5" fmla="*/ 278390 h 506164"/>
                <a:gd name="connsiteX6" fmla="*/ 253082 w 506164"/>
                <a:gd name="connsiteY6" fmla="*/ 506164 h 506164"/>
                <a:gd name="connsiteX7" fmla="*/ 0 w 506164"/>
                <a:gd name="connsiteY7" fmla="*/ 278390 h 50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164" h="506164">
                  <a:moveTo>
                    <a:pt x="0" y="278390"/>
                  </a:moveTo>
                  <a:lnTo>
                    <a:pt x="113887" y="278390"/>
                  </a:lnTo>
                  <a:lnTo>
                    <a:pt x="113887" y="0"/>
                  </a:lnTo>
                  <a:lnTo>
                    <a:pt x="392277" y="0"/>
                  </a:lnTo>
                  <a:lnTo>
                    <a:pt x="392277" y="278390"/>
                  </a:lnTo>
                  <a:lnTo>
                    <a:pt x="506164" y="278390"/>
                  </a:lnTo>
                  <a:lnTo>
                    <a:pt x="253082" y="506164"/>
                  </a:lnTo>
                  <a:lnTo>
                    <a:pt x="0" y="278390"/>
                  </a:lnTo>
                  <a:close/>
                </a:path>
              </a:pathLst>
            </a:custGeom>
            <a:blipFill>
              <a:blip r:embed="rId4"/>
              <a:tile tx="0" ty="0" sx="100000" sy="100000" flip="none" algn="tl"/>
            </a:blipFill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4367" tIns="30480" rIns="144367" bIns="15575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400" kern="12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66A3B71-0211-5CA1-1EFC-2DCB8F116984}"/>
                </a:ext>
              </a:extLst>
            </p:cNvPr>
            <p:cNvSpPr/>
            <p:nvPr/>
          </p:nvSpPr>
          <p:spPr>
            <a:xfrm>
              <a:off x="3185146" y="5369082"/>
              <a:ext cx="506164" cy="506164"/>
            </a:xfrm>
            <a:custGeom>
              <a:avLst/>
              <a:gdLst>
                <a:gd name="connsiteX0" fmla="*/ 0 w 506164"/>
                <a:gd name="connsiteY0" fmla="*/ 278390 h 506164"/>
                <a:gd name="connsiteX1" fmla="*/ 113887 w 506164"/>
                <a:gd name="connsiteY1" fmla="*/ 278390 h 506164"/>
                <a:gd name="connsiteX2" fmla="*/ 113887 w 506164"/>
                <a:gd name="connsiteY2" fmla="*/ 0 h 506164"/>
                <a:gd name="connsiteX3" fmla="*/ 392277 w 506164"/>
                <a:gd name="connsiteY3" fmla="*/ 0 h 506164"/>
                <a:gd name="connsiteX4" fmla="*/ 392277 w 506164"/>
                <a:gd name="connsiteY4" fmla="*/ 278390 h 506164"/>
                <a:gd name="connsiteX5" fmla="*/ 506164 w 506164"/>
                <a:gd name="connsiteY5" fmla="*/ 278390 h 506164"/>
                <a:gd name="connsiteX6" fmla="*/ 253082 w 506164"/>
                <a:gd name="connsiteY6" fmla="*/ 506164 h 506164"/>
                <a:gd name="connsiteX7" fmla="*/ 0 w 506164"/>
                <a:gd name="connsiteY7" fmla="*/ 278390 h 50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164" h="506164">
                  <a:moveTo>
                    <a:pt x="0" y="278390"/>
                  </a:moveTo>
                  <a:lnTo>
                    <a:pt x="113887" y="278390"/>
                  </a:lnTo>
                  <a:lnTo>
                    <a:pt x="113887" y="0"/>
                  </a:lnTo>
                  <a:lnTo>
                    <a:pt x="392277" y="0"/>
                  </a:lnTo>
                  <a:lnTo>
                    <a:pt x="392277" y="278390"/>
                  </a:lnTo>
                  <a:lnTo>
                    <a:pt x="506164" y="278390"/>
                  </a:lnTo>
                  <a:lnTo>
                    <a:pt x="253082" y="506164"/>
                  </a:lnTo>
                  <a:lnTo>
                    <a:pt x="0" y="278390"/>
                  </a:lnTo>
                  <a:close/>
                </a:path>
              </a:pathLst>
            </a:custGeom>
            <a:blipFill>
              <a:blip r:embed="rId4"/>
              <a:tile tx="0" ty="0" sx="100000" sy="100000" flip="none" algn="tl"/>
            </a:blipFill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4367" tIns="30480" rIns="144367" bIns="15575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400" kern="12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EF8C77E-E618-5C44-4443-3F99A707D0A6}"/>
              </a:ext>
            </a:extLst>
          </p:cNvPr>
          <p:cNvGrpSpPr/>
          <p:nvPr/>
        </p:nvGrpSpPr>
        <p:grpSpPr>
          <a:xfrm>
            <a:off x="7954954" y="1067149"/>
            <a:ext cx="4153281" cy="5654329"/>
            <a:chOff x="7838184" y="1125582"/>
            <a:chExt cx="4153281" cy="5654329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AC20ECE-3FE9-F49A-EF3F-92C2DCB51C5E}"/>
                </a:ext>
              </a:extLst>
            </p:cNvPr>
            <p:cNvSpPr/>
            <p:nvPr/>
          </p:nvSpPr>
          <p:spPr>
            <a:xfrm>
              <a:off x="7846452" y="1125582"/>
              <a:ext cx="4116532" cy="1051866"/>
            </a:xfrm>
            <a:custGeom>
              <a:avLst/>
              <a:gdLst>
                <a:gd name="connsiteX0" fmla="*/ 0 w 4697705"/>
                <a:gd name="connsiteY0" fmla="*/ 77871 h 778714"/>
                <a:gd name="connsiteX1" fmla="*/ 77871 w 4697705"/>
                <a:gd name="connsiteY1" fmla="*/ 0 h 778714"/>
                <a:gd name="connsiteX2" fmla="*/ 4619834 w 4697705"/>
                <a:gd name="connsiteY2" fmla="*/ 0 h 778714"/>
                <a:gd name="connsiteX3" fmla="*/ 4697705 w 4697705"/>
                <a:gd name="connsiteY3" fmla="*/ 77871 h 778714"/>
                <a:gd name="connsiteX4" fmla="*/ 4697705 w 4697705"/>
                <a:gd name="connsiteY4" fmla="*/ 700843 h 778714"/>
                <a:gd name="connsiteX5" fmla="*/ 4619834 w 4697705"/>
                <a:gd name="connsiteY5" fmla="*/ 778714 h 778714"/>
                <a:gd name="connsiteX6" fmla="*/ 77871 w 4697705"/>
                <a:gd name="connsiteY6" fmla="*/ 778714 h 778714"/>
                <a:gd name="connsiteX7" fmla="*/ 0 w 4697705"/>
                <a:gd name="connsiteY7" fmla="*/ 700843 h 778714"/>
                <a:gd name="connsiteX8" fmla="*/ 0 w 4697705"/>
                <a:gd name="connsiteY8" fmla="*/ 77871 h 77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97705" h="778714">
                  <a:moveTo>
                    <a:pt x="0" y="77871"/>
                  </a:moveTo>
                  <a:cubicBezTo>
                    <a:pt x="0" y="34864"/>
                    <a:pt x="34864" y="0"/>
                    <a:pt x="77871" y="0"/>
                  </a:cubicBezTo>
                  <a:lnTo>
                    <a:pt x="4619834" y="0"/>
                  </a:lnTo>
                  <a:cubicBezTo>
                    <a:pt x="4662841" y="0"/>
                    <a:pt x="4697705" y="34864"/>
                    <a:pt x="4697705" y="77871"/>
                  </a:cubicBezTo>
                  <a:lnTo>
                    <a:pt x="4697705" y="700843"/>
                  </a:lnTo>
                  <a:cubicBezTo>
                    <a:pt x="4697705" y="743850"/>
                    <a:pt x="4662841" y="778714"/>
                    <a:pt x="4619834" y="778714"/>
                  </a:cubicBezTo>
                  <a:lnTo>
                    <a:pt x="77871" y="778714"/>
                  </a:lnTo>
                  <a:cubicBezTo>
                    <a:pt x="34864" y="778714"/>
                    <a:pt x="0" y="743850"/>
                    <a:pt x="0" y="700843"/>
                  </a:cubicBezTo>
                  <a:lnTo>
                    <a:pt x="0" y="77871"/>
                  </a:lnTo>
                  <a:close/>
                </a:path>
              </a:pathLst>
            </a:cu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67053" tIns="91388" rIns="91388" bIns="91388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i="0" u="sng" kern="1200" dirty="0">
                  <a:solidFill>
                    <a:schemeClr val="tx1"/>
                  </a:solidFill>
                  <a:latin typeface="Sitka Subheading" pitchFamily="2" charset="0"/>
                </a:rPr>
                <a:t>Benefits of the Solution:</a:t>
              </a:r>
              <a:endParaRPr lang="en-IN" sz="2000" u="sng" kern="1200" dirty="0">
                <a:solidFill>
                  <a:schemeClr val="tx1"/>
                </a:solidFill>
                <a:latin typeface="Sitka Subheading" pitchFamily="2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6C638FC2-AF88-7A08-C45D-10FA05E43D5E}"/>
                </a:ext>
              </a:extLst>
            </p:cNvPr>
            <p:cNvSpPr/>
            <p:nvPr/>
          </p:nvSpPr>
          <p:spPr>
            <a:xfrm>
              <a:off x="7838185" y="2259549"/>
              <a:ext cx="4116532" cy="1051866"/>
            </a:xfrm>
            <a:custGeom>
              <a:avLst/>
              <a:gdLst>
                <a:gd name="connsiteX0" fmla="*/ 0 w 4697705"/>
                <a:gd name="connsiteY0" fmla="*/ 77871 h 778714"/>
                <a:gd name="connsiteX1" fmla="*/ 77871 w 4697705"/>
                <a:gd name="connsiteY1" fmla="*/ 0 h 778714"/>
                <a:gd name="connsiteX2" fmla="*/ 4619834 w 4697705"/>
                <a:gd name="connsiteY2" fmla="*/ 0 h 778714"/>
                <a:gd name="connsiteX3" fmla="*/ 4697705 w 4697705"/>
                <a:gd name="connsiteY3" fmla="*/ 77871 h 778714"/>
                <a:gd name="connsiteX4" fmla="*/ 4697705 w 4697705"/>
                <a:gd name="connsiteY4" fmla="*/ 700843 h 778714"/>
                <a:gd name="connsiteX5" fmla="*/ 4619834 w 4697705"/>
                <a:gd name="connsiteY5" fmla="*/ 778714 h 778714"/>
                <a:gd name="connsiteX6" fmla="*/ 77871 w 4697705"/>
                <a:gd name="connsiteY6" fmla="*/ 778714 h 778714"/>
                <a:gd name="connsiteX7" fmla="*/ 0 w 4697705"/>
                <a:gd name="connsiteY7" fmla="*/ 700843 h 778714"/>
                <a:gd name="connsiteX8" fmla="*/ 0 w 4697705"/>
                <a:gd name="connsiteY8" fmla="*/ 77871 h 77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97705" h="778714">
                  <a:moveTo>
                    <a:pt x="0" y="77871"/>
                  </a:moveTo>
                  <a:cubicBezTo>
                    <a:pt x="0" y="34864"/>
                    <a:pt x="34864" y="0"/>
                    <a:pt x="77871" y="0"/>
                  </a:cubicBezTo>
                  <a:lnTo>
                    <a:pt x="4619834" y="0"/>
                  </a:lnTo>
                  <a:cubicBezTo>
                    <a:pt x="4662841" y="0"/>
                    <a:pt x="4697705" y="34864"/>
                    <a:pt x="4697705" y="77871"/>
                  </a:cubicBezTo>
                  <a:lnTo>
                    <a:pt x="4697705" y="700843"/>
                  </a:lnTo>
                  <a:cubicBezTo>
                    <a:pt x="4697705" y="743850"/>
                    <a:pt x="4662841" y="778714"/>
                    <a:pt x="4619834" y="778714"/>
                  </a:cubicBezTo>
                  <a:lnTo>
                    <a:pt x="77871" y="778714"/>
                  </a:lnTo>
                  <a:cubicBezTo>
                    <a:pt x="34864" y="778714"/>
                    <a:pt x="0" y="743850"/>
                    <a:pt x="0" y="700843"/>
                  </a:cubicBezTo>
                  <a:lnTo>
                    <a:pt x="0" y="77871"/>
                  </a:lnTo>
                  <a:close/>
                </a:path>
              </a:pathLst>
            </a:cu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48355" tIns="91388" rIns="91389" bIns="91388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i="0" kern="1200" dirty="0">
                  <a:solidFill>
                    <a:schemeClr val="tx1"/>
                  </a:solidFill>
                  <a:latin typeface="Sitka Subheading" pitchFamily="2" charset="0"/>
                </a:rPr>
                <a:t>Enhances the standard of living for farmers.</a:t>
              </a:r>
              <a:endParaRPr lang="en-IN" sz="2000" kern="1200" dirty="0">
                <a:solidFill>
                  <a:schemeClr val="tx1"/>
                </a:solidFill>
                <a:latin typeface="Sitka Subheading" pitchFamily="2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E422537-5886-71A8-F37B-A94B1A11E844}"/>
                </a:ext>
              </a:extLst>
            </p:cNvPr>
            <p:cNvSpPr/>
            <p:nvPr/>
          </p:nvSpPr>
          <p:spPr>
            <a:xfrm>
              <a:off x="7841080" y="3415168"/>
              <a:ext cx="4150385" cy="1051866"/>
            </a:xfrm>
            <a:custGeom>
              <a:avLst/>
              <a:gdLst>
                <a:gd name="connsiteX0" fmla="*/ 0 w 4697705"/>
                <a:gd name="connsiteY0" fmla="*/ 77871 h 778714"/>
                <a:gd name="connsiteX1" fmla="*/ 77871 w 4697705"/>
                <a:gd name="connsiteY1" fmla="*/ 0 h 778714"/>
                <a:gd name="connsiteX2" fmla="*/ 4619834 w 4697705"/>
                <a:gd name="connsiteY2" fmla="*/ 0 h 778714"/>
                <a:gd name="connsiteX3" fmla="*/ 4697705 w 4697705"/>
                <a:gd name="connsiteY3" fmla="*/ 77871 h 778714"/>
                <a:gd name="connsiteX4" fmla="*/ 4697705 w 4697705"/>
                <a:gd name="connsiteY4" fmla="*/ 700843 h 778714"/>
                <a:gd name="connsiteX5" fmla="*/ 4619834 w 4697705"/>
                <a:gd name="connsiteY5" fmla="*/ 778714 h 778714"/>
                <a:gd name="connsiteX6" fmla="*/ 77871 w 4697705"/>
                <a:gd name="connsiteY6" fmla="*/ 778714 h 778714"/>
                <a:gd name="connsiteX7" fmla="*/ 0 w 4697705"/>
                <a:gd name="connsiteY7" fmla="*/ 700843 h 778714"/>
                <a:gd name="connsiteX8" fmla="*/ 0 w 4697705"/>
                <a:gd name="connsiteY8" fmla="*/ 77871 h 77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97705" h="778714">
                  <a:moveTo>
                    <a:pt x="0" y="77871"/>
                  </a:moveTo>
                  <a:cubicBezTo>
                    <a:pt x="0" y="34864"/>
                    <a:pt x="34864" y="0"/>
                    <a:pt x="77871" y="0"/>
                  </a:cubicBezTo>
                  <a:lnTo>
                    <a:pt x="4619834" y="0"/>
                  </a:lnTo>
                  <a:cubicBezTo>
                    <a:pt x="4662841" y="0"/>
                    <a:pt x="4697705" y="34864"/>
                    <a:pt x="4697705" y="77871"/>
                  </a:cubicBezTo>
                  <a:lnTo>
                    <a:pt x="4697705" y="700843"/>
                  </a:lnTo>
                  <a:cubicBezTo>
                    <a:pt x="4697705" y="743850"/>
                    <a:pt x="4662841" y="778714"/>
                    <a:pt x="4619834" y="778714"/>
                  </a:cubicBezTo>
                  <a:lnTo>
                    <a:pt x="77871" y="778714"/>
                  </a:lnTo>
                  <a:cubicBezTo>
                    <a:pt x="34864" y="778714"/>
                    <a:pt x="0" y="743850"/>
                    <a:pt x="0" y="700843"/>
                  </a:cubicBezTo>
                  <a:lnTo>
                    <a:pt x="0" y="77871"/>
                  </a:lnTo>
                  <a:close/>
                </a:path>
              </a:pathLst>
            </a:cu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48355" tIns="91388" rIns="91389" bIns="91388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i="0" kern="1200" dirty="0">
                  <a:solidFill>
                    <a:schemeClr val="tx1"/>
                  </a:solidFill>
                  <a:latin typeface="Sitka Subheading" pitchFamily="2" charset="0"/>
                </a:rPr>
                <a:t>Higher income for farmers due to eliminating middlemen.</a:t>
              </a:r>
              <a:endParaRPr lang="en-IN" sz="2000" kern="1200" dirty="0">
                <a:solidFill>
                  <a:schemeClr val="tx1"/>
                </a:solidFill>
                <a:latin typeface="Sitka Subheading" pitchFamily="2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FBE85C6-C2B5-88A9-4202-1EED60F58224}"/>
                </a:ext>
              </a:extLst>
            </p:cNvPr>
            <p:cNvSpPr/>
            <p:nvPr/>
          </p:nvSpPr>
          <p:spPr>
            <a:xfrm>
              <a:off x="7841080" y="4565659"/>
              <a:ext cx="4150385" cy="1051866"/>
            </a:xfrm>
            <a:custGeom>
              <a:avLst/>
              <a:gdLst>
                <a:gd name="connsiteX0" fmla="*/ 0 w 4697705"/>
                <a:gd name="connsiteY0" fmla="*/ 77871 h 778714"/>
                <a:gd name="connsiteX1" fmla="*/ 77871 w 4697705"/>
                <a:gd name="connsiteY1" fmla="*/ 0 h 778714"/>
                <a:gd name="connsiteX2" fmla="*/ 4619834 w 4697705"/>
                <a:gd name="connsiteY2" fmla="*/ 0 h 778714"/>
                <a:gd name="connsiteX3" fmla="*/ 4697705 w 4697705"/>
                <a:gd name="connsiteY3" fmla="*/ 77871 h 778714"/>
                <a:gd name="connsiteX4" fmla="*/ 4697705 w 4697705"/>
                <a:gd name="connsiteY4" fmla="*/ 700843 h 778714"/>
                <a:gd name="connsiteX5" fmla="*/ 4619834 w 4697705"/>
                <a:gd name="connsiteY5" fmla="*/ 778714 h 778714"/>
                <a:gd name="connsiteX6" fmla="*/ 77871 w 4697705"/>
                <a:gd name="connsiteY6" fmla="*/ 778714 h 778714"/>
                <a:gd name="connsiteX7" fmla="*/ 0 w 4697705"/>
                <a:gd name="connsiteY7" fmla="*/ 700843 h 778714"/>
                <a:gd name="connsiteX8" fmla="*/ 0 w 4697705"/>
                <a:gd name="connsiteY8" fmla="*/ 77871 h 77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97705" h="778714">
                  <a:moveTo>
                    <a:pt x="0" y="77871"/>
                  </a:moveTo>
                  <a:cubicBezTo>
                    <a:pt x="0" y="34864"/>
                    <a:pt x="34864" y="0"/>
                    <a:pt x="77871" y="0"/>
                  </a:cubicBezTo>
                  <a:lnTo>
                    <a:pt x="4619834" y="0"/>
                  </a:lnTo>
                  <a:cubicBezTo>
                    <a:pt x="4662841" y="0"/>
                    <a:pt x="4697705" y="34864"/>
                    <a:pt x="4697705" y="77871"/>
                  </a:cubicBezTo>
                  <a:lnTo>
                    <a:pt x="4697705" y="700843"/>
                  </a:lnTo>
                  <a:cubicBezTo>
                    <a:pt x="4697705" y="743850"/>
                    <a:pt x="4662841" y="778714"/>
                    <a:pt x="4619834" y="778714"/>
                  </a:cubicBezTo>
                  <a:lnTo>
                    <a:pt x="77871" y="778714"/>
                  </a:lnTo>
                  <a:cubicBezTo>
                    <a:pt x="34864" y="778714"/>
                    <a:pt x="0" y="743850"/>
                    <a:pt x="0" y="700843"/>
                  </a:cubicBezTo>
                  <a:lnTo>
                    <a:pt x="0" y="77871"/>
                  </a:lnTo>
                  <a:close/>
                </a:path>
              </a:pathLst>
            </a:cu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48356" tIns="91388" rIns="91388" bIns="91388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i="0" kern="1200" dirty="0">
                  <a:solidFill>
                    <a:schemeClr val="tx1"/>
                  </a:solidFill>
                  <a:latin typeface="Sitka Subheading" pitchFamily="2" charset="0"/>
                </a:rPr>
                <a:t>Lower costs for consumers and retailers through direct transactions.</a:t>
              </a:r>
              <a:endParaRPr lang="en-IN" sz="2000" kern="1200" dirty="0">
                <a:solidFill>
                  <a:schemeClr val="tx1"/>
                </a:solidFill>
                <a:latin typeface="Sitka Subheading" pitchFamily="2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3ED6D80-675B-ACEA-06E3-A396AC70B9EA}"/>
                </a:ext>
              </a:extLst>
            </p:cNvPr>
            <p:cNvSpPr/>
            <p:nvPr/>
          </p:nvSpPr>
          <p:spPr>
            <a:xfrm>
              <a:off x="7838184" y="5728045"/>
              <a:ext cx="4116532" cy="1051866"/>
            </a:xfrm>
            <a:custGeom>
              <a:avLst/>
              <a:gdLst>
                <a:gd name="connsiteX0" fmla="*/ 0 w 4697705"/>
                <a:gd name="connsiteY0" fmla="*/ 77871 h 778714"/>
                <a:gd name="connsiteX1" fmla="*/ 77871 w 4697705"/>
                <a:gd name="connsiteY1" fmla="*/ 0 h 778714"/>
                <a:gd name="connsiteX2" fmla="*/ 4619834 w 4697705"/>
                <a:gd name="connsiteY2" fmla="*/ 0 h 778714"/>
                <a:gd name="connsiteX3" fmla="*/ 4697705 w 4697705"/>
                <a:gd name="connsiteY3" fmla="*/ 77871 h 778714"/>
                <a:gd name="connsiteX4" fmla="*/ 4697705 w 4697705"/>
                <a:gd name="connsiteY4" fmla="*/ 700843 h 778714"/>
                <a:gd name="connsiteX5" fmla="*/ 4619834 w 4697705"/>
                <a:gd name="connsiteY5" fmla="*/ 778714 h 778714"/>
                <a:gd name="connsiteX6" fmla="*/ 77871 w 4697705"/>
                <a:gd name="connsiteY6" fmla="*/ 778714 h 778714"/>
                <a:gd name="connsiteX7" fmla="*/ 0 w 4697705"/>
                <a:gd name="connsiteY7" fmla="*/ 700843 h 778714"/>
                <a:gd name="connsiteX8" fmla="*/ 0 w 4697705"/>
                <a:gd name="connsiteY8" fmla="*/ 77871 h 77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97705" h="778714">
                  <a:moveTo>
                    <a:pt x="0" y="77871"/>
                  </a:moveTo>
                  <a:cubicBezTo>
                    <a:pt x="0" y="34864"/>
                    <a:pt x="34864" y="0"/>
                    <a:pt x="77871" y="0"/>
                  </a:cubicBezTo>
                  <a:lnTo>
                    <a:pt x="4619834" y="0"/>
                  </a:lnTo>
                  <a:cubicBezTo>
                    <a:pt x="4662841" y="0"/>
                    <a:pt x="4697705" y="34864"/>
                    <a:pt x="4697705" y="77871"/>
                  </a:cubicBezTo>
                  <a:lnTo>
                    <a:pt x="4697705" y="700843"/>
                  </a:lnTo>
                  <a:cubicBezTo>
                    <a:pt x="4697705" y="743850"/>
                    <a:pt x="4662841" y="778714"/>
                    <a:pt x="4619834" y="778714"/>
                  </a:cubicBezTo>
                  <a:lnTo>
                    <a:pt x="77871" y="778714"/>
                  </a:lnTo>
                  <a:cubicBezTo>
                    <a:pt x="34864" y="778714"/>
                    <a:pt x="0" y="743850"/>
                    <a:pt x="0" y="700843"/>
                  </a:cubicBezTo>
                  <a:lnTo>
                    <a:pt x="0" y="77871"/>
                  </a:lnTo>
                  <a:close/>
                </a:path>
              </a:pathLst>
            </a:cu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48355" tIns="91388" rIns="91389" bIns="91388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i="0" kern="1200" dirty="0">
                  <a:solidFill>
                    <a:schemeClr val="tx1"/>
                  </a:solidFill>
                  <a:latin typeface="Sitka Subheading" pitchFamily="2" charset="0"/>
                </a:rPr>
                <a:t>Smart inventory management minimizes food waste.</a:t>
              </a:r>
              <a:endParaRPr lang="en-IN" sz="2000" kern="1200" dirty="0">
                <a:solidFill>
                  <a:schemeClr val="tx1"/>
                </a:solidFill>
                <a:latin typeface="Sitka Subheading" pitchFamily="2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787510C-50DD-64ED-E399-A521D50E0B32}"/>
                </a:ext>
              </a:extLst>
            </p:cNvPr>
            <p:cNvSpPr/>
            <p:nvPr/>
          </p:nvSpPr>
          <p:spPr>
            <a:xfrm>
              <a:off x="8063263" y="1924366"/>
              <a:ext cx="506164" cy="506164"/>
            </a:xfrm>
            <a:custGeom>
              <a:avLst/>
              <a:gdLst>
                <a:gd name="connsiteX0" fmla="*/ 0 w 506164"/>
                <a:gd name="connsiteY0" fmla="*/ 278390 h 506164"/>
                <a:gd name="connsiteX1" fmla="*/ 113887 w 506164"/>
                <a:gd name="connsiteY1" fmla="*/ 278390 h 506164"/>
                <a:gd name="connsiteX2" fmla="*/ 113887 w 506164"/>
                <a:gd name="connsiteY2" fmla="*/ 0 h 506164"/>
                <a:gd name="connsiteX3" fmla="*/ 392277 w 506164"/>
                <a:gd name="connsiteY3" fmla="*/ 0 h 506164"/>
                <a:gd name="connsiteX4" fmla="*/ 392277 w 506164"/>
                <a:gd name="connsiteY4" fmla="*/ 278390 h 506164"/>
                <a:gd name="connsiteX5" fmla="*/ 506164 w 506164"/>
                <a:gd name="connsiteY5" fmla="*/ 278390 h 506164"/>
                <a:gd name="connsiteX6" fmla="*/ 253082 w 506164"/>
                <a:gd name="connsiteY6" fmla="*/ 506164 h 506164"/>
                <a:gd name="connsiteX7" fmla="*/ 0 w 506164"/>
                <a:gd name="connsiteY7" fmla="*/ 278390 h 50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164" h="506164">
                  <a:moveTo>
                    <a:pt x="0" y="278390"/>
                  </a:moveTo>
                  <a:lnTo>
                    <a:pt x="113887" y="278390"/>
                  </a:lnTo>
                  <a:lnTo>
                    <a:pt x="113887" y="0"/>
                  </a:lnTo>
                  <a:lnTo>
                    <a:pt x="392277" y="0"/>
                  </a:lnTo>
                  <a:lnTo>
                    <a:pt x="392277" y="278390"/>
                  </a:lnTo>
                  <a:lnTo>
                    <a:pt x="506164" y="278390"/>
                  </a:lnTo>
                  <a:lnTo>
                    <a:pt x="253082" y="506164"/>
                  </a:lnTo>
                  <a:lnTo>
                    <a:pt x="0" y="278390"/>
                  </a:lnTo>
                  <a:close/>
                </a:path>
              </a:pathLst>
            </a:custGeom>
            <a:blipFill>
              <a:blip r:embed="rId6"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4367" tIns="30480" rIns="144367" bIns="15575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400" kern="120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C0059AE-4181-73C4-0362-E4403117CF12}"/>
                </a:ext>
              </a:extLst>
            </p:cNvPr>
            <p:cNvSpPr/>
            <p:nvPr/>
          </p:nvSpPr>
          <p:spPr>
            <a:xfrm>
              <a:off x="8063263" y="3118148"/>
              <a:ext cx="506164" cy="506164"/>
            </a:xfrm>
            <a:custGeom>
              <a:avLst/>
              <a:gdLst>
                <a:gd name="connsiteX0" fmla="*/ 0 w 506164"/>
                <a:gd name="connsiteY0" fmla="*/ 278390 h 506164"/>
                <a:gd name="connsiteX1" fmla="*/ 113887 w 506164"/>
                <a:gd name="connsiteY1" fmla="*/ 278390 h 506164"/>
                <a:gd name="connsiteX2" fmla="*/ 113887 w 506164"/>
                <a:gd name="connsiteY2" fmla="*/ 0 h 506164"/>
                <a:gd name="connsiteX3" fmla="*/ 392277 w 506164"/>
                <a:gd name="connsiteY3" fmla="*/ 0 h 506164"/>
                <a:gd name="connsiteX4" fmla="*/ 392277 w 506164"/>
                <a:gd name="connsiteY4" fmla="*/ 278390 h 506164"/>
                <a:gd name="connsiteX5" fmla="*/ 506164 w 506164"/>
                <a:gd name="connsiteY5" fmla="*/ 278390 h 506164"/>
                <a:gd name="connsiteX6" fmla="*/ 253082 w 506164"/>
                <a:gd name="connsiteY6" fmla="*/ 506164 h 506164"/>
                <a:gd name="connsiteX7" fmla="*/ 0 w 506164"/>
                <a:gd name="connsiteY7" fmla="*/ 278390 h 50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164" h="506164">
                  <a:moveTo>
                    <a:pt x="0" y="278390"/>
                  </a:moveTo>
                  <a:lnTo>
                    <a:pt x="113887" y="278390"/>
                  </a:lnTo>
                  <a:lnTo>
                    <a:pt x="113887" y="0"/>
                  </a:lnTo>
                  <a:lnTo>
                    <a:pt x="392277" y="0"/>
                  </a:lnTo>
                  <a:lnTo>
                    <a:pt x="392277" y="278390"/>
                  </a:lnTo>
                  <a:lnTo>
                    <a:pt x="506164" y="278390"/>
                  </a:lnTo>
                  <a:lnTo>
                    <a:pt x="253082" y="506164"/>
                  </a:lnTo>
                  <a:lnTo>
                    <a:pt x="0" y="278390"/>
                  </a:lnTo>
                  <a:close/>
                </a:path>
              </a:pathLst>
            </a:custGeom>
            <a:blipFill>
              <a:blip r:embed="rId6"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4367" tIns="30480" rIns="144367" bIns="15575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400" kern="120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6C3C050-CEEE-8585-5631-F0238E639BA3}"/>
                </a:ext>
              </a:extLst>
            </p:cNvPr>
            <p:cNvSpPr/>
            <p:nvPr/>
          </p:nvSpPr>
          <p:spPr>
            <a:xfrm>
              <a:off x="8063263" y="4309596"/>
              <a:ext cx="506164" cy="506164"/>
            </a:xfrm>
            <a:custGeom>
              <a:avLst/>
              <a:gdLst>
                <a:gd name="connsiteX0" fmla="*/ 0 w 506164"/>
                <a:gd name="connsiteY0" fmla="*/ 278390 h 506164"/>
                <a:gd name="connsiteX1" fmla="*/ 113887 w 506164"/>
                <a:gd name="connsiteY1" fmla="*/ 278390 h 506164"/>
                <a:gd name="connsiteX2" fmla="*/ 113887 w 506164"/>
                <a:gd name="connsiteY2" fmla="*/ 0 h 506164"/>
                <a:gd name="connsiteX3" fmla="*/ 392277 w 506164"/>
                <a:gd name="connsiteY3" fmla="*/ 0 h 506164"/>
                <a:gd name="connsiteX4" fmla="*/ 392277 w 506164"/>
                <a:gd name="connsiteY4" fmla="*/ 278390 h 506164"/>
                <a:gd name="connsiteX5" fmla="*/ 506164 w 506164"/>
                <a:gd name="connsiteY5" fmla="*/ 278390 h 506164"/>
                <a:gd name="connsiteX6" fmla="*/ 253082 w 506164"/>
                <a:gd name="connsiteY6" fmla="*/ 506164 h 506164"/>
                <a:gd name="connsiteX7" fmla="*/ 0 w 506164"/>
                <a:gd name="connsiteY7" fmla="*/ 278390 h 50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164" h="506164">
                  <a:moveTo>
                    <a:pt x="0" y="278390"/>
                  </a:moveTo>
                  <a:lnTo>
                    <a:pt x="113887" y="278390"/>
                  </a:lnTo>
                  <a:lnTo>
                    <a:pt x="113887" y="0"/>
                  </a:lnTo>
                  <a:lnTo>
                    <a:pt x="392277" y="0"/>
                  </a:lnTo>
                  <a:lnTo>
                    <a:pt x="392277" y="278390"/>
                  </a:lnTo>
                  <a:lnTo>
                    <a:pt x="506164" y="278390"/>
                  </a:lnTo>
                  <a:lnTo>
                    <a:pt x="253082" y="506164"/>
                  </a:lnTo>
                  <a:lnTo>
                    <a:pt x="0" y="278390"/>
                  </a:lnTo>
                  <a:close/>
                </a:path>
              </a:pathLst>
            </a:custGeom>
            <a:blipFill>
              <a:blip r:embed="rId6"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4367" tIns="30480" rIns="144367" bIns="15575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400" kern="120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BA96C1A-0F65-C39F-E5F5-D61BC75886EB}"/>
                </a:ext>
              </a:extLst>
            </p:cNvPr>
            <p:cNvSpPr/>
            <p:nvPr/>
          </p:nvSpPr>
          <p:spPr>
            <a:xfrm>
              <a:off x="8063263" y="5388613"/>
              <a:ext cx="506164" cy="506164"/>
            </a:xfrm>
            <a:custGeom>
              <a:avLst/>
              <a:gdLst>
                <a:gd name="connsiteX0" fmla="*/ 0 w 506164"/>
                <a:gd name="connsiteY0" fmla="*/ 278390 h 506164"/>
                <a:gd name="connsiteX1" fmla="*/ 113887 w 506164"/>
                <a:gd name="connsiteY1" fmla="*/ 278390 h 506164"/>
                <a:gd name="connsiteX2" fmla="*/ 113887 w 506164"/>
                <a:gd name="connsiteY2" fmla="*/ 0 h 506164"/>
                <a:gd name="connsiteX3" fmla="*/ 392277 w 506164"/>
                <a:gd name="connsiteY3" fmla="*/ 0 h 506164"/>
                <a:gd name="connsiteX4" fmla="*/ 392277 w 506164"/>
                <a:gd name="connsiteY4" fmla="*/ 278390 h 506164"/>
                <a:gd name="connsiteX5" fmla="*/ 506164 w 506164"/>
                <a:gd name="connsiteY5" fmla="*/ 278390 h 506164"/>
                <a:gd name="connsiteX6" fmla="*/ 253082 w 506164"/>
                <a:gd name="connsiteY6" fmla="*/ 506164 h 506164"/>
                <a:gd name="connsiteX7" fmla="*/ 0 w 506164"/>
                <a:gd name="connsiteY7" fmla="*/ 278390 h 506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6164" h="506164">
                  <a:moveTo>
                    <a:pt x="0" y="278390"/>
                  </a:moveTo>
                  <a:lnTo>
                    <a:pt x="113887" y="278390"/>
                  </a:lnTo>
                  <a:lnTo>
                    <a:pt x="113887" y="0"/>
                  </a:lnTo>
                  <a:lnTo>
                    <a:pt x="392277" y="0"/>
                  </a:lnTo>
                  <a:lnTo>
                    <a:pt x="392277" y="278390"/>
                  </a:lnTo>
                  <a:lnTo>
                    <a:pt x="506164" y="278390"/>
                  </a:lnTo>
                  <a:lnTo>
                    <a:pt x="253082" y="506164"/>
                  </a:lnTo>
                  <a:lnTo>
                    <a:pt x="0" y="278390"/>
                  </a:lnTo>
                  <a:close/>
                </a:path>
              </a:pathLst>
            </a:custGeom>
            <a:blipFill>
              <a:blip r:embed="rId6"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4367" tIns="30480" rIns="144367" bIns="15575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400" kern="1200" dirty="0"/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4517EA5D-1809-A50C-B85B-2D76280B78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8911" y="1067149"/>
            <a:ext cx="3733800" cy="5600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Google Shape;117;p3">
            <a:extLst>
              <a:ext uri="{FF2B5EF4-FFF2-40B4-BE49-F238E27FC236}">
                <a16:creationId xmlns:a16="http://schemas.microsoft.com/office/drawing/2014/main" id="{5B72F9CF-A775-1A13-7479-744B89F884F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25870" y="-14117"/>
            <a:ext cx="1666130" cy="78783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05;p2" descr="Your startup LOGO">
            <a:extLst>
              <a:ext uri="{FF2B5EF4-FFF2-40B4-BE49-F238E27FC236}">
                <a16:creationId xmlns:a16="http://schemas.microsoft.com/office/drawing/2014/main" id="{5F631120-0715-7273-DBD3-D5AB3AD92ACE}"/>
              </a:ext>
            </a:extLst>
          </p:cNvPr>
          <p:cNvSpPr/>
          <p:nvPr/>
        </p:nvSpPr>
        <p:spPr>
          <a:xfrm>
            <a:off x="79969" y="57647"/>
            <a:ext cx="1751116" cy="50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Sudo_Sync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>
            <a:spLocks noGrp="1"/>
          </p:cNvSpPr>
          <p:nvPr>
            <p:ph type="title"/>
          </p:nvPr>
        </p:nvSpPr>
        <p:spPr>
          <a:xfrm>
            <a:off x="2998877" y="-12935"/>
            <a:ext cx="5679132" cy="58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 dirty="0">
                <a:latin typeface="Sitka Text Semibold" pitchFamily="2" charset="0"/>
                <a:ea typeface="Times New Roman"/>
                <a:cs typeface="Times New Roman"/>
                <a:sym typeface="Times New Roman"/>
              </a:rPr>
              <a:t>RESEARCH  AND REFERENCES</a:t>
            </a:r>
            <a:endParaRPr sz="3600" u="sng" dirty="0">
              <a:latin typeface="Sitka Text Semibold" pitchFamily="2" charset="0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61547" y="646519"/>
            <a:ext cx="12050485" cy="621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800"/>
            </a:pPr>
            <a:r>
              <a:rPr lang="en-US" sz="2000" b="1" i="0" u="sng" strike="noStrike" dirty="0">
                <a:solidFill>
                  <a:srgbClr val="000000"/>
                </a:solidFill>
                <a:effectLst/>
                <a:latin typeface="Sitka Subheading" pitchFamily="2" charset="0"/>
                <a:cs typeface="Times New Roman" panose="02020603050405020304" pitchFamily="18" charset="0"/>
              </a:rPr>
              <a:t>Details / Links of the reference and research work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</a:pPr>
            <a:endParaRPr lang="en-US" sz="1800" b="1" dirty="0">
              <a:solidFill>
                <a:srgbClr val="000000"/>
              </a:solidFill>
              <a:latin typeface="Sitka Subheading" pitchFamily="2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v"/>
            </a:pPr>
            <a:r>
              <a:rPr lang="en-US" sz="1800" b="1" u="sng" dirty="0">
                <a:solidFill>
                  <a:srgbClr val="000000"/>
                </a:solidFill>
                <a:latin typeface="Sitka Subheading" pitchFamily="2" charset="0"/>
                <a:cs typeface="Times New Roman" panose="02020603050405020304" pitchFamily="18" charset="0"/>
                <a:sym typeface="Arial"/>
              </a:rPr>
              <a:t>Farmers: 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0000"/>
                </a:solidFill>
                <a:latin typeface="Sitka Subheading" pitchFamily="2" charset="0"/>
                <a:cs typeface="Times New Roman" panose="02020603050405020304" pitchFamily="18" charset="0"/>
                <a:sym typeface="Arial"/>
              </a:rPr>
              <a:t>Higher Income: Study on Direct Market Access for Farmers: </a:t>
            </a:r>
            <a:r>
              <a:rPr lang="en-US" sz="1800" dirty="0">
                <a:solidFill>
                  <a:srgbClr val="000000"/>
                </a:solidFill>
                <a:latin typeface="Sitka Subheading" pitchFamily="2" charset="0"/>
                <a:cs typeface="Times New Roman" panose="02020603050405020304" pitchFamily="18" charset="0"/>
                <a:sym typeface="Arial"/>
              </a:rPr>
              <a:t>"Impact of Eliminating Middlemen on Farmers' Profit Margins: Evidence from Direct-to-Consumer Sales" - Journal of Agricultural Economics (sagepub.com)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Ø"/>
            </a:pPr>
            <a:endParaRPr lang="en-US" sz="1800" b="1" u="sng" dirty="0">
              <a:solidFill>
                <a:srgbClr val="000000"/>
              </a:solidFill>
              <a:latin typeface="Sitka Subheading" pitchFamily="2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v"/>
            </a:pPr>
            <a:r>
              <a:rPr lang="en-US" sz="1800" b="1" u="sng" dirty="0">
                <a:solidFill>
                  <a:srgbClr val="000000"/>
                </a:solidFill>
                <a:latin typeface="Sitka Subheading" pitchFamily="2" charset="0"/>
                <a:cs typeface="Times New Roman" panose="02020603050405020304" pitchFamily="18" charset="0"/>
                <a:sym typeface="Arial"/>
              </a:rPr>
              <a:t>Consumers and Retailers: 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0000"/>
                </a:solidFill>
                <a:latin typeface="Sitka Subheading" pitchFamily="2" charset="0"/>
                <a:cs typeface="Times New Roman" panose="02020603050405020304" pitchFamily="18" charset="0"/>
                <a:sym typeface="Arial"/>
              </a:rPr>
              <a:t>Access to Fresh Produce: Analysis of Fresh Produce Supply Chains: </a:t>
            </a:r>
            <a:r>
              <a:rPr lang="en-US" sz="1800" dirty="0">
                <a:solidFill>
                  <a:srgbClr val="000000"/>
                </a:solidFill>
                <a:latin typeface="Sitka Subheading" pitchFamily="2" charset="0"/>
                <a:cs typeface="Times New Roman" panose="02020603050405020304" pitchFamily="18" charset="0"/>
                <a:sym typeface="Arial"/>
              </a:rPr>
              <a:t>"Direct Market Access for Fresh Produce: Enhancing Quality and Availability for Consumers" - Food Quality and Preference Journal (sciencedirect.com)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Ø"/>
            </a:pPr>
            <a:endParaRPr lang="en-US" sz="1800" b="1" dirty="0">
              <a:solidFill>
                <a:srgbClr val="000000"/>
              </a:solidFill>
              <a:latin typeface="Sitka Subheading" pitchFamily="2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v"/>
            </a:pPr>
            <a:r>
              <a:rPr lang="en-US" sz="1800" b="1" u="sng" dirty="0">
                <a:solidFill>
                  <a:srgbClr val="000000"/>
                </a:solidFill>
                <a:latin typeface="Sitka Subheading" pitchFamily="2" charset="0"/>
                <a:cs typeface="Times New Roman" panose="02020603050405020304" pitchFamily="18" charset="0"/>
                <a:sym typeface="Arial"/>
              </a:rPr>
              <a:t>Agricultural Sector: 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0000"/>
                </a:solidFill>
                <a:latin typeface="Sitka Subheading" pitchFamily="2" charset="0"/>
                <a:cs typeface="Times New Roman" panose="02020603050405020304" pitchFamily="18" charset="0"/>
                <a:sym typeface="Arial"/>
              </a:rPr>
              <a:t>Increased Market Efficiency: Research on Market Efficiency in Agriculture: </a:t>
            </a:r>
            <a:r>
              <a:rPr lang="en-US" sz="1800" dirty="0">
                <a:solidFill>
                  <a:srgbClr val="000000"/>
                </a:solidFill>
                <a:latin typeface="Sitka Subheading" pitchFamily="2" charset="0"/>
                <a:cs typeface="Times New Roman" panose="02020603050405020304" pitchFamily="18" charset="0"/>
                <a:sym typeface="Arial"/>
              </a:rPr>
              <a:t>"The Role of Technology in Improving Market Efficiency: A Case Study of Agricultural Marketplaces" - International Journal of Agricultural Management (tandfonline.com)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Ø"/>
            </a:pPr>
            <a:endParaRPr lang="en-US" sz="1800" b="1" dirty="0">
              <a:solidFill>
                <a:srgbClr val="000000"/>
              </a:solidFill>
              <a:latin typeface="Sitka Subheading" pitchFamily="2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v"/>
            </a:pPr>
            <a:r>
              <a:rPr lang="en-US" sz="1800" b="1" u="sng" dirty="0">
                <a:solidFill>
                  <a:srgbClr val="000000"/>
                </a:solidFill>
                <a:latin typeface="Sitka Subheading" pitchFamily="2" charset="0"/>
                <a:cs typeface="Times New Roman" panose="02020603050405020304" pitchFamily="18" charset="0"/>
                <a:sym typeface="Arial"/>
              </a:rPr>
              <a:t>Local Communities: 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0000"/>
                </a:solidFill>
                <a:latin typeface="Sitka Subheading" pitchFamily="2" charset="0"/>
                <a:cs typeface="Times New Roman" panose="02020603050405020304" pitchFamily="18" charset="0"/>
                <a:sym typeface="Arial"/>
              </a:rPr>
              <a:t>Economic Development: Study on Economic Impact of Agricultural Technology</a:t>
            </a:r>
            <a:r>
              <a:rPr lang="en-US" sz="1800" dirty="0">
                <a:solidFill>
                  <a:srgbClr val="000000"/>
                </a:solidFill>
                <a:latin typeface="Sitka Subheading" pitchFamily="2" charset="0"/>
                <a:cs typeface="Times New Roman" panose="02020603050405020304" pitchFamily="18" charset="0"/>
                <a:sym typeface="Arial"/>
              </a:rPr>
              <a:t>: "Economic Benefits of Technology-Driven Agricultural Solutions for Local Communities" - Journal of Rural Studies (elsevier.com)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Ø"/>
            </a:pPr>
            <a:endParaRPr lang="en-US" sz="1800" b="1" dirty="0">
              <a:solidFill>
                <a:srgbClr val="000000"/>
              </a:solidFill>
              <a:latin typeface="Sitka Subheading" pitchFamily="2" charset="0"/>
              <a:cs typeface="Times New Roman" panose="02020603050405020304" pitchFamily="18" charset="0"/>
              <a:sym typeface="Arial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v"/>
            </a:pPr>
            <a:r>
              <a:rPr lang="en-US" sz="1800" b="1" u="sng" dirty="0">
                <a:solidFill>
                  <a:srgbClr val="000000"/>
                </a:solidFill>
                <a:latin typeface="Sitka Subheading" pitchFamily="2" charset="0"/>
                <a:cs typeface="Times New Roman" panose="02020603050405020304" pitchFamily="18" charset="0"/>
                <a:sym typeface="Arial"/>
              </a:rPr>
              <a:t>App Users: 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0000"/>
                </a:solidFill>
                <a:latin typeface="Sitka Subheading" pitchFamily="2" charset="0"/>
                <a:cs typeface="Times New Roman" panose="02020603050405020304" pitchFamily="18" charset="0"/>
                <a:sym typeface="Arial"/>
              </a:rPr>
              <a:t>User Education: </a:t>
            </a:r>
            <a:r>
              <a:rPr lang="en-US" sz="1800" dirty="0">
                <a:solidFill>
                  <a:srgbClr val="000000"/>
                </a:solidFill>
                <a:latin typeface="Sitka Subheading" pitchFamily="2" charset="0"/>
                <a:cs typeface="Times New Roman" panose="02020603050405020304" pitchFamily="18" charset="0"/>
                <a:sym typeface="Arial"/>
              </a:rPr>
              <a:t>"Effectiveness of In-App Tutorials and Support Forums in Enhancing User Engagement and Skill Development" - Journal of Information Technology Education (jite.org)</a:t>
            </a:r>
            <a:endParaRPr lang="en-US" sz="1800" i="0" u="none" strike="noStrike" cap="none" dirty="0">
              <a:solidFill>
                <a:srgbClr val="000000"/>
              </a:solidFill>
              <a:latin typeface="Sitka Subheading" pitchFamily="2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" name="Google Shape;117;p3">
            <a:extLst>
              <a:ext uri="{FF2B5EF4-FFF2-40B4-BE49-F238E27FC236}">
                <a16:creationId xmlns:a16="http://schemas.microsoft.com/office/drawing/2014/main" id="{76B61024-6DA6-15DF-8661-059AEA95F2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25870" y="-14117"/>
            <a:ext cx="1666130" cy="78783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5;p2" descr="Your startup LOGO">
            <a:extLst>
              <a:ext uri="{FF2B5EF4-FFF2-40B4-BE49-F238E27FC236}">
                <a16:creationId xmlns:a16="http://schemas.microsoft.com/office/drawing/2014/main" id="{0708E674-A1CC-F252-3646-FC261E805789}"/>
              </a:ext>
            </a:extLst>
          </p:cNvPr>
          <p:cNvSpPr/>
          <p:nvPr/>
        </p:nvSpPr>
        <p:spPr>
          <a:xfrm>
            <a:off x="79969" y="57647"/>
            <a:ext cx="1751116" cy="5034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Sudo_Sync</a:t>
            </a:r>
            <a:endParaRPr sz="16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1127</TotalTime>
  <Words>717</Words>
  <Application>Microsoft Office PowerPoint</Application>
  <PresentationFormat>Widescreen</PresentationFormat>
  <Paragraphs>80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0" baseType="lpstr">
      <vt:lpstr>Sitka Small Semibold</vt:lpstr>
      <vt:lpstr>Sitka Text Semibold</vt:lpstr>
      <vt:lpstr>Arial</vt:lpstr>
      <vt:lpstr>Sitka Subheading Semibold</vt:lpstr>
      <vt:lpstr>Garamond</vt:lpstr>
      <vt:lpstr>Times New Roman</vt:lpstr>
      <vt:lpstr>Sitka Subheading</vt:lpstr>
      <vt:lpstr>Noto Sans Symbols</vt:lpstr>
      <vt:lpstr>Sitka Text</vt:lpstr>
      <vt:lpstr>Verdana</vt:lpstr>
      <vt:lpstr>Wingdings</vt:lpstr>
      <vt:lpstr>Oswald</vt:lpstr>
      <vt:lpstr>Calibri</vt:lpstr>
      <vt:lpstr>Office Theme</vt:lpstr>
      <vt:lpstr>SMART INDIA HACKATHON 2024</vt:lpstr>
      <vt:lpstr>IDEA TITLE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Bharathwaj Ryder</cp:lastModifiedBy>
  <cp:revision>110</cp:revision>
  <dcterms:created xsi:type="dcterms:W3CDTF">2013-12-12T18:46:50Z</dcterms:created>
  <dcterms:modified xsi:type="dcterms:W3CDTF">2024-09-17T04:52:57Z</dcterms:modified>
</cp:coreProperties>
</file>