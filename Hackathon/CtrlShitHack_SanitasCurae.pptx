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55" r:id="rId5"/>
    <p:sldMasterId id="2147483769" r:id="rId6"/>
    <p:sldMasterId id="2147483803" r:id="rId7"/>
    <p:sldMasterId id="2147483810" r:id="rId8"/>
    <p:sldMasterId id="2147483818" r:id="rId9"/>
  </p:sldMasterIdLst>
  <p:notesMasterIdLst>
    <p:notesMasterId r:id="rId19"/>
  </p:notesMasterIdLst>
  <p:sldIdLst>
    <p:sldId id="1906872577" r:id="rId10"/>
    <p:sldId id="2857" r:id="rId11"/>
    <p:sldId id="1906872563" r:id="rId12"/>
    <p:sldId id="1906872569" r:id="rId13"/>
    <p:sldId id="1906872570" r:id="rId14"/>
    <p:sldId id="1906872587" r:id="rId15"/>
    <p:sldId id="1906872571" r:id="rId16"/>
    <p:sldId id="1906872586" r:id="rId17"/>
    <p:sldId id="19068725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E0497B-7F73-5742-B63A-11F3A793295A}">
          <p14:sldIdLst>
            <p14:sldId id="1906872577"/>
            <p14:sldId id="2857"/>
            <p14:sldId id="1906872563"/>
            <p14:sldId id="1906872569"/>
            <p14:sldId id="1906872570"/>
            <p14:sldId id="1906872587"/>
            <p14:sldId id="1906872571"/>
            <p14:sldId id="1906872586"/>
            <p14:sldId id="1906872575"/>
          </p14:sldIdLst>
        </p14:section>
      </p14:sectionLst>
    </p:ext>
    <p:ext uri="{EFAFB233-063F-42B5-8137-9DF3F51BA10A}">
      <p15:sldGuideLst xmlns:p15="http://schemas.microsoft.com/office/powerpoint/2012/main">
        <p15:guide id="1" orient="horz" pos="3521" userDrawn="1">
          <p15:clr>
            <a:srgbClr val="A4A3A4"/>
          </p15:clr>
        </p15:guide>
        <p15:guide id="2" pos="4158" userDrawn="1">
          <p15:clr>
            <a:srgbClr val="A4A3A4"/>
          </p15:clr>
        </p15:guide>
        <p15:guide id="3" orient="horz" pos="3226" userDrawn="1">
          <p15:clr>
            <a:srgbClr val="A4A3A4"/>
          </p15:clr>
        </p15:guide>
        <p15:guide id="4" orient="horz" pos="3339" userDrawn="1">
          <p15:clr>
            <a:srgbClr val="A4A3A4"/>
          </p15:clr>
        </p15:guide>
        <p15:guide id="5" pos="302" userDrawn="1">
          <p15:clr>
            <a:srgbClr val="A4A3A4"/>
          </p15:clr>
        </p15:guide>
        <p15:guide id="6" orient="horz" pos="10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00FFFF"/>
    <a:srgbClr val="7500C0"/>
    <a:srgbClr val="E6DCFF"/>
    <a:srgbClr val="0041F0"/>
    <a:srgbClr val="DCAFFF"/>
    <a:srgbClr val="FF50A0"/>
    <a:srgbClr val="FF3246"/>
    <a:srgbClr val="D4D4D4"/>
    <a:srgbClr val="BE8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07FCB6-A977-42F9-B9F5-1CE03EB4661E}" v="4" dt="2024-08-08T02:03:01.484"/>
  </p1510:revLst>
</p1510:revInfo>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4913" autoAdjust="0"/>
  </p:normalViewPr>
  <p:slideViewPr>
    <p:cSldViewPr snapToGrid="0">
      <p:cViewPr varScale="1">
        <p:scale>
          <a:sx n="78" d="100"/>
          <a:sy n="78" d="100"/>
        </p:scale>
        <p:origin x="67" y="264"/>
      </p:cViewPr>
      <p:guideLst>
        <p:guide orient="horz" pos="3521"/>
        <p:guide pos="4158"/>
        <p:guide orient="horz" pos="3226"/>
        <p:guide orient="horz" pos="3339"/>
        <p:guide pos="302"/>
        <p:guide orient="horz" pos="109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tableStyles" Target="tableStyles.xml"/><Relationship Id="rId10" Type="http://schemas.openxmlformats.org/officeDocument/2006/relationships/slide" Target="slides/slide1.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bal-Valdez, Jessica Anne" userId="94b097dd-be1a-4964-a6cb-fa7089dac6bb" providerId="ADAL" clId="{9E07FCB6-A977-42F9-B9F5-1CE03EB4661E}"/>
    <pc:docChg chg="undo addSld delSld modSld modSection">
      <pc:chgData name="Sibal-Valdez, Jessica Anne" userId="94b097dd-be1a-4964-a6cb-fa7089dac6bb" providerId="ADAL" clId="{9E07FCB6-A977-42F9-B9F5-1CE03EB4661E}" dt="2024-08-08T02:03:01.468" v="92"/>
      <pc:docMkLst>
        <pc:docMk/>
      </pc:docMkLst>
      <pc:sldChg chg="modSp mod">
        <pc:chgData name="Sibal-Valdez, Jessica Anne" userId="94b097dd-be1a-4964-a6cb-fa7089dac6bb" providerId="ADAL" clId="{9E07FCB6-A977-42F9-B9F5-1CE03EB4661E}" dt="2024-08-07T03:19:29.279" v="6" actId="14100"/>
        <pc:sldMkLst>
          <pc:docMk/>
          <pc:sldMk cId="969716135" sldId="1906872563"/>
        </pc:sldMkLst>
        <pc:spChg chg="mod">
          <ac:chgData name="Sibal-Valdez, Jessica Anne" userId="94b097dd-be1a-4964-a6cb-fa7089dac6bb" providerId="ADAL" clId="{9E07FCB6-A977-42F9-B9F5-1CE03EB4661E}" dt="2024-08-07T03:19:29.279" v="6" actId="14100"/>
          <ac:spMkLst>
            <pc:docMk/>
            <pc:sldMk cId="969716135" sldId="1906872563"/>
            <ac:spMk id="4" creationId="{00000000-0000-0000-0000-000000000000}"/>
          </ac:spMkLst>
        </pc:spChg>
      </pc:sldChg>
      <pc:sldChg chg="modSp mod">
        <pc:chgData name="Sibal-Valdez, Jessica Anne" userId="94b097dd-be1a-4964-a6cb-fa7089dac6bb" providerId="ADAL" clId="{9E07FCB6-A977-42F9-B9F5-1CE03EB4661E}" dt="2024-08-07T03:20:03.044" v="15" actId="20577"/>
        <pc:sldMkLst>
          <pc:docMk/>
          <pc:sldMk cId="2205980423" sldId="1906872569"/>
        </pc:sldMkLst>
        <pc:spChg chg="mod">
          <ac:chgData name="Sibal-Valdez, Jessica Anne" userId="94b097dd-be1a-4964-a6cb-fa7089dac6bb" providerId="ADAL" clId="{9E07FCB6-A977-42F9-B9F5-1CE03EB4661E}" dt="2024-08-07T03:20:03.044" v="15" actId="20577"/>
          <ac:spMkLst>
            <pc:docMk/>
            <pc:sldMk cId="2205980423" sldId="1906872569"/>
            <ac:spMk id="3" creationId="{480E295D-16EC-4947-ACD5-1C46C901D41C}"/>
          </ac:spMkLst>
        </pc:spChg>
        <pc:spChg chg="mod">
          <ac:chgData name="Sibal-Valdez, Jessica Anne" userId="94b097dd-be1a-4964-a6cb-fa7089dac6bb" providerId="ADAL" clId="{9E07FCB6-A977-42F9-B9F5-1CE03EB4661E}" dt="2024-08-07T03:19:43.113" v="9" actId="14100"/>
          <ac:spMkLst>
            <pc:docMk/>
            <pc:sldMk cId="2205980423" sldId="1906872569"/>
            <ac:spMk id="4" creationId="{00000000-0000-0000-0000-000000000000}"/>
          </ac:spMkLst>
        </pc:spChg>
      </pc:sldChg>
      <pc:sldChg chg="modSp mod">
        <pc:chgData name="Sibal-Valdez, Jessica Anne" userId="94b097dd-be1a-4964-a6cb-fa7089dac6bb" providerId="ADAL" clId="{9E07FCB6-A977-42F9-B9F5-1CE03EB4661E}" dt="2024-08-07T03:20:20.873" v="23" actId="1076"/>
        <pc:sldMkLst>
          <pc:docMk/>
          <pc:sldMk cId="3845603560" sldId="1906872570"/>
        </pc:sldMkLst>
        <pc:spChg chg="mod">
          <ac:chgData name="Sibal-Valdez, Jessica Anne" userId="94b097dd-be1a-4964-a6cb-fa7089dac6bb" providerId="ADAL" clId="{9E07FCB6-A977-42F9-B9F5-1CE03EB4661E}" dt="2024-08-07T03:20:20.873" v="23" actId="1076"/>
          <ac:spMkLst>
            <pc:docMk/>
            <pc:sldMk cId="3845603560" sldId="1906872570"/>
            <ac:spMk id="4" creationId="{00000000-0000-0000-0000-000000000000}"/>
          </ac:spMkLst>
        </pc:spChg>
      </pc:sldChg>
      <pc:sldChg chg="modSp mod">
        <pc:chgData name="Sibal-Valdez, Jessica Anne" userId="94b097dd-be1a-4964-a6cb-fa7089dac6bb" providerId="ADAL" clId="{9E07FCB6-A977-42F9-B9F5-1CE03EB4661E}" dt="2024-08-08T01:59:01.193" v="91" actId="20577"/>
        <pc:sldMkLst>
          <pc:docMk/>
          <pc:sldMk cId="3592563473" sldId="1906872571"/>
        </pc:sldMkLst>
        <pc:spChg chg="mod">
          <ac:chgData name="Sibal-Valdez, Jessica Anne" userId="94b097dd-be1a-4964-a6cb-fa7089dac6bb" providerId="ADAL" clId="{9E07FCB6-A977-42F9-B9F5-1CE03EB4661E}" dt="2024-08-08T01:59:01.193" v="91" actId="20577"/>
          <ac:spMkLst>
            <pc:docMk/>
            <pc:sldMk cId="3592563473" sldId="1906872571"/>
            <ac:spMk id="4" creationId="{00000000-0000-0000-0000-000000000000}"/>
          </ac:spMkLst>
        </pc:spChg>
        <pc:spChg chg="mod">
          <ac:chgData name="Sibal-Valdez, Jessica Anne" userId="94b097dd-be1a-4964-a6cb-fa7089dac6bb" providerId="ADAL" clId="{9E07FCB6-A977-42F9-B9F5-1CE03EB4661E}" dt="2024-08-07T03:20:48.390" v="31" actId="1076"/>
          <ac:spMkLst>
            <pc:docMk/>
            <pc:sldMk cId="3592563473" sldId="1906872571"/>
            <ac:spMk id="6" creationId="{A52E1175-66CD-437B-AE56-3233BC453581}"/>
          </ac:spMkLst>
        </pc:spChg>
      </pc:sldChg>
      <pc:sldChg chg="modSp mod">
        <pc:chgData name="Sibal-Valdez, Jessica Anne" userId="94b097dd-be1a-4964-a6cb-fa7089dac6bb" providerId="ADAL" clId="{9E07FCB6-A977-42F9-B9F5-1CE03EB4661E}" dt="2024-08-07T03:21:12.611" v="36" actId="14100"/>
        <pc:sldMkLst>
          <pc:docMk/>
          <pc:sldMk cId="2429963739" sldId="1906872572"/>
        </pc:sldMkLst>
        <pc:spChg chg="mod">
          <ac:chgData name="Sibal-Valdez, Jessica Anne" userId="94b097dd-be1a-4964-a6cb-fa7089dac6bb" providerId="ADAL" clId="{9E07FCB6-A977-42F9-B9F5-1CE03EB4661E}" dt="2024-08-07T03:21:12.611" v="36" actId="14100"/>
          <ac:spMkLst>
            <pc:docMk/>
            <pc:sldMk cId="2429963739" sldId="1906872572"/>
            <ac:spMk id="4" creationId="{00000000-0000-0000-0000-000000000000}"/>
          </ac:spMkLst>
        </pc:spChg>
        <pc:spChg chg="mod">
          <ac:chgData name="Sibal-Valdez, Jessica Anne" userId="94b097dd-be1a-4964-a6cb-fa7089dac6bb" providerId="ADAL" clId="{9E07FCB6-A977-42F9-B9F5-1CE03EB4661E}" dt="2024-08-07T03:21:04.175" v="35" actId="1076"/>
          <ac:spMkLst>
            <pc:docMk/>
            <pc:sldMk cId="2429963739" sldId="1906872572"/>
            <ac:spMk id="5" creationId="{248CB3F8-C6DF-4268-8ED3-5738EEA8A07B}"/>
          </ac:spMkLst>
        </pc:spChg>
      </pc:sldChg>
      <pc:sldChg chg="del">
        <pc:chgData name="Sibal-Valdez, Jessica Anne" userId="94b097dd-be1a-4964-a6cb-fa7089dac6bb" providerId="ADAL" clId="{9E07FCB6-A977-42F9-B9F5-1CE03EB4661E}" dt="2024-08-07T03:19:14.071" v="3" actId="47"/>
        <pc:sldMkLst>
          <pc:docMk/>
          <pc:sldMk cId="1795028925" sldId="1906872576"/>
        </pc:sldMkLst>
      </pc:sldChg>
      <pc:sldChg chg="addSp modSp new">
        <pc:chgData name="Sibal-Valdez, Jessica Anne" userId="94b097dd-be1a-4964-a6cb-fa7089dac6bb" providerId="ADAL" clId="{9E07FCB6-A977-42F9-B9F5-1CE03EB4661E}" dt="2024-08-07T03:19:12.672" v="2" actId="164"/>
        <pc:sldMkLst>
          <pc:docMk/>
          <pc:sldMk cId="2786790912" sldId="1906872577"/>
        </pc:sldMkLst>
        <pc:spChg chg="add mod">
          <ac:chgData name="Sibal-Valdez, Jessica Anne" userId="94b097dd-be1a-4964-a6cb-fa7089dac6bb" providerId="ADAL" clId="{9E07FCB6-A977-42F9-B9F5-1CE03EB4661E}" dt="2024-08-07T03:19:12.672" v="2" actId="164"/>
          <ac:spMkLst>
            <pc:docMk/>
            <pc:sldMk cId="2786790912" sldId="1906872577"/>
            <ac:spMk id="4" creationId="{2373E049-2607-169C-B5BC-6597DBDDCCD9}"/>
          </ac:spMkLst>
        </pc:spChg>
        <pc:spChg chg="add mod">
          <ac:chgData name="Sibal-Valdez, Jessica Anne" userId="94b097dd-be1a-4964-a6cb-fa7089dac6bb" providerId="ADAL" clId="{9E07FCB6-A977-42F9-B9F5-1CE03EB4661E}" dt="2024-08-07T03:19:12.672" v="2" actId="164"/>
          <ac:spMkLst>
            <pc:docMk/>
            <pc:sldMk cId="2786790912" sldId="1906872577"/>
            <ac:spMk id="5" creationId="{1A7657AF-FA57-CBCA-376F-99450FA46052}"/>
          </ac:spMkLst>
        </pc:spChg>
        <pc:spChg chg="add mod">
          <ac:chgData name="Sibal-Valdez, Jessica Anne" userId="94b097dd-be1a-4964-a6cb-fa7089dac6bb" providerId="ADAL" clId="{9E07FCB6-A977-42F9-B9F5-1CE03EB4661E}" dt="2024-08-07T03:19:12.672" v="2" actId="164"/>
          <ac:spMkLst>
            <pc:docMk/>
            <pc:sldMk cId="2786790912" sldId="1906872577"/>
            <ac:spMk id="6" creationId="{5318D484-3896-AC67-A749-4BDB007642FC}"/>
          </ac:spMkLst>
        </pc:spChg>
        <pc:grpChg chg="add mod">
          <ac:chgData name="Sibal-Valdez, Jessica Anne" userId="94b097dd-be1a-4964-a6cb-fa7089dac6bb" providerId="ADAL" clId="{9E07FCB6-A977-42F9-B9F5-1CE03EB4661E}" dt="2024-08-07T03:19:12.672" v="2" actId="164"/>
          <ac:grpSpMkLst>
            <pc:docMk/>
            <pc:sldMk cId="2786790912" sldId="1906872577"/>
            <ac:grpSpMk id="8" creationId="{121BBD29-0E0E-6B15-0BC4-4915D1E497F5}"/>
          </ac:grpSpMkLst>
        </pc:grpChg>
        <pc:picChg chg="add mod">
          <ac:chgData name="Sibal-Valdez, Jessica Anne" userId="94b097dd-be1a-4964-a6cb-fa7089dac6bb" providerId="ADAL" clId="{9E07FCB6-A977-42F9-B9F5-1CE03EB4661E}" dt="2024-08-07T03:19:12.672" v="2" actId="164"/>
          <ac:picMkLst>
            <pc:docMk/>
            <pc:sldMk cId="2786790912" sldId="1906872577"/>
            <ac:picMk id="3" creationId="{DE0873A5-DBCB-B942-66C4-2B22CAD978E2}"/>
          </ac:picMkLst>
        </pc:picChg>
        <pc:picChg chg="add mod">
          <ac:chgData name="Sibal-Valdez, Jessica Anne" userId="94b097dd-be1a-4964-a6cb-fa7089dac6bb" providerId="ADAL" clId="{9E07FCB6-A977-42F9-B9F5-1CE03EB4661E}" dt="2024-08-07T03:19:12.672" v="2" actId="164"/>
          <ac:picMkLst>
            <pc:docMk/>
            <pc:sldMk cId="2786790912" sldId="1906872577"/>
            <ac:picMk id="7" creationId="{7561F617-CB08-F3CC-68CC-50A72E03313A}"/>
          </ac:picMkLst>
        </pc:picChg>
      </pc:sldChg>
      <pc:sldChg chg="add">
        <pc:chgData name="Sibal-Valdez, Jessica Anne" userId="94b097dd-be1a-4964-a6cb-fa7089dac6bb" providerId="ADAL" clId="{9E07FCB6-A977-42F9-B9F5-1CE03EB4661E}" dt="2024-08-08T02:03:01.468" v="92"/>
        <pc:sldMkLst>
          <pc:docMk/>
          <pc:sldMk cId="790653240" sldId="1906872586"/>
        </pc:sldMkLst>
      </pc:sldChg>
      <pc:sldMasterChg chg="delSldLayout">
        <pc:chgData name="Sibal-Valdez, Jessica Anne" userId="94b097dd-be1a-4964-a6cb-fa7089dac6bb" providerId="ADAL" clId="{9E07FCB6-A977-42F9-B9F5-1CE03EB4661E}" dt="2024-08-07T03:27:45.097" v="54" actId="2696"/>
        <pc:sldMasterMkLst>
          <pc:docMk/>
          <pc:sldMasterMk cId="1195103446" sldId="2147483648"/>
        </pc:sldMasterMkLst>
        <pc:sldLayoutChg chg="del">
          <pc:chgData name="Sibal-Valdez, Jessica Anne" userId="94b097dd-be1a-4964-a6cb-fa7089dac6bb" providerId="ADAL" clId="{9E07FCB6-A977-42F9-B9F5-1CE03EB4661E}" dt="2024-08-07T03:27:37.546" v="42" actId="2696"/>
          <pc:sldLayoutMkLst>
            <pc:docMk/>
            <pc:sldMasterMk cId="1195103446" sldId="2147483648"/>
            <pc:sldLayoutMk cId="855399234" sldId="2147483649"/>
          </pc:sldLayoutMkLst>
        </pc:sldLayoutChg>
        <pc:sldLayoutChg chg="del">
          <pc:chgData name="Sibal-Valdez, Jessica Anne" userId="94b097dd-be1a-4964-a6cb-fa7089dac6bb" providerId="ADAL" clId="{9E07FCB6-A977-42F9-B9F5-1CE03EB4661E}" dt="2024-08-07T03:27:37.940" v="44" actId="2696"/>
          <pc:sldLayoutMkLst>
            <pc:docMk/>
            <pc:sldMasterMk cId="1195103446" sldId="2147483648"/>
            <pc:sldLayoutMk cId="2482152133" sldId="2147483651"/>
          </pc:sldLayoutMkLst>
        </pc:sldLayoutChg>
        <pc:sldLayoutChg chg="del">
          <pc:chgData name="Sibal-Valdez, Jessica Anne" userId="94b097dd-be1a-4964-a6cb-fa7089dac6bb" providerId="ADAL" clId="{9E07FCB6-A977-42F9-B9F5-1CE03EB4661E}" dt="2024-08-07T03:27:44.530" v="52" actId="2696"/>
          <pc:sldLayoutMkLst>
            <pc:docMk/>
            <pc:sldMasterMk cId="1195103446" sldId="2147483648"/>
            <pc:sldLayoutMk cId="4223365089" sldId="2147483667"/>
          </pc:sldLayoutMkLst>
        </pc:sldLayoutChg>
        <pc:sldLayoutChg chg="del">
          <pc:chgData name="Sibal-Valdez, Jessica Anne" userId="94b097dd-be1a-4964-a6cb-fa7089dac6bb" providerId="ADAL" clId="{9E07FCB6-A977-42F9-B9F5-1CE03EB4661E}" dt="2024-08-07T03:27:37.357" v="41" actId="2696"/>
          <pc:sldLayoutMkLst>
            <pc:docMk/>
            <pc:sldMasterMk cId="1195103446" sldId="2147483648"/>
            <pc:sldLayoutMk cId="1078562955" sldId="2147483681"/>
          </pc:sldLayoutMkLst>
        </pc:sldLayoutChg>
        <pc:sldLayoutChg chg="del">
          <pc:chgData name="Sibal-Valdez, Jessica Anne" userId="94b097dd-be1a-4964-a6cb-fa7089dac6bb" providerId="ADAL" clId="{9E07FCB6-A977-42F9-B9F5-1CE03EB4661E}" dt="2024-08-07T03:27:38.180" v="45" actId="2696"/>
          <pc:sldLayoutMkLst>
            <pc:docMk/>
            <pc:sldMasterMk cId="1195103446" sldId="2147483648"/>
            <pc:sldLayoutMk cId="3086000862" sldId="2147483721"/>
          </pc:sldLayoutMkLst>
        </pc:sldLayoutChg>
        <pc:sldLayoutChg chg="del">
          <pc:chgData name="Sibal-Valdez, Jessica Anne" userId="94b097dd-be1a-4964-a6cb-fa7089dac6bb" providerId="ADAL" clId="{9E07FCB6-A977-42F9-B9F5-1CE03EB4661E}" dt="2024-08-07T03:27:45.097" v="54" actId="2696"/>
          <pc:sldLayoutMkLst>
            <pc:docMk/>
            <pc:sldMasterMk cId="1195103446" sldId="2147483648"/>
            <pc:sldLayoutMk cId="3536137899" sldId="2147483726"/>
          </pc:sldLayoutMkLst>
        </pc:sldLayoutChg>
        <pc:sldLayoutChg chg="del">
          <pc:chgData name="Sibal-Valdez, Jessica Anne" userId="94b097dd-be1a-4964-a6cb-fa7089dac6bb" providerId="ADAL" clId="{9E07FCB6-A977-42F9-B9F5-1CE03EB4661E}" dt="2024-08-07T03:27:35.312" v="40" actId="2696"/>
          <pc:sldLayoutMkLst>
            <pc:docMk/>
            <pc:sldMasterMk cId="1195103446" sldId="2147483648"/>
            <pc:sldLayoutMk cId="4160501041" sldId="2147483731"/>
          </pc:sldLayoutMkLst>
        </pc:sldLayoutChg>
        <pc:sldLayoutChg chg="del">
          <pc:chgData name="Sibal-Valdez, Jessica Anne" userId="94b097dd-be1a-4964-a6cb-fa7089dac6bb" providerId="ADAL" clId="{9E07FCB6-A977-42F9-B9F5-1CE03EB4661E}" dt="2024-08-07T03:27:35.077" v="39" actId="2696"/>
          <pc:sldLayoutMkLst>
            <pc:docMk/>
            <pc:sldMasterMk cId="1195103446" sldId="2147483648"/>
            <pc:sldLayoutMk cId="177265828" sldId="2147483732"/>
          </pc:sldLayoutMkLst>
        </pc:sldLayoutChg>
        <pc:sldLayoutChg chg="del">
          <pc:chgData name="Sibal-Valdez, Jessica Anne" userId="94b097dd-be1a-4964-a6cb-fa7089dac6bb" providerId="ADAL" clId="{9E07FCB6-A977-42F9-B9F5-1CE03EB4661E}" dt="2024-08-07T03:27:32.342" v="38" actId="2696"/>
          <pc:sldLayoutMkLst>
            <pc:docMk/>
            <pc:sldMasterMk cId="1195103446" sldId="2147483648"/>
            <pc:sldLayoutMk cId="3715861355" sldId="2147483734"/>
          </pc:sldLayoutMkLst>
        </pc:sldLayoutChg>
        <pc:sldLayoutChg chg="del">
          <pc:chgData name="Sibal-Valdez, Jessica Anne" userId="94b097dd-be1a-4964-a6cb-fa7089dac6bb" providerId="ADAL" clId="{9E07FCB6-A977-42F9-B9F5-1CE03EB4661E}" dt="2024-08-07T03:27:37.782" v="43" actId="2696"/>
          <pc:sldLayoutMkLst>
            <pc:docMk/>
            <pc:sldMasterMk cId="1195103446" sldId="2147483648"/>
            <pc:sldLayoutMk cId="3236876317" sldId="2147483737"/>
          </pc:sldLayoutMkLst>
        </pc:sldLayoutChg>
        <pc:sldLayoutChg chg="del">
          <pc:chgData name="Sibal-Valdez, Jessica Anne" userId="94b097dd-be1a-4964-a6cb-fa7089dac6bb" providerId="ADAL" clId="{9E07FCB6-A977-42F9-B9F5-1CE03EB4661E}" dt="2024-08-07T03:27:39.705" v="50" actId="2696"/>
          <pc:sldLayoutMkLst>
            <pc:docMk/>
            <pc:sldMasterMk cId="1195103446" sldId="2147483648"/>
            <pc:sldLayoutMk cId="3706131452" sldId="2147483739"/>
          </pc:sldLayoutMkLst>
        </pc:sldLayoutChg>
        <pc:sldLayoutChg chg="del">
          <pc:chgData name="Sibal-Valdez, Jessica Anne" userId="94b097dd-be1a-4964-a6cb-fa7089dac6bb" providerId="ADAL" clId="{9E07FCB6-A977-42F9-B9F5-1CE03EB4661E}" dt="2024-08-07T03:27:28.329" v="37" actId="2696"/>
          <pc:sldLayoutMkLst>
            <pc:docMk/>
            <pc:sldMasterMk cId="1195103446" sldId="2147483648"/>
            <pc:sldLayoutMk cId="481446463" sldId="2147483741"/>
          </pc:sldLayoutMkLst>
        </pc:sldLayoutChg>
        <pc:sldLayoutChg chg="del">
          <pc:chgData name="Sibal-Valdez, Jessica Anne" userId="94b097dd-be1a-4964-a6cb-fa7089dac6bb" providerId="ADAL" clId="{9E07FCB6-A977-42F9-B9F5-1CE03EB4661E}" dt="2024-08-07T03:27:38.680" v="47" actId="2696"/>
          <pc:sldLayoutMkLst>
            <pc:docMk/>
            <pc:sldMasterMk cId="1195103446" sldId="2147483648"/>
            <pc:sldLayoutMk cId="3779604171" sldId="2147483745"/>
          </pc:sldLayoutMkLst>
        </pc:sldLayoutChg>
        <pc:sldLayoutChg chg="del">
          <pc:chgData name="Sibal-Valdez, Jessica Anne" userId="94b097dd-be1a-4964-a6cb-fa7089dac6bb" providerId="ADAL" clId="{9E07FCB6-A977-42F9-B9F5-1CE03EB4661E}" dt="2024-08-07T03:27:39.281" v="48" actId="2696"/>
          <pc:sldLayoutMkLst>
            <pc:docMk/>
            <pc:sldMasterMk cId="1195103446" sldId="2147483648"/>
            <pc:sldLayoutMk cId="2995593470" sldId="2147483746"/>
          </pc:sldLayoutMkLst>
        </pc:sldLayoutChg>
        <pc:sldLayoutChg chg="del">
          <pc:chgData name="Sibal-Valdez, Jessica Anne" userId="94b097dd-be1a-4964-a6cb-fa7089dac6bb" providerId="ADAL" clId="{9E07FCB6-A977-42F9-B9F5-1CE03EB4661E}" dt="2024-08-07T03:27:39.500" v="49" actId="2696"/>
          <pc:sldLayoutMkLst>
            <pc:docMk/>
            <pc:sldMasterMk cId="1195103446" sldId="2147483648"/>
            <pc:sldLayoutMk cId="2529893392" sldId="2147483747"/>
          </pc:sldLayoutMkLst>
        </pc:sldLayoutChg>
        <pc:sldLayoutChg chg="del">
          <pc:chgData name="Sibal-Valdez, Jessica Anne" userId="94b097dd-be1a-4964-a6cb-fa7089dac6bb" providerId="ADAL" clId="{9E07FCB6-A977-42F9-B9F5-1CE03EB4661E}" dt="2024-08-07T03:27:40.259" v="51" actId="2696"/>
          <pc:sldLayoutMkLst>
            <pc:docMk/>
            <pc:sldMasterMk cId="1195103446" sldId="2147483648"/>
            <pc:sldLayoutMk cId="2538132549" sldId="2147483748"/>
          </pc:sldLayoutMkLst>
        </pc:sldLayoutChg>
        <pc:sldLayoutChg chg="del">
          <pc:chgData name="Sibal-Valdez, Jessica Anne" userId="94b097dd-be1a-4964-a6cb-fa7089dac6bb" providerId="ADAL" clId="{9E07FCB6-A977-42F9-B9F5-1CE03EB4661E}" dt="2024-08-07T03:27:44.782" v="53" actId="2696"/>
          <pc:sldLayoutMkLst>
            <pc:docMk/>
            <pc:sldMasterMk cId="1195103446" sldId="2147483648"/>
            <pc:sldLayoutMk cId="709745234" sldId="2147483749"/>
          </pc:sldLayoutMkLst>
        </pc:sldLayoutChg>
        <pc:sldLayoutChg chg="del">
          <pc:chgData name="Sibal-Valdez, Jessica Anne" userId="94b097dd-be1a-4964-a6cb-fa7089dac6bb" providerId="ADAL" clId="{9E07FCB6-A977-42F9-B9F5-1CE03EB4661E}" dt="2024-08-07T03:27:38.413" v="46" actId="2696"/>
          <pc:sldLayoutMkLst>
            <pc:docMk/>
            <pc:sldMasterMk cId="1195103446" sldId="2147483648"/>
            <pc:sldLayoutMk cId="2184918177" sldId="2147483750"/>
          </pc:sldLayoutMkLst>
        </pc:sldLayoutChg>
      </pc:sldMasterChg>
      <pc:sldMasterChg chg="addSldLayout delSldLayout">
        <pc:chgData name="Sibal-Valdez, Jessica Anne" userId="94b097dd-be1a-4964-a6cb-fa7089dac6bb" providerId="ADAL" clId="{9E07FCB6-A977-42F9-B9F5-1CE03EB4661E}" dt="2024-08-07T03:28:05.390" v="78" actId="2696"/>
        <pc:sldMasterMkLst>
          <pc:docMk/>
          <pc:sldMasterMk cId="1044624086" sldId="2147483769"/>
        </pc:sldMasterMkLst>
        <pc:sldLayoutChg chg="del">
          <pc:chgData name="Sibal-Valdez, Jessica Anne" userId="94b097dd-be1a-4964-a6cb-fa7089dac6bb" providerId="ADAL" clId="{9E07FCB6-A977-42F9-B9F5-1CE03EB4661E}" dt="2024-08-07T03:27:49.711" v="55" actId="2696"/>
          <pc:sldLayoutMkLst>
            <pc:docMk/>
            <pc:sldMasterMk cId="1044624086" sldId="2147483769"/>
            <pc:sldLayoutMk cId="3044813874" sldId="2147483773"/>
          </pc:sldLayoutMkLst>
        </pc:sldLayoutChg>
        <pc:sldLayoutChg chg="del">
          <pc:chgData name="Sibal-Valdez, Jessica Anne" userId="94b097dd-be1a-4964-a6cb-fa7089dac6bb" providerId="ADAL" clId="{9E07FCB6-A977-42F9-B9F5-1CE03EB4661E}" dt="2024-08-07T03:27:49.932" v="56" actId="2696"/>
          <pc:sldLayoutMkLst>
            <pc:docMk/>
            <pc:sldMasterMk cId="1044624086" sldId="2147483769"/>
            <pc:sldLayoutMk cId="1528353894" sldId="2147483774"/>
          </pc:sldLayoutMkLst>
        </pc:sldLayoutChg>
        <pc:sldLayoutChg chg="del">
          <pc:chgData name="Sibal-Valdez, Jessica Anne" userId="94b097dd-be1a-4964-a6cb-fa7089dac6bb" providerId="ADAL" clId="{9E07FCB6-A977-42F9-B9F5-1CE03EB4661E}" dt="2024-08-07T03:27:50.120" v="57" actId="2696"/>
          <pc:sldLayoutMkLst>
            <pc:docMk/>
            <pc:sldMasterMk cId="1044624086" sldId="2147483769"/>
            <pc:sldLayoutMk cId="3114485412" sldId="2147483775"/>
          </pc:sldLayoutMkLst>
        </pc:sldLayoutChg>
        <pc:sldLayoutChg chg="del">
          <pc:chgData name="Sibal-Valdez, Jessica Anne" userId="94b097dd-be1a-4964-a6cb-fa7089dac6bb" providerId="ADAL" clId="{9E07FCB6-A977-42F9-B9F5-1CE03EB4661E}" dt="2024-08-07T03:27:50.309" v="58" actId="2696"/>
          <pc:sldLayoutMkLst>
            <pc:docMk/>
            <pc:sldMasterMk cId="1044624086" sldId="2147483769"/>
            <pc:sldLayoutMk cId="3360902752" sldId="2147483776"/>
          </pc:sldLayoutMkLst>
        </pc:sldLayoutChg>
        <pc:sldLayoutChg chg="del">
          <pc:chgData name="Sibal-Valdez, Jessica Anne" userId="94b097dd-be1a-4964-a6cb-fa7089dac6bb" providerId="ADAL" clId="{9E07FCB6-A977-42F9-B9F5-1CE03EB4661E}" dt="2024-08-07T03:27:51.382" v="59" actId="2696"/>
          <pc:sldLayoutMkLst>
            <pc:docMk/>
            <pc:sldMasterMk cId="1044624086" sldId="2147483769"/>
            <pc:sldLayoutMk cId="975487166" sldId="2147483777"/>
          </pc:sldLayoutMkLst>
        </pc:sldLayoutChg>
        <pc:sldLayoutChg chg="del">
          <pc:chgData name="Sibal-Valdez, Jessica Anne" userId="94b097dd-be1a-4964-a6cb-fa7089dac6bb" providerId="ADAL" clId="{9E07FCB6-A977-42F9-B9F5-1CE03EB4661E}" dt="2024-08-07T03:27:52.828" v="60" actId="2696"/>
          <pc:sldLayoutMkLst>
            <pc:docMk/>
            <pc:sldMasterMk cId="1044624086" sldId="2147483769"/>
            <pc:sldLayoutMk cId="4143722701" sldId="2147483781"/>
          </pc:sldLayoutMkLst>
        </pc:sldLayoutChg>
        <pc:sldLayoutChg chg="del">
          <pc:chgData name="Sibal-Valdez, Jessica Anne" userId="94b097dd-be1a-4964-a6cb-fa7089dac6bb" providerId="ADAL" clId="{9E07FCB6-A977-42F9-B9F5-1CE03EB4661E}" dt="2024-08-07T03:27:53.033" v="61" actId="2696"/>
          <pc:sldLayoutMkLst>
            <pc:docMk/>
            <pc:sldMasterMk cId="1044624086" sldId="2147483769"/>
            <pc:sldLayoutMk cId="4047620945" sldId="2147483782"/>
          </pc:sldLayoutMkLst>
        </pc:sldLayoutChg>
        <pc:sldLayoutChg chg="del">
          <pc:chgData name="Sibal-Valdez, Jessica Anne" userId="94b097dd-be1a-4964-a6cb-fa7089dac6bb" providerId="ADAL" clId="{9E07FCB6-A977-42F9-B9F5-1CE03EB4661E}" dt="2024-08-07T03:27:53.238" v="62" actId="2696"/>
          <pc:sldLayoutMkLst>
            <pc:docMk/>
            <pc:sldMasterMk cId="1044624086" sldId="2147483769"/>
            <pc:sldLayoutMk cId="4269406965" sldId="2147483783"/>
          </pc:sldLayoutMkLst>
        </pc:sldLayoutChg>
        <pc:sldLayoutChg chg="del">
          <pc:chgData name="Sibal-Valdez, Jessica Anne" userId="94b097dd-be1a-4964-a6cb-fa7089dac6bb" providerId="ADAL" clId="{9E07FCB6-A977-42F9-B9F5-1CE03EB4661E}" dt="2024-08-07T03:27:53.410" v="63" actId="2696"/>
          <pc:sldLayoutMkLst>
            <pc:docMk/>
            <pc:sldMasterMk cId="1044624086" sldId="2147483769"/>
            <pc:sldLayoutMk cId="4187562100" sldId="2147483784"/>
          </pc:sldLayoutMkLst>
        </pc:sldLayoutChg>
        <pc:sldLayoutChg chg="del">
          <pc:chgData name="Sibal-Valdez, Jessica Anne" userId="94b097dd-be1a-4964-a6cb-fa7089dac6bb" providerId="ADAL" clId="{9E07FCB6-A977-42F9-B9F5-1CE03EB4661E}" dt="2024-08-07T03:27:56.073" v="64" actId="2696"/>
          <pc:sldLayoutMkLst>
            <pc:docMk/>
            <pc:sldMasterMk cId="1044624086" sldId="2147483769"/>
            <pc:sldLayoutMk cId="3937057700" sldId="2147483785"/>
          </pc:sldLayoutMkLst>
        </pc:sldLayoutChg>
        <pc:sldLayoutChg chg="del">
          <pc:chgData name="Sibal-Valdez, Jessica Anne" userId="94b097dd-be1a-4964-a6cb-fa7089dac6bb" providerId="ADAL" clId="{9E07FCB6-A977-42F9-B9F5-1CE03EB4661E}" dt="2024-08-07T03:27:56.247" v="65" actId="2696"/>
          <pc:sldLayoutMkLst>
            <pc:docMk/>
            <pc:sldMasterMk cId="1044624086" sldId="2147483769"/>
            <pc:sldLayoutMk cId="1862461831" sldId="2147483786"/>
          </pc:sldLayoutMkLst>
        </pc:sldLayoutChg>
        <pc:sldLayoutChg chg="del">
          <pc:chgData name="Sibal-Valdez, Jessica Anne" userId="94b097dd-be1a-4964-a6cb-fa7089dac6bb" providerId="ADAL" clId="{9E07FCB6-A977-42F9-B9F5-1CE03EB4661E}" dt="2024-08-07T03:27:56.437" v="66" actId="2696"/>
          <pc:sldLayoutMkLst>
            <pc:docMk/>
            <pc:sldMasterMk cId="1044624086" sldId="2147483769"/>
            <pc:sldLayoutMk cId="2074611138" sldId="2147483787"/>
          </pc:sldLayoutMkLst>
        </pc:sldLayoutChg>
        <pc:sldLayoutChg chg="del">
          <pc:chgData name="Sibal-Valdez, Jessica Anne" userId="94b097dd-be1a-4964-a6cb-fa7089dac6bb" providerId="ADAL" clId="{9E07FCB6-A977-42F9-B9F5-1CE03EB4661E}" dt="2024-08-07T03:27:56.626" v="67" actId="2696"/>
          <pc:sldLayoutMkLst>
            <pc:docMk/>
            <pc:sldMasterMk cId="1044624086" sldId="2147483769"/>
            <pc:sldLayoutMk cId="1299388820" sldId="2147483788"/>
          </pc:sldLayoutMkLst>
        </pc:sldLayoutChg>
        <pc:sldLayoutChg chg="del">
          <pc:chgData name="Sibal-Valdez, Jessica Anne" userId="94b097dd-be1a-4964-a6cb-fa7089dac6bb" providerId="ADAL" clId="{9E07FCB6-A977-42F9-B9F5-1CE03EB4661E}" dt="2024-08-07T03:27:57.780" v="68" actId="2696"/>
          <pc:sldLayoutMkLst>
            <pc:docMk/>
            <pc:sldMasterMk cId="1044624086" sldId="2147483769"/>
            <pc:sldLayoutMk cId="456434245" sldId="2147483789"/>
          </pc:sldLayoutMkLst>
        </pc:sldLayoutChg>
        <pc:sldLayoutChg chg="del">
          <pc:chgData name="Sibal-Valdez, Jessica Anne" userId="94b097dd-be1a-4964-a6cb-fa7089dac6bb" providerId="ADAL" clId="{9E07FCB6-A977-42F9-B9F5-1CE03EB4661E}" dt="2024-08-07T03:27:58.002" v="69" actId="2696"/>
          <pc:sldLayoutMkLst>
            <pc:docMk/>
            <pc:sldMasterMk cId="1044624086" sldId="2147483769"/>
            <pc:sldLayoutMk cId="1033130360" sldId="2147483790"/>
          </pc:sldLayoutMkLst>
        </pc:sldLayoutChg>
        <pc:sldLayoutChg chg="del">
          <pc:chgData name="Sibal-Valdez, Jessica Anne" userId="94b097dd-be1a-4964-a6cb-fa7089dac6bb" providerId="ADAL" clId="{9E07FCB6-A977-42F9-B9F5-1CE03EB4661E}" dt="2024-08-07T03:27:58.173" v="70" actId="2696"/>
          <pc:sldLayoutMkLst>
            <pc:docMk/>
            <pc:sldMasterMk cId="1044624086" sldId="2147483769"/>
            <pc:sldLayoutMk cId="2523281139" sldId="2147483791"/>
          </pc:sldLayoutMkLst>
        </pc:sldLayoutChg>
        <pc:sldLayoutChg chg="del">
          <pc:chgData name="Sibal-Valdez, Jessica Anne" userId="94b097dd-be1a-4964-a6cb-fa7089dac6bb" providerId="ADAL" clId="{9E07FCB6-A977-42F9-B9F5-1CE03EB4661E}" dt="2024-08-07T03:27:58.332" v="71" actId="2696"/>
          <pc:sldLayoutMkLst>
            <pc:docMk/>
            <pc:sldMasterMk cId="1044624086" sldId="2147483769"/>
            <pc:sldLayoutMk cId="1619381437" sldId="2147483792"/>
          </pc:sldLayoutMkLst>
        </pc:sldLayoutChg>
        <pc:sldLayoutChg chg="del">
          <pc:chgData name="Sibal-Valdez, Jessica Anne" userId="94b097dd-be1a-4964-a6cb-fa7089dac6bb" providerId="ADAL" clId="{9E07FCB6-A977-42F9-B9F5-1CE03EB4661E}" dt="2024-08-07T03:27:58.521" v="72" actId="2696"/>
          <pc:sldLayoutMkLst>
            <pc:docMk/>
            <pc:sldMasterMk cId="1044624086" sldId="2147483769"/>
            <pc:sldLayoutMk cId="2152754166" sldId="2147483793"/>
          </pc:sldLayoutMkLst>
        </pc:sldLayoutChg>
        <pc:sldLayoutChg chg="del">
          <pc:chgData name="Sibal-Valdez, Jessica Anne" userId="94b097dd-be1a-4964-a6cb-fa7089dac6bb" providerId="ADAL" clId="{9E07FCB6-A977-42F9-B9F5-1CE03EB4661E}" dt="2024-08-07T03:27:58.711" v="73" actId="2696"/>
          <pc:sldLayoutMkLst>
            <pc:docMk/>
            <pc:sldMasterMk cId="1044624086" sldId="2147483769"/>
            <pc:sldLayoutMk cId="375590005" sldId="2147483794"/>
          </pc:sldLayoutMkLst>
        </pc:sldLayoutChg>
        <pc:sldLayoutChg chg="add del">
          <pc:chgData name="Sibal-Valdez, Jessica Anne" userId="94b097dd-be1a-4964-a6cb-fa7089dac6bb" providerId="ADAL" clId="{9E07FCB6-A977-42F9-B9F5-1CE03EB4661E}" dt="2024-08-07T03:28:02.076" v="75" actId="2696"/>
          <pc:sldLayoutMkLst>
            <pc:docMk/>
            <pc:sldMasterMk cId="1044624086" sldId="2147483769"/>
            <pc:sldLayoutMk cId="2608415464" sldId="2147483795"/>
          </pc:sldLayoutMkLst>
        </pc:sldLayoutChg>
        <pc:sldLayoutChg chg="del">
          <pc:chgData name="Sibal-Valdez, Jessica Anne" userId="94b097dd-be1a-4964-a6cb-fa7089dac6bb" providerId="ADAL" clId="{9E07FCB6-A977-42F9-B9F5-1CE03EB4661E}" dt="2024-08-07T03:28:05.021" v="76" actId="2696"/>
          <pc:sldLayoutMkLst>
            <pc:docMk/>
            <pc:sldMasterMk cId="1044624086" sldId="2147483769"/>
            <pc:sldLayoutMk cId="1324877583" sldId="2147483799"/>
          </pc:sldLayoutMkLst>
        </pc:sldLayoutChg>
        <pc:sldLayoutChg chg="del">
          <pc:chgData name="Sibal-Valdez, Jessica Anne" userId="94b097dd-be1a-4964-a6cb-fa7089dac6bb" providerId="ADAL" clId="{9E07FCB6-A977-42F9-B9F5-1CE03EB4661E}" dt="2024-08-07T03:28:05.226" v="77" actId="2696"/>
          <pc:sldLayoutMkLst>
            <pc:docMk/>
            <pc:sldMasterMk cId="1044624086" sldId="2147483769"/>
            <pc:sldLayoutMk cId="3522943535" sldId="2147483800"/>
          </pc:sldLayoutMkLst>
        </pc:sldLayoutChg>
        <pc:sldLayoutChg chg="del">
          <pc:chgData name="Sibal-Valdez, Jessica Anne" userId="94b097dd-be1a-4964-a6cb-fa7089dac6bb" providerId="ADAL" clId="{9E07FCB6-A977-42F9-B9F5-1CE03EB4661E}" dt="2024-08-07T03:28:05.390" v="78" actId="2696"/>
          <pc:sldLayoutMkLst>
            <pc:docMk/>
            <pc:sldMasterMk cId="1044624086" sldId="2147483769"/>
            <pc:sldLayoutMk cId="4123616769" sldId="2147483801"/>
          </pc:sldLayoutMkLst>
        </pc:sldLayoutChg>
      </pc:sldMasterChg>
      <pc:sldMasterChg chg="delSldLayout">
        <pc:chgData name="Sibal-Valdez, Jessica Anne" userId="94b097dd-be1a-4964-a6cb-fa7089dac6bb" providerId="ADAL" clId="{9E07FCB6-A977-42F9-B9F5-1CE03EB4661E}" dt="2024-08-07T03:28:08.066" v="81" actId="2696"/>
        <pc:sldMasterMkLst>
          <pc:docMk/>
          <pc:sldMasterMk cId="1759709424" sldId="2147483803"/>
        </pc:sldMasterMkLst>
        <pc:sldLayoutChg chg="del">
          <pc:chgData name="Sibal-Valdez, Jessica Anne" userId="94b097dd-be1a-4964-a6cb-fa7089dac6bb" providerId="ADAL" clId="{9E07FCB6-A977-42F9-B9F5-1CE03EB4661E}" dt="2024-08-07T03:28:06.993" v="79" actId="2696"/>
          <pc:sldLayoutMkLst>
            <pc:docMk/>
            <pc:sldMasterMk cId="1759709424" sldId="2147483803"/>
            <pc:sldLayoutMk cId="940372103" sldId="2147483805"/>
          </pc:sldLayoutMkLst>
        </pc:sldLayoutChg>
        <pc:sldLayoutChg chg="del">
          <pc:chgData name="Sibal-Valdez, Jessica Anne" userId="94b097dd-be1a-4964-a6cb-fa7089dac6bb" providerId="ADAL" clId="{9E07FCB6-A977-42F9-B9F5-1CE03EB4661E}" dt="2024-08-07T03:28:07.216" v="80" actId="2696"/>
          <pc:sldLayoutMkLst>
            <pc:docMk/>
            <pc:sldMasterMk cId="1759709424" sldId="2147483803"/>
            <pc:sldLayoutMk cId="3660518826" sldId="2147483806"/>
          </pc:sldLayoutMkLst>
        </pc:sldLayoutChg>
        <pc:sldLayoutChg chg="del">
          <pc:chgData name="Sibal-Valdez, Jessica Anne" userId="94b097dd-be1a-4964-a6cb-fa7089dac6bb" providerId="ADAL" clId="{9E07FCB6-A977-42F9-B9F5-1CE03EB4661E}" dt="2024-08-07T03:28:08.066" v="81" actId="2696"/>
          <pc:sldLayoutMkLst>
            <pc:docMk/>
            <pc:sldMasterMk cId="1759709424" sldId="2147483803"/>
            <pc:sldLayoutMk cId="2834939971" sldId="2147483807"/>
          </pc:sldLayoutMkLst>
        </pc:sldLayoutChg>
      </pc:sldMasterChg>
      <pc:sldMasterChg chg="delSldLayout">
        <pc:chgData name="Sibal-Valdez, Jessica Anne" userId="94b097dd-be1a-4964-a6cb-fa7089dac6bb" providerId="ADAL" clId="{9E07FCB6-A977-42F9-B9F5-1CE03EB4661E}" dt="2024-08-07T03:28:09.721" v="84" actId="2696"/>
        <pc:sldMasterMkLst>
          <pc:docMk/>
          <pc:sldMasterMk cId="2878334193" sldId="2147483810"/>
        </pc:sldMasterMkLst>
        <pc:sldLayoutChg chg="del">
          <pc:chgData name="Sibal-Valdez, Jessica Anne" userId="94b097dd-be1a-4964-a6cb-fa7089dac6bb" providerId="ADAL" clId="{9E07FCB6-A977-42F9-B9F5-1CE03EB4661E}" dt="2024-08-07T03:28:09.327" v="82" actId="2696"/>
          <pc:sldLayoutMkLst>
            <pc:docMk/>
            <pc:sldMasterMk cId="2878334193" sldId="2147483810"/>
            <pc:sldLayoutMk cId="4105585686" sldId="2147483811"/>
          </pc:sldLayoutMkLst>
        </pc:sldLayoutChg>
        <pc:sldLayoutChg chg="del">
          <pc:chgData name="Sibal-Valdez, Jessica Anne" userId="94b097dd-be1a-4964-a6cb-fa7089dac6bb" providerId="ADAL" clId="{9E07FCB6-A977-42F9-B9F5-1CE03EB4661E}" dt="2024-08-07T03:28:09.691" v="83" actId="2696"/>
          <pc:sldLayoutMkLst>
            <pc:docMk/>
            <pc:sldMasterMk cId="2878334193" sldId="2147483810"/>
            <pc:sldLayoutMk cId="1530480941" sldId="2147483812"/>
          </pc:sldLayoutMkLst>
        </pc:sldLayoutChg>
        <pc:sldLayoutChg chg="del">
          <pc:chgData name="Sibal-Valdez, Jessica Anne" userId="94b097dd-be1a-4964-a6cb-fa7089dac6bb" providerId="ADAL" clId="{9E07FCB6-A977-42F9-B9F5-1CE03EB4661E}" dt="2024-08-07T03:28:09.721" v="84" actId="2696"/>
          <pc:sldLayoutMkLst>
            <pc:docMk/>
            <pc:sldMasterMk cId="2878334193" sldId="2147483810"/>
            <pc:sldLayoutMk cId="3657154449" sldId="2147483813"/>
          </pc:sldLayoutMkLst>
        </pc:sldLayoutChg>
      </pc:sldMasterChg>
      <pc:sldMasterChg chg="delSldLayout">
        <pc:chgData name="Sibal-Valdez, Jessica Anne" userId="94b097dd-be1a-4964-a6cb-fa7089dac6bb" providerId="ADAL" clId="{9E07FCB6-A977-42F9-B9F5-1CE03EB4661E}" dt="2024-08-07T03:28:18.116" v="90" actId="2696"/>
        <pc:sldMasterMkLst>
          <pc:docMk/>
          <pc:sldMasterMk cId="2056916821" sldId="2147483818"/>
        </pc:sldMasterMkLst>
        <pc:sldLayoutChg chg="del">
          <pc:chgData name="Sibal-Valdez, Jessica Anne" userId="94b097dd-be1a-4964-a6cb-fa7089dac6bb" providerId="ADAL" clId="{9E07FCB6-A977-42F9-B9F5-1CE03EB4661E}" dt="2024-08-07T03:28:13.532" v="87" actId="2696"/>
          <pc:sldLayoutMkLst>
            <pc:docMk/>
            <pc:sldMasterMk cId="2056916821" sldId="2147483818"/>
            <pc:sldLayoutMk cId="3176331029" sldId="2147483819"/>
          </pc:sldLayoutMkLst>
        </pc:sldLayoutChg>
        <pc:sldLayoutChg chg="del">
          <pc:chgData name="Sibal-Valdez, Jessica Anne" userId="94b097dd-be1a-4964-a6cb-fa7089dac6bb" providerId="ADAL" clId="{9E07FCB6-A977-42F9-B9F5-1CE03EB4661E}" dt="2024-08-07T03:28:13.702" v="88" actId="2696"/>
          <pc:sldLayoutMkLst>
            <pc:docMk/>
            <pc:sldMasterMk cId="2056916821" sldId="2147483818"/>
            <pc:sldLayoutMk cId="2066563151" sldId="2147483820"/>
          </pc:sldLayoutMkLst>
        </pc:sldLayoutChg>
        <pc:sldLayoutChg chg="del">
          <pc:chgData name="Sibal-Valdez, Jessica Anne" userId="94b097dd-be1a-4964-a6cb-fa7089dac6bb" providerId="ADAL" clId="{9E07FCB6-A977-42F9-B9F5-1CE03EB4661E}" dt="2024-08-07T03:28:12.699" v="85" actId="2696"/>
          <pc:sldLayoutMkLst>
            <pc:docMk/>
            <pc:sldMasterMk cId="2056916821" sldId="2147483818"/>
            <pc:sldLayoutMk cId="2309893541" sldId="2147483821"/>
          </pc:sldLayoutMkLst>
        </pc:sldLayoutChg>
        <pc:sldLayoutChg chg="del">
          <pc:chgData name="Sibal-Valdez, Jessica Anne" userId="94b097dd-be1a-4964-a6cb-fa7089dac6bb" providerId="ADAL" clId="{9E07FCB6-A977-42F9-B9F5-1CE03EB4661E}" dt="2024-08-07T03:28:12.905" v="86" actId="2696"/>
          <pc:sldLayoutMkLst>
            <pc:docMk/>
            <pc:sldMasterMk cId="2056916821" sldId="2147483818"/>
            <pc:sldLayoutMk cId="3526096533" sldId="2147483822"/>
          </pc:sldLayoutMkLst>
        </pc:sldLayoutChg>
        <pc:sldLayoutChg chg="del">
          <pc:chgData name="Sibal-Valdez, Jessica Anne" userId="94b097dd-be1a-4964-a6cb-fa7089dac6bb" providerId="ADAL" clId="{9E07FCB6-A977-42F9-B9F5-1CE03EB4661E}" dt="2024-08-07T03:28:13.905" v="89" actId="2696"/>
          <pc:sldLayoutMkLst>
            <pc:docMk/>
            <pc:sldMasterMk cId="2056916821" sldId="2147483818"/>
            <pc:sldLayoutMk cId="2271033647" sldId="2147483823"/>
          </pc:sldLayoutMkLst>
        </pc:sldLayoutChg>
        <pc:sldLayoutChg chg="del">
          <pc:chgData name="Sibal-Valdez, Jessica Anne" userId="94b097dd-be1a-4964-a6cb-fa7089dac6bb" providerId="ADAL" clId="{9E07FCB6-A977-42F9-B9F5-1CE03EB4661E}" dt="2024-08-07T03:28:18.116" v="90" actId="2696"/>
          <pc:sldLayoutMkLst>
            <pc:docMk/>
            <pc:sldMasterMk cId="2056916821" sldId="2147483818"/>
            <pc:sldLayoutMk cId="2421183220" sldId="214748383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raphik Regular" panose="020B0503030202060203"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Graphik Regular" panose="020B0503030202060203" pitchFamily="34" charset="0"/>
              </a:defRPr>
            </a:lvl1pPr>
          </a:lstStyle>
          <a:p>
            <a:fld id="{1DE7078C-3525-4C9B-BF62-C9FD13B9A875}" type="datetimeFigureOut">
              <a:rPr lang="en-US" smtClean="0"/>
              <a:pPr/>
              <a:t>10/6/2024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raphik Regular" panose="020B0503030202060203"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Graphik Regular" panose="020B0503030202060203" pitchFamily="34" charset="0"/>
              </a:defRPr>
            </a:lvl1pPr>
          </a:lstStyle>
          <a:p>
            <a:fld id="{436E8A87-18DA-4CCE-A8C2-BDBC489258C6}" type="slidenum">
              <a:rPr lang="en-US" smtClean="0"/>
              <a:pPr/>
              <a:t>‹#›</a:t>
            </a:fld>
            <a:endParaRPr lang="en-US"/>
          </a:p>
        </p:txBody>
      </p:sp>
    </p:spTree>
    <p:extLst>
      <p:ext uri="{BB962C8B-B14F-4D97-AF65-F5344CB8AC3E}">
        <p14:creationId xmlns:p14="http://schemas.microsoft.com/office/powerpoint/2010/main" val="66738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Graphik Regular" panose="020B0503030202060203" pitchFamily="34" charset="0"/>
        <a:ea typeface="+mn-ea"/>
        <a:cs typeface="+mn-cs"/>
      </a:defRPr>
    </a:lvl1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hyperlink" Target="mailto:Amy.Ritz@Accenture.com" TargetMode="Externa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eg"/><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6.xml"/><Relationship Id="rId4" Type="http://schemas.openxmlformats.org/officeDocument/2006/relationships/image" Target="../media/image25.png"/></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6.xml"/><Relationship Id="rId4" Type="http://schemas.openxmlformats.org/officeDocument/2006/relationships/image" Target="../media/image2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6.xml"/><Relationship Id="rId5" Type="http://schemas.openxmlformats.org/officeDocument/2006/relationships/image" Target="../media/image1.png"/><Relationship Id="rId4" Type="http://schemas.openxmlformats.org/officeDocument/2006/relationships/image" Target="../media/image2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eetings Slide - GTS">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5" name="Picture 4" descr="A picture containing card, drawing, crosswalk, table&#10;&#10;Description automatically generated">
            <a:extLst>
              <a:ext uri="{FF2B5EF4-FFF2-40B4-BE49-F238E27FC236}">
                <a16:creationId xmlns:a16="http://schemas.microsoft.com/office/drawing/2014/main" id="{89528D09-D9F4-47CA-BBA9-7AF13078DF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Tree>
    <p:extLst>
      <p:ext uri="{BB962C8B-B14F-4D97-AF65-F5344CB8AC3E}">
        <p14:creationId xmlns:p14="http://schemas.microsoft.com/office/powerpoint/2010/main" val="267145585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Greetings Slide - Log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Tree>
    <p:extLst>
      <p:ext uri="{BB962C8B-B14F-4D97-AF65-F5344CB8AC3E}">
        <p14:creationId xmlns:p14="http://schemas.microsoft.com/office/powerpoint/2010/main" val="247005577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87088238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S">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TextBox 5">
            <a:extLst>
              <a:ext uri="{FF2B5EF4-FFF2-40B4-BE49-F238E27FC236}">
                <a16:creationId xmlns:a16="http://schemas.microsoft.com/office/drawing/2014/main" id="{6FA1302B-6794-45FA-A428-AB50D28EF9A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pic>
        <p:nvPicPr>
          <p:cNvPr id="5" name="Picture 4" descr="A picture containing card, drawing, crosswalk, table&#10;&#10;Description automatically generated">
            <a:extLst>
              <a:ext uri="{FF2B5EF4-FFF2-40B4-BE49-F238E27FC236}">
                <a16:creationId xmlns:a16="http://schemas.microsoft.com/office/drawing/2014/main" id="{E5FCD86B-B6A8-4016-9F0D-3FDC4C784D3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0999" y="5376231"/>
            <a:ext cx="670786" cy="710244"/>
          </a:xfrm>
          <a:prstGeom prst="rect">
            <a:avLst/>
          </a:prstGeom>
        </p:spPr>
      </p:pic>
    </p:spTree>
    <p:extLst>
      <p:ext uri="{BB962C8B-B14F-4D97-AF65-F5344CB8AC3E}">
        <p14:creationId xmlns:p14="http://schemas.microsoft.com/office/powerpoint/2010/main" val="304173096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Image - Centered, GTS">
    <p:bg>
      <p:bgPr>
        <a:solidFill>
          <a:schemeClr val="accent3"/>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6A165409-AACC-4605-8892-1A883468FD7E}"/>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provided selections in the image library</a:t>
            </a:r>
            <a:endParaRPr lang="en-US" noProof="0"/>
          </a:p>
        </p:txBody>
      </p:sp>
      <p:pic>
        <p:nvPicPr>
          <p:cNvPr id="2" name="Picture 1" descr="A picture containing card, drawing, crosswalk, table&#10;&#10;Description automatically generated">
            <a:extLst>
              <a:ext uri="{FF2B5EF4-FFF2-40B4-BE49-F238E27FC236}">
                <a16:creationId xmlns:a16="http://schemas.microsoft.com/office/drawing/2014/main" id="{3C7C075D-013F-4D6D-8EA2-7E4465FC22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5" name="TextBox 4">
            <a:extLst>
              <a:ext uri="{FF2B5EF4-FFF2-40B4-BE49-F238E27FC236}">
                <a16:creationId xmlns:a16="http://schemas.microsoft.com/office/drawing/2014/main" id="{C12FF000-7B73-46EF-AF03-BC821DE671E7}"/>
              </a:ext>
            </a:extLst>
          </p:cNvPr>
          <p:cNvSpPr txBox="1"/>
          <p:nvPr userDrawn="1"/>
        </p:nvSpPr>
        <p:spPr>
          <a:xfrm>
            <a:off x="8698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a:t>
            </a:r>
            <a:endParaRPr kumimoji="0" lang="en-US" sz="1800" b="0" i="0" u="none" strike="noStrike" kern="0" cap="none" spc="0" normalizeH="0" baseline="0" noProof="0">
              <a:ln>
                <a:noFill/>
              </a:ln>
              <a:solidFill>
                <a:srgbClr val="FFFFFF">
                  <a:alpha val="75000"/>
                </a:srgbClr>
              </a:solidFill>
              <a:effectLst/>
              <a:uLnTx/>
              <a:uFillTx/>
            </a:endParaRPr>
          </a:p>
        </p:txBody>
      </p:sp>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fld id="{4202F806-53EB-4AFB-B0F7-2A7BC4E5136F}" type="datetime2">
              <a:rPr lang="en-US" smtClean="0"/>
              <a:t>Sunday, October 6, 2024</a:t>
            </a:fld>
            <a:endParaRPr lang="en-US"/>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a:t>Place subtitle here in GT Sectra Fine 24pt</a:t>
            </a:r>
          </a:p>
        </p:txBody>
      </p:sp>
    </p:spTree>
    <p:extLst>
      <p:ext uri="{BB962C8B-B14F-4D97-AF65-F5344CB8AC3E}">
        <p14:creationId xmlns:p14="http://schemas.microsoft.com/office/powerpoint/2010/main" val="2257348301"/>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Image - Centered, Logo">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fld id="{6074C878-35E6-4631-95D1-AE66D6398682}" type="datetime2">
              <a:rPr lang="en-US" smtClean="0"/>
              <a:t>Sunday, October 6, 2024</a:t>
            </a:fld>
            <a:endParaRPr lang="en-US"/>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10" name="TextBox 9">
            <a:extLst>
              <a:ext uri="{FF2B5EF4-FFF2-40B4-BE49-F238E27FC236}">
                <a16:creationId xmlns:a16="http://schemas.microsoft.com/office/drawing/2014/main" id="{175A7BBE-17FB-4B75-B79B-F6834CE3706C}"/>
              </a:ext>
            </a:extLst>
          </p:cNvPr>
          <p:cNvSpPr txBox="1"/>
          <p:nvPr userDrawn="1"/>
        </p:nvSpPr>
        <p:spPr>
          <a:xfrm>
            <a:off x="8698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a:t>
            </a:r>
            <a:endParaRPr kumimoji="0" lang="en-US" sz="1800" b="0" i="0" u="none" strike="noStrike" kern="0" cap="none" spc="0" normalizeH="0" baseline="0" noProof="0">
              <a:ln>
                <a:noFill/>
              </a:ln>
              <a:solidFill>
                <a:srgbClr val="FFFFFF">
                  <a:alpha val="75000"/>
                </a:srgbClr>
              </a:solidFill>
              <a:effectLst/>
              <a:uLnTx/>
              <a:uFillTx/>
            </a:endParaRP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a:t>Place subtitle here in GT Sectra Fine 24pt</a:t>
            </a:r>
          </a:p>
        </p:txBody>
      </p:sp>
      <p:sp>
        <p:nvSpPr>
          <p:cNvPr id="18" name="TextBox 17">
            <a:extLst>
              <a:ext uri="{FF2B5EF4-FFF2-40B4-BE49-F238E27FC236}">
                <a16:creationId xmlns:a16="http://schemas.microsoft.com/office/drawing/2014/main" id="{6A165409-AACC-4605-8892-1A883468FD7E}"/>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provided selections in the image library</a:t>
            </a:r>
            <a:endParaRPr lang="en-US" noProof="0"/>
          </a:p>
        </p:txBody>
      </p:sp>
      <p:pic>
        <p:nvPicPr>
          <p:cNvPr id="5" name="Graphic 5">
            <a:extLst>
              <a:ext uri="{FF2B5EF4-FFF2-40B4-BE49-F238E27FC236}">
                <a16:creationId xmlns:a16="http://schemas.microsoft.com/office/drawing/2014/main" id="{AB0147B5-7C98-4E5D-8901-C96CE8A29E2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Tree>
    <p:extLst>
      <p:ext uri="{BB962C8B-B14F-4D97-AF65-F5344CB8AC3E}">
        <p14:creationId xmlns:p14="http://schemas.microsoft.com/office/powerpoint/2010/main" val="414305390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Image - Large GTS">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userDrawn="1"/>
        </p:nvSpPr>
        <p:spPr>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1EF6557B-1FAD-4B21-979D-AF32AE2ABE3A}" type="datetime2">
              <a:rPr lang="en-US" smtClean="0"/>
              <a:t>Sunday, October 6, 2024</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5" name="TextBox 4">
            <a:extLst>
              <a:ext uri="{FF2B5EF4-FFF2-40B4-BE49-F238E27FC236}">
                <a16:creationId xmlns:a16="http://schemas.microsoft.com/office/drawing/2014/main" id="{B467DB53-62C4-4756-975D-61C7B1206CEF}"/>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a:ln>
                <a:noFill/>
              </a:ln>
              <a:solidFill>
                <a:schemeClr val="bg2"/>
              </a:solidFill>
              <a:effectLst/>
              <a:uLnTx/>
              <a:uFillTx/>
            </a:endParaRP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9" name="TextBox 8">
            <a:extLst>
              <a:ext uri="{FF2B5EF4-FFF2-40B4-BE49-F238E27FC236}">
                <a16:creationId xmlns:a16="http://schemas.microsoft.com/office/drawing/2014/main" id="{F9D1A883-A380-48BD-9784-E5D4EAA2714C}"/>
              </a:ext>
            </a:extLst>
          </p:cNvPr>
          <p:cNvSpPr txBox="1"/>
          <p:nvPr userDrawn="1"/>
        </p:nvSpPr>
        <p:spPr>
          <a:xfrm>
            <a:off x="381000" y="6058209"/>
            <a:ext cx="3112110" cy="253691"/>
          </a:xfrm>
          <a:prstGeom prst="rect">
            <a:avLst/>
          </a:prstGeom>
          <a:noFill/>
        </p:spPr>
        <p:txBody>
          <a:bodyPr wrap="square" lIns="0" tIns="0" rIns="0" bIns="0" rtlCol="0" anchor="b">
            <a:noAutofit/>
          </a:bodyPr>
          <a:lstStyle/>
          <a:p>
            <a:pPr marL="0" marR="0" lvl="0" indent="0" algn="l"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a:t>
            </a:r>
            <a:endParaRPr kumimoji="0" lang="en-US" sz="1800" b="0" i="0" u="none" strike="noStrike" kern="0" cap="none" spc="0" normalizeH="0" baseline="0" noProof="0">
              <a:ln>
                <a:noFill/>
              </a:ln>
              <a:solidFill>
                <a:srgbClr val="FFFFFF">
                  <a:alpha val="75000"/>
                </a:srgbClr>
              </a:solidFill>
              <a:effectLst/>
              <a:uLnTx/>
              <a:uFillTx/>
            </a:endParaRP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a:t>Place subtitle here in GT Sectra Fine 24pt</a:t>
            </a:r>
          </a:p>
        </p:txBody>
      </p:sp>
    </p:spTree>
    <p:extLst>
      <p:ext uri="{BB962C8B-B14F-4D97-AF65-F5344CB8AC3E}">
        <p14:creationId xmlns:p14="http://schemas.microsoft.com/office/powerpoint/2010/main" val="26060915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Cover Image - Left-aligned, GTS">
    <p:bg>
      <p:bgPr>
        <a:solidFill>
          <a:schemeClr val="accent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6201D5A-B05B-463A-A39A-D6351436BF33}"/>
              </a:ext>
            </a:extLst>
          </p:cNvPr>
          <p:cNvSpPr/>
          <p:nvPr userDrawn="1"/>
        </p:nvSpPr>
        <p:spPr>
          <a:xfrm>
            <a:off x="0" y="0"/>
            <a:ext cx="7965831" cy="6858000"/>
          </a:xfrm>
          <a:prstGeom prst="rect">
            <a:avLst/>
          </a:prstGeom>
          <a:gradFill flip="none" rotWithShape="1">
            <a:gsLst>
              <a:gs pos="0">
                <a:schemeClr val="bg1">
                  <a:alpha val="48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381001" y="3097823"/>
            <a:ext cx="4301168" cy="1092845"/>
          </a:xfrm>
        </p:spPr>
        <p:txBody>
          <a:bodyPr/>
          <a:lstStyle>
            <a:lvl1pPr marL="0" indent="0" algn="l">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084C2CB2-4FB2-4965-A2E7-4A3640116F06}" type="datetime2">
              <a:rPr lang="en-US" smtClean="0"/>
              <a:t>Sunday, October 6, 2024</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a:ln>
                <a:noFill/>
              </a:ln>
              <a:solidFill>
                <a:schemeClr val="bg2"/>
              </a:solidFill>
              <a:effectLst/>
              <a:uLnTx/>
              <a:uFillTx/>
            </a:endParaRPr>
          </a:p>
        </p:txBody>
      </p:sp>
      <p:pic>
        <p:nvPicPr>
          <p:cNvPr id="7" name="Picture 6" descr="A picture containing card, drawing, crosswalk, table&#10;&#10;Description automatically generated">
            <a:extLst>
              <a:ext uri="{FF2B5EF4-FFF2-40B4-BE49-F238E27FC236}">
                <a16:creationId xmlns:a16="http://schemas.microsoft.com/office/drawing/2014/main" id="{DF3CEA6A-1953-4DD5-B664-EEDED901A6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5601656"/>
            <a:ext cx="670786" cy="710244"/>
          </a:xfrm>
          <a:prstGeom prst="rect">
            <a:avLst/>
          </a:prstGeom>
        </p:spPr>
      </p:pic>
    </p:spTree>
    <p:extLst>
      <p:ext uri="{BB962C8B-B14F-4D97-AF65-F5344CB8AC3E}">
        <p14:creationId xmlns:p14="http://schemas.microsoft.com/office/powerpoint/2010/main" val="2522107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over Image - Left-aligned, Logo">
    <p:bg>
      <p:bgPr>
        <a:solidFill>
          <a:schemeClr val="accent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345ECE-0A07-4C4B-9368-0CE4479DD27C}"/>
              </a:ext>
            </a:extLst>
          </p:cNvPr>
          <p:cNvSpPr/>
          <p:nvPr userDrawn="1"/>
        </p:nvSpPr>
        <p:spPr>
          <a:xfrm>
            <a:off x="0" y="0"/>
            <a:ext cx="7965831" cy="6858000"/>
          </a:xfrm>
          <a:prstGeom prst="rect">
            <a:avLst/>
          </a:prstGeom>
          <a:gradFill flip="none" rotWithShape="1">
            <a:gsLst>
              <a:gs pos="0">
                <a:schemeClr val="bg1">
                  <a:alpha val="48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t>Sunday, October 6, 2024</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6" name="Graphic 5">
            <a:extLst>
              <a:ext uri="{FF2B5EF4-FFF2-40B4-BE49-F238E27FC236}">
                <a16:creationId xmlns:a16="http://schemas.microsoft.com/office/drawing/2014/main" id="{A38692DE-6F51-4131-B2FE-C47AAD1521E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001" y="5813885"/>
            <a:ext cx="1884233" cy="498015"/>
          </a:xfrm>
          <a:prstGeom prst="rect">
            <a:avLst/>
          </a:prstGeom>
        </p:spPr>
      </p:pic>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a:ln>
                <a:noFill/>
              </a:ln>
              <a:solidFill>
                <a:schemeClr val="bg2"/>
              </a:solidFill>
              <a:effectLst/>
              <a:uLnTx/>
              <a:uFillTx/>
            </a:endParaRP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Tree>
    <p:extLst>
      <p:ext uri="{BB962C8B-B14F-4D97-AF65-F5344CB8AC3E}">
        <p14:creationId xmlns:p14="http://schemas.microsoft.com/office/powerpoint/2010/main" val="4897091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 Dark">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59F547C-24AC-4360-A79B-5A655D445CD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009244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7445675"/>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Tree>
    <p:extLst>
      <p:ext uri="{BB962C8B-B14F-4D97-AF65-F5344CB8AC3E}">
        <p14:creationId xmlns:p14="http://schemas.microsoft.com/office/powerpoint/2010/main" val="247685601"/>
      </p:ext>
    </p:extLst>
  </p:cSld>
  <p:clrMapOvr>
    <a:masterClrMapping/>
  </p:clrMapOvr>
  <p:extLst>
    <p:ext uri="{DCECCB84-F9BA-43D5-87BE-67443E8EF086}">
      <p15:sldGuideLst xmlns:p15="http://schemas.microsoft.com/office/powerpoint/2012/main">
        <p15:guide id="1" orient="horz" pos="864" userDrawn="1">
          <p15:clr>
            <a:srgbClr val="5ACBF0"/>
          </p15:clr>
        </p15:guide>
        <p15:guide id="2" pos="3720" userDrawn="1">
          <p15:clr>
            <a:srgbClr val="5ACBF0"/>
          </p15:clr>
        </p15:guide>
        <p15:guide id="3" pos="396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umns 2 - Headlin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a:buNone/>
              <a:defRPr lang="en-US" sz="1200" dirty="0"/>
            </a:lvl1pPr>
          </a:lstStyle>
          <a:p>
            <a:pPr lvl="0"/>
            <a:r>
              <a:rPr lang="en-US"/>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059450818"/>
      </p:ext>
    </p:extLst>
  </p:cSld>
  <p:clrMapOvr>
    <a:masterClrMapping/>
  </p:clrMapOvr>
  <p:extLst>
    <p:ext uri="{DCECCB84-F9BA-43D5-87BE-67443E8EF086}">
      <p15:sldGuideLst xmlns:p15="http://schemas.microsoft.com/office/powerpoint/2012/main">
        <p15:guide id="1" orient="horz" pos="864" userDrawn="1">
          <p15:clr>
            <a:srgbClr val="5ACBF0"/>
          </p15:clr>
        </p15:guide>
        <p15:guide id="2" pos="3720" userDrawn="1">
          <p15:clr>
            <a:srgbClr val="5ACBF0"/>
          </p15:clr>
        </p15:guide>
        <p15:guide id="3" pos="3960"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umns 3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Tree>
    <p:extLst>
      <p:ext uri="{BB962C8B-B14F-4D97-AF65-F5344CB8AC3E}">
        <p14:creationId xmlns:p14="http://schemas.microsoft.com/office/powerpoint/2010/main" val="3268099797"/>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lumns 4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560975919"/>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Tree>
    <p:extLst>
      <p:ext uri="{BB962C8B-B14F-4D97-AF65-F5344CB8AC3E}">
        <p14:creationId xmlns:p14="http://schemas.microsoft.com/office/powerpoint/2010/main" val="3655126605"/>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Full Name</a:t>
            </a:r>
          </a:p>
          <a:p>
            <a:pPr lvl="1"/>
            <a:r>
              <a:rPr lang="en-US"/>
              <a:t>Role</a:t>
            </a:r>
          </a:p>
          <a:p>
            <a:pPr lvl="2"/>
            <a:r>
              <a:rPr lang="en-US"/>
              <a:t>Short bio</a:t>
            </a:r>
          </a:p>
          <a:p>
            <a:pPr lvl="3"/>
            <a:r>
              <a:rPr lang="en-US"/>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2311186519"/>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6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379903455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6 - 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pic>
        <p:nvPicPr>
          <p:cNvPr id="4" name="Picture 3">
            <a:extLst>
              <a:ext uri="{FF2B5EF4-FFF2-40B4-BE49-F238E27FC236}">
                <a16:creationId xmlns:a16="http://schemas.microsoft.com/office/drawing/2014/main" id="{DB3CD3D7-329E-47BB-94A7-43044FF6B3F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8260289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8 +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p>
            <a:pPr lvl="0"/>
            <a:r>
              <a:rPr lang="en-GB"/>
              <a:t>Place text here, use indent to access other levels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7061921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xt and Image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image,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13C499DC-456D-AD4E-B8A4-E55217F992E7}"/>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a:t>
            </a:r>
            <a:endParaRPr lang="en-US" noProof="0">
              <a:solidFill>
                <a:schemeClr val="tx1">
                  <a:alpha val="75000"/>
                </a:schemeClr>
              </a:solidFill>
            </a:endParaRPr>
          </a:p>
        </p:txBody>
      </p:sp>
    </p:spTree>
    <p:extLst>
      <p:ext uri="{BB962C8B-B14F-4D97-AF65-F5344CB8AC3E}">
        <p14:creationId xmlns:p14="http://schemas.microsoft.com/office/powerpoint/2010/main" val="5801817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a:buNone/>
              <a:defRPr sz="1400" b="0">
                <a:solidFill>
                  <a:schemeClr val="tx1"/>
                </a:solidFill>
              </a:defRPr>
            </a:lvl1pPr>
          </a:lstStyle>
          <a:p>
            <a:r>
              <a:rPr lang="en-GB"/>
              <a:t>Add image here</a:t>
            </a:r>
            <a:endParaRPr lang="en-US"/>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a:t>
            </a:r>
            <a:endParaRPr kumimoji="0" lang="en-US" sz="1800" b="0" i="0" u="none" strike="noStrike" kern="0" cap="none" spc="0" normalizeH="0" baseline="0" noProof="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GT Sectra Fine" panose="00000500000000000000" pitchFamily="50" charset="0"/>
              </a:defRPr>
            </a:lvl1pPr>
            <a:lvl2pPr marL="0" indent="0">
              <a:buNone/>
              <a:defRPr sz="1800">
                <a:solidFill>
                  <a:schemeClr val="tx1"/>
                </a:solidFill>
              </a:defRPr>
            </a:lvl2pPr>
            <a:lvl3pPr marL="228600">
              <a:buFont typeface="Arial" panose="020B0604020202020204" pitchFamily="34" charset="0"/>
              <a:buChar char="•"/>
              <a:defRPr sz="1800">
                <a:solidFill>
                  <a:schemeClr val="tx1"/>
                </a:solidFill>
              </a:defRPr>
            </a:lvl3pPr>
            <a:lvl4pPr marL="457200">
              <a:buFont typeface="System Font"/>
              <a:buChar char="–"/>
              <a:defRPr sz="1600">
                <a:solidFill>
                  <a:schemeClr val="tx1"/>
                </a:solidFill>
              </a:defRPr>
            </a:lvl4pPr>
            <a:lvl5pPr marL="685800">
              <a:buFont typeface="Arial" panose="020B0604020202020204" pitchFamily="34" charset="0"/>
              <a:buChar char="•"/>
              <a:defRPr sz="1600">
                <a:solidFill>
                  <a:schemeClr val="tx1"/>
                </a:solidFill>
              </a:defRPr>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Tree>
    <p:extLst>
      <p:ext uri="{BB962C8B-B14F-4D97-AF65-F5344CB8AC3E}">
        <p14:creationId xmlns:p14="http://schemas.microsoft.com/office/powerpoint/2010/main" val="29491802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 Portrait 1">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a:buNone/>
              <a:defRPr sz="1400" b="0">
                <a:solidFill>
                  <a:schemeClr val="tx1"/>
                </a:solidFill>
              </a:defRPr>
            </a:lvl1pPr>
          </a:lstStyle>
          <a:p>
            <a:r>
              <a:rPr lang="en-GB"/>
              <a:t>Add image</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a:t>
            </a:r>
          </a:p>
        </p:txBody>
      </p:sp>
    </p:spTree>
    <p:extLst>
      <p:ext uri="{BB962C8B-B14F-4D97-AF65-F5344CB8AC3E}">
        <p14:creationId xmlns:p14="http://schemas.microsoft.com/office/powerpoint/2010/main" val="3533115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tat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a:buNone/>
              <a:defRPr sz="1400" b="0">
                <a:solidFill>
                  <a:schemeClr val="tx1"/>
                </a:solidFill>
              </a:defRPr>
            </a:lvl1pPr>
          </a:lstStyle>
          <a:p>
            <a:r>
              <a:rPr lang="en-GB"/>
              <a:t>Add image here</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61FAF127-9F53-4673-A2A8-7956E1AE99D5}"/>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alpha val="75000"/>
                  </a:schemeClr>
                </a:solidFill>
              </a:rPr>
              <a:t>Copyright © 2021 Accenture. All rights reserved.</a:t>
            </a:r>
            <a:endParaRPr lang="en-US" noProof="0">
              <a:solidFill>
                <a:schemeClr val="bg1">
                  <a:alpha val="75000"/>
                </a:schemeClr>
              </a:solidFill>
            </a:endParaRPr>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Tree>
    <p:extLst>
      <p:ext uri="{BB962C8B-B14F-4D97-AF65-F5344CB8AC3E}">
        <p14:creationId xmlns:p14="http://schemas.microsoft.com/office/powerpoint/2010/main" val="1162012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t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a:buNone/>
              <a:defRPr sz="1400" b="0">
                <a:solidFill>
                  <a:schemeClr val="tx1"/>
                </a:solidFill>
              </a:defRPr>
            </a:lvl1pPr>
          </a:lstStyle>
          <a:p>
            <a:r>
              <a:rPr lang="en-GB"/>
              <a:t>Add image here</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n-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a:buNone/>
              <a:defRPr lang="en-US" sz="1400" dirty="0"/>
            </a:lvl1pPr>
          </a:lstStyle>
          <a:p>
            <a:pPr marL="228600" lvl="0" indent="-228600" algn="ctr"/>
            <a:r>
              <a:rPr lang="en-GB"/>
              <a:t>Add image here</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a:p>
        </p:txBody>
      </p:sp>
      <p:sp>
        <p:nvSpPr>
          <p:cNvPr id="35" name="Text Placeholder 26">
            <a:extLst>
              <a:ext uri="{FF2B5EF4-FFF2-40B4-BE49-F238E27FC236}">
                <a16:creationId xmlns:a16="http://schemas.microsoft.com/office/drawing/2014/main" id="{9BC0904C-6BDA-4032-94C2-6417F59042D8}"/>
              </a:ext>
            </a:extLst>
          </p:cNvPr>
          <p:cNvSpPr>
            <a:spLocks noGrp="1"/>
          </p:cNvSpPr>
          <p:nvPr>
            <p:ph type="body" sz="quarter" idx="26" hasCustomPrompt="1"/>
          </p:nvPr>
        </p:nvSpPr>
        <p:spPr>
          <a:xfrm>
            <a:off x="380997" y="380999"/>
            <a:ext cx="5333972" cy="2393952"/>
          </a:xfrm>
        </p:spPr>
        <p:txBody>
          <a:bodyPr anchor="ctr"/>
          <a:lstStyle>
            <a:lvl1pPr marL="0" indent="0">
              <a:buNone/>
              <a:defRPr kumimoji="0" lang="en-US" sz="3600" b="1" i="0" u="none" strike="noStrike" kern="1200" cap="none" spc="0" normalizeH="0" baseline="0" dirty="0">
                <a:ln>
                  <a:noFill/>
                </a:ln>
                <a:solidFill>
                  <a:srgbClr val="000000"/>
                </a:solidFill>
                <a:effectLst/>
                <a:uLnTx/>
                <a:uFillTx/>
                <a:latin typeface="Graphik"/>
                <a:ea typeface="+mj-ea"/>
                <a:cs typeface="+mj-cs"/>
              </a:defRPr>
            </a:lvl1pPr>
            <a:lvl2pPr>
              <a:defRPr/>
            </a:lvl2pPr>
            <a:lvl3pPr>
              <a:defRPr/>
            </a:lvl3pPr>
            <a:lvl4pPr>
              <a:defRPr/>
            </a:lvl4pPr>
            <a:lvl5pPr>
              <a:defRPr/>
            </a:lvl5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600" b="1" i="0" u="none" strike="noStrike" kern="1200" cap="none" spc="0" normalizeH="0" baseline="0" noProof="0">
                <a:ln>
                  <a:noFill/>
                </a:ln>
                <a:solidFill>
                  <a:srgbClr val="000000"/>
                </a:solidFill>
                <a:effectLst/>
                <a:uLnTx/>
                <a:uFillTx/>
                <a:latin typeface="Graphik"/>
                <a:ea typeface="+mj-ea"/>
                <a:cs typeface="+mj-cs"/>
              </a:rPr>
              <a:t>P</a:t>
            </a:r>
            <a:r>
              <a:rPr kumimoji="0" lang="en-US" sz="3600" b="1" i="0" u="none" strike="noStrike" kern="1200" cap="none" spc="0" normalizeH="0" baseline="0" noProof="0">
                <a:ln>
                  <a:noFill/>
                </a:ln>
                <a:solidFill>
                  <a:srgbClr val="000000"/>
                </a:solidFill>
                <a:effectLst/>
                <a:uLnTx/>
                <a:uFillTx/>
                <a:latin typeface="Graphik"/>
                <a:ea typeface="+mj-ea"/>
                <a:cs typeface="+mj-cs"/>
              </a:rPr>
              <a:t>lace headline here 36pt, min 30pt)</a:t>
            </a:r>
          </a:p>
        </p:txBody>
      </p:sp>
      <p:sp>
        <p:nvSpPr>
          <p:cNvPr id="2" name="TextBox 1">
            <a:extLst>
              <a:ext uri="{FF2B5EF4-FFF2-40B4-BE49-F238E27FC236}">
                <a16:creationId xmlns:a16="http://schemas.microsoft.com/office/drawing/2014/main" id="{37D52323-3645-4D54-A333-3E2D3D1E3ED3}"/>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alpha val="75000"/>
                  </a:schemeClr>
                </a:solidFill>
              </a:rPr>
              <a:t>Copyright © 2021 Accenture. All rights reserved.</a:t>
            </a:r>
            <a:endParaRPr lang="en-US" noProof="0">
              <a:solidFill>
                <a:schemeClr val="bg1">
                  <a:alpha val="75000"/>
                </a:schemeClr>
              </a:solidFill>
            </a:endParaRPr>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Tree>
    <p:extLst>
      <p:ext uri="{BB962C8B-B14F-4D97-AF65-F5344CB8AC3E}">
        <p14:creationId xmlns:p14="http://schemas.microsoft.com/office/powerpoint/2010/main" val="41362061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5ACBF0"/>
          </p15:clr>
        </p15:guide>
        <p15:guide id="2" pos="1920" userDrawn="1">
          <p15:clr>
            <a:srgbClr val="5ACBF0"/>
          </p15:clr>
        </p15:guide>
        <p15:guide id="3" pos="5760" userDrawn="1">
          <p15:clr>
            <a:srgbClr val="5ACBF0"/>
          </p15:clr>
        </p15:guide>
        <p15:guide id="4" orient="horz" pos="198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1" name="Picture Placeholder 18">
            <a:extLst>
              <a:ext uri="{FF2B5EF4-FFF2-40B4-BE49-F238E27FC236}">
                <a16:creationId xmlns:a16="http://schemas.microsoft.com/office/drawing/2014/main" id="{0302C3C0-FF67-42ED-97D5-60E1344FC3C3}"/>
              </a:ext>
            </a:extLst>
          </p:cNvPr>
          <p:cNvSpPr>
            <a:spLocks noGrp="1"/>
          </p:cNvSpPr>
          <p:nvPr>
            <p:ph type="pic" sz="quarter" idx="13" hasCustomPrompt="1"/>
          </p:nvPr>
        </p:nvSpPr>
        <p:spPr>
          <a:xfrm>
            <a:off x="0" y="0"/>
            <a:ext cx="12192000" cy="6858000"/>
          </a:xfrm>
          <a:noFill/>
        </p:spPr>
        <p:txBody>
          <a:bodyPr tIns="274320" bIns="274320" anchor="t"/>
          <a:lstStyle>
            <a:lvl1pPr marL="0" indent="0" algn="ctr">
              <a:buNone/>
              <a:defRPr sz="1400" b="0">
                <a:solidFill>
                  <a:schemeClr val="tx2"/>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lgn="r">
              <a:defRPr lang="en-US" sz="800" smtClean="0">
                <a:solidFill>
                  <a:schemeClr val="tx1">
                    <a:alpha val="75000"/>
                  </a:schemeClr>
                </a:solidFill>
              </a:defRPr>
            </a:lvl1pPr>
          </a:lstStyle>
          <a:p>
            <a:pPr algn="r" defTabSz="228600">
              <a:spcAft>
                <a:spcPts val="1200"/>
              </a:spcAft>
            </a:pPr>
            <a:fld id="{CC9E6EB9-168E-4914-8CC7-2E853AFB4F1B}" type="slidenum">
              <a:rPr lang="en-GB" smtClean="0"/>
              <a:pPr algn="r" defTabSz="228600">
                <a:spcAft>
                  <a:spcPts val="1200"/>
                </a:spcAft>
              </a:pPr>
              <a:t>‹#›</a:t>
            </a:fld>
            <a:endParaRPr lang="en-GB"/>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a:t>
            </a:r>
            <a:endParaRPr lang="en-US" noProof="0">
              <a:solidFill>
                <a:schemeClr val="tx1">
                  <a:alpha val="75000"/>
                </a:schemeClr>
              </a:solidFill>
            </a:endParaRPr>
          </a:p>
        </p:txBody>
      </p:sp>
    </p:spTree>
    <p:extLst>
      <p:ext uri="{BB962C8B-B14F-4D97-AF65-F5344CB8AC3E}">
        <p14:creationId xmlns:p14="http://schemas.microsoft.com/office/powerpoint/2010/main" val="101723486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 Dark">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59F547C-24AC-4360-A79B-5A655D445CD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43442332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0432450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uide - Icon Librar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n-US" noProof="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a:spcAft>
                <a:spcPts val="1200"/>
              </a:spcAft>
            </a:pPr>
            <a:r>
              <a:rPr lang="en-GB" sz="1600"/>
              <a:t>Our expansive asset library including fonts, photography, iconography and custom slides are available </a:t>
            </a:r>
            <a:r>
              <a:rPr lang="en-GB" sz="1600">
                <a:solidFill>
                  <a:schemeClr val="accent1"/>
                </a:solidFill>
              </a:rPr>
              <a:t>[here &lt;link&gt;]</a:t>
            </a:r>
            <a:r>
              <a:rPr lang="en-GB" sz="1600"/>
              <a:t>. Contact </a:t>
            </a:r>
            <a:r>
              <a:rPr kumimoji="0" lang="en-GB" sz="1600" b="0" i="0" u="none" strike="noStrike" kern="1200" cap="none" spc="0" normalizeH="0" baseline="0" noProof="0">
                <a:ln>
                  <a:noFill/>
                </a:ln>
                <a:solidFill>
                  <a:srgbClr val="A100FF"/>
                </a:solidFill>
                <a:effectLst/>
                <a:uLnTx/>
                <a:uFillTx/>
                <a:latin typeface="Graphik Regular"/>
                <a:ea typeface="+mn-ea"/>
                <a:cs typeface="+mn-cs"/>
                <a:hlinkClick r:id="rId2"/>
              </a:rPr>
              <a:t>Amy.Ritz@Accenture.com</a:t>
            </a:r>
            <a:r>
              <a:rPr kumimoji="0" lang="en-GB" sz="1600" b="0" i="0" u="none" strike="noStrike" kern="1200" cap="none" spc="0" normalizeH="0" baseline="0" noProof="0">
                <a:ln>
                  <a:noFill/>
                </a:ln>
                <a:solidFill>
                  <a:srgbClr val="A100FF"/>
                </a:solidFill>
                <a:effectLst/>
                <a:uLnTx/>
                <a:uFillTx/>
                <a:latin typeface="Graphik Regular"/>
                <a:ea typeface="+mn-ea"/>
                <a:cs typeface="+mn-cs"/>
              </a:rPr>
              <a:t> </a:t>
            </a:r>
            <a:r>
              <a:rPr lang="en-GB" sz="1600"/>
              <a:t>for further information. Access the icons below through </a:t>
            </a:r>
            <a:r>
              <a:rPr lang="en-GB" sz="1600" b="1">
                <a:solidFill>
                  <a:schemeClr val="accent1"/>
                </a:solidFill>
              </a:rPr>
              <a:t>View &gt; Slide Master</a:t>
            </a:r>
            <a:r>
              <a:rPr lang="en-GB" sz="1600"/>
              <a:t>.</a:t>
            </a:r>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89" name="Group 133">
            <a:extLst>
              <a:ext uri="{FF2B5EF4-FFF2-40B4-BE49-F238E27FC236}">
                <a16:creationId xmlns:a16="http://schemas.microsoft.com/office/drawing/2014/main" id="{E59F227F-CDAA-2645-BBA5-7162A1A03A93}"/>
              </a:ext>
            </a:extLst>
          </p:cNvPr>
          <p:cNvGrpSpPr>
            <a:grpSpLocks noChangeAspect="1"/>
          </p:cNvGrpSpPr>
          <p:nvPr userDrawn="1"/>
        </p:nvGrpSpPr>
        <p:grpSpPr bwMode="auto">
          <a:xfrm>
            <a:off x="769996" y="4304038"/>
            <a:ext cx="508082" cy="508082"/>
            <a:chOff x="5508" y="2995"/>
            <a:chExt cx="427" cy="427"/>
          </a:xfrm>
          <a:solidFill>
            <a:schemeClr val="accent1"/>
          </a:solidFill>
        </p:grpSpPr>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5650" y="2995"/>
              <a:ext cx="285" cy="249"/>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5846"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5793" y="3084"/>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5739"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5508" y="3120"/>
              <a:ext cx="285" cy="302"/>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44719362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Thank you</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60850680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4895898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5415641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34518856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0108628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06-10-2024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5141436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06-10-2024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549803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06-10-2024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48018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4310395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35700520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2773787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5477297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13926254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275332922"/>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Greetings Slide - GTS">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5" name="Picture 4" descr="A picture containing card, drawing, crosswalk, table&#10;&#10;Description automatically generated">
            <a:extLst>
              <a:ext uri="{FF2B5EF4-FFF2-40B4-BE49-F238E27FC236}">
                <a16:creationId xmlns:a16="http://schemas.microsoft.com/office/drawing/2014/main" id="{89528D09-D9F4-47CA-BBA9-7AF13078DF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Picture or texture fill &gt; Set to one of the dark or mid gradient options</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spTree>
    <p:extLst>
      <p:ext uri="{BB962C8B-B14F-4D97-AF65-F5344CB8AC3E}">
        <p14:creationId xmlns:p14="http://schemas.microsoft.com/office/powerpoint/2010/main" val="3246921004"/>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Greetings Slide - Log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Picture or texture fill &gt; Set to one of the dark or mid gradient options</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spTree>
    <p:extLst>
      <p:ext uri="{BB962C8B-B14F-4D97-AF65-F5344CB8AC3E}">
        <p14:creationId xmlns:p14="http://schemas.microsoft.com/office/powerpoint/2010/main" val="271896173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Blank">
    <p:bg>
      <p:bgPr>
        <a:solidFill>
          <a:schemeClr val="accent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US"/>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 name="TextBox 4">
            <a:extLst>
              <a:ext uri="{FF2B5EF4-FFF2-40B4-BE49-F238E27FC236}">
                <a16:creationId xmlns:a16="http://schemas.microsoft.com/office/drawing/2014/main" id="{6D546AA4-146F-4349-A95C-2FE9F58C88E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Picture or texture fill &gt; Set to one of the dark or mid gradient options</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spTree>
    <p:extLst>
      <p:ext uri="{BB962C8B-B14F-4D97-AF65-F5344CB8AC3E}">
        <p14:creationId xmlns:p14="http://schemas.microsoft.com/office/powerpoint/2010/main" val="1077957272"/>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ver Image - Large GTS">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userDrawn="1"/>
        </p:nvSpPr>
        <p:spPr>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pic>
        <p:nvPicPr>
          <p:cNvPr id="4" name="Graphic 3">
            <a:extLst>
              <a:ext uri="{FF2B5EF4-FFF2-40B4-BE49-F238E27FC236}">
                <a16:creationId xmlns:a16="http://schemas.microsoft.com/office/drawing/2014/main" id="{97101C55-360F-4A30-88C9-2A386C411EE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EF6557B-1FAD-4B21-979D-AF32AE2ABE3A}" type="datetime2">
              <a:rPr kumimoji="0" lang="en-US" sz="1400" b="1" i="0" u="none" strike="noStrike" kern="1200" cap="none" spc="0" normalizeH="0" baseline="0" noProof="0" smtClean="0">
                <a:ln>
                  <a:noFill/>
                </a:ln>
                <a:solidFill>
                  <a:srgbClr val="FFFFFF"/>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October 6, 2024</a:t>
            </a:fld>
            <a:endParaRPr kumimoji="0" lang="en-US" sz="1400" b="1" i="0" u="none" strike="noStrike" kern="1200" cap="none" spc="0" normalizeH="0" baseline="0" noProof="0">
              <a:ln>
                <a:noFill/>
              </a:ln>
              <a:solidFill>
                <a:srgbClr val="FFFFFF"/>
              </a:solidFill>
              <a:effectLst/>
              <a:uLnTx/>
              <a:uFillTx/>
              <a:latin typeface="Graphik"/>
              <a:ea typeface="+mn-ea"/>
              <a:cs typeface="+mn-cs"/>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5" name="TextBox 4">
            <a:extLst>
              <a:ext uri="{FF2B5EF4-FFF2-40B4-BE49-F238E27FC236}">
                <a16:creationId xmlns:a16="http://schemas.microsoft.com/office/drawing/2014/main" id="{B467DB53-62C4-4756-975D-61C7B1206CEF}"/>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Picture or texture fill &gt; Set to one of the provided selections in the image library</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9" name="TextBox 8">
            <a:extLst>
              <a:ext uri="{FF2B5EF4-FFF2-40B4-BE49-F238E27FC236}">
                <a16:creationId xmlns:a16="http://schemas.microsoft.com/office/drawing/2014/main" id="{F9D1A883-A380-48BD-9784-E5D4EAA2714C}"/>
              </a:ext>
            </a:extLst>
          </p:cNvPr>
          <p:cNvSpPr txBox="1"/>
          <p:nvPr userDrawn="1"/>
        </p:nvSpPr>
        <p:spPr>
          <a:xfrm>
            <a:off x="381000" y="6058209"/>
            <a:ext cx="3112110" cy="253691"/>
          </a:xfrm>
          <a:prstGeom prst="rect">
            <a:avLst/>
          </a:prstGeom>
          <a:noFill/>
        </p:spPr>
        <p:txBody>
          <a:bodyPr wrap="square" lIns="0" tIns="0" rIns="0" bIns="0" rtlCol="0" anchor="b">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latin typeface="Graphik"/>
                <a:ea typeface="+mn-ea"/>
                <a:cs typeface="+mn-cs"/>
              </a:rPr>
              <a:t>Copyright © 2020 Accenture. All rights reserved.</a:t>
            </a:r>
            <a:endParaRPr kumimoji="0" lang="en-US" sz="1800" b="0" i="0" u="none" strike="noStrike" kern="0" cap="none" spc="0" normalizeH="0" baseline="0" noProof="0">
              <a:ln>
                <a:noFill/>
              </a:ln>
              <a:solidFill>
                <a:srgbClr val="FFFFFF">
                  <a:alpha val="75000"/>
                </a:srgbClr>
              </a:solidFill>
              <a:effectLst/>
              <a:uLnTx/>
              <a:uFillTx/>
              <a:latin typeface="Graphik"/>
              <a:ea typeface="+mn-ea"/>
              <a:cs typeface="+mn-cs"/>
            </a:endParaRP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a:t>Place subtitle here in GT Sectra Fine 24pt</a:t>
            </a:r>
          </a:p>
        </p:txBody>
      </p:sp>
    </p:spTree>
    <p:extLst>
      <p:ext uri="{BB962C8B-B14F-4D97-AF65-F5344CB8AC3E}">
        <p14:creationId xmlns:p14="http://schemas.microsoft.com/office/powerpoint/2010/main" val="1890542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Cover Image - Left-aligned, GTS">
    <p:bg>
      <p:bgPr>
        <a:solidFill>
          <a:schemeClr val="accent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6201D5A-B05B-463A-A39A-D6351436BF33}"/>
              </a:ext>
            </a:extLst>
          </p:cNvPr>
          <p:cNvSpPr/>
          <p:nvPr userDrawn="1"/>
        </p:nvSpPr>
        <p:spPr>
          <a:xfrm>
            <a:off x="0" y="0"/>
            <a:ext cx="7965831" cy="6858000"/>
          </a:xfrm>
          <a:prstGeom prst="rect">
            <a:avLst/>
          </a:prstGeom>
          <a:gradFill flip="none" rotWithShape="1">
            <a:gsLst>
              <a:gs pos="0">
                <a:schemeClr val="bg1">
                  <a:alpha val="48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381001" y="3097823"/>
            <a:ext cx="4301168" cy="1092845"/>
          </a:xfrm>
        </p:spPr>
        <p:txBody>
          <a:bodyPr/>
          <a:lstStyle>
            <a:lvl1pPr marL="0" indent="0" algn="l">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84C2CB2-4FB2-4965-A2E7-4A3640116F06}" type="datetime2">
              <a:rPr kumimoji="0" lang="en-US" sz="1400" b="1" i="0" u="none" strike="noStrike" kern="1200" cap="none" spc="0" normalizeH="0" baseline="0" noProof="0" smtClean="0">
                <a:ln>
                  <a:noFill/>
                </a:ln>
                <a:solidFill>
                  <a:srgbClr val="FFFFFF"/>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October 6, 2024</a:t>
            </a:fld>
            <a:endParaRPr kumimoji="0" lang="en-US" sz="1400" b="1" i="0" u="none" strike="noStrike" kern="1200" cap="none" spc="0" normalizeH="0" baseline="0" noProof="0">
              <a:ln>
                <a:noFill/>
              </a:ln>
              <a:solidFill>
                <a:srgbClr val="FFFFFF"/>
              </a:solidFill>
              <a:effectLst/>
              <a:uLnTx/>
              <a:uFillTx/>
              <a:latin typeface="Graphik"/>
              <a:ea typeface="+mn-ea"/>
              <a:cs typeface="+mn-cs"/>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Picture or texture fill &gt; Set to one of the provided selections in the image library</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pic>
        <p:nvPicPr>
          <p:cNvPr id="7" name="Picture 6" descr="A picture containing card, drawing, crosswalk, table&#10;&#10;Description automatically generated">
            <a:extLst>
              <a:ext uri="{FF2B5EF4-FFF2-40B4-BE49-F238E27FC236}">
                <a16:creationId xmlns:a16="http://schemas.microsoft.com/office/drawing/2014/main" id="{DF3CEA6A-1953-4DD5-B664-EEDED901A6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5601656"/>
            <a:ext cx="670786" cy="710244"/>
          </a:xfrm>
          <a:prstGeom prst="rect">
            <a:avLst/>
          </a:prstGeom>
        </p:spPr>
      </p:pic>
    </p:spTree>
    <p:extLst>
      <p:ext uri="{BB962C8B-B14F-4D97-AF65-F5344CB8AC3E}">
        <p14:creationId xmlns:p14="http://schemas.microsoft.com/office/powerpoint/2010/main" val="9662581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Cover Image - Left-aligned, Logo">
    <p:bg>
      <p:bgPr>
        <a:solidFill>
          <a:schemeClr val="accent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345ECE-0A07-4C4B-9368-0CE4479DD27C}"/>
              </a:ext>
            </a:extLst>
          </p:cNvPr>
          <p:cNvSpPr/>
          <p:nvPr userDrawn="1"/>
        </p:nvSpPr>
        <p:spPr>
          <a:xfrm>
            <a:off x="0" y="0"/>
            <a:ext cx="7965831" cy="6858000"/>
          </a:xfrm>
          <a:prstGeom prst="rect">
            <a:avLst/>
          </a:prstGeom>
          <a:gradFill flip="none" rotWithShape="1">
            <a:gsLst>
              <a:gs pos="0">
                <a:schemeClr val="bg1">
                  <a:alpha val="48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95525D8-8C3D-4FEA-A4F3-A7048ED97C11}" type="datetime2">
              <a:rPr kumimoji="0" lang="en-US" sz="1400" b="1" i="0" u="none" strike="noStrike" kern="1200" cap="none" spc="0" normalizeH="0" baseline="0" noProof="0" smtClean="0">
                <a:ln>
                  <a:noFill/>
                </a:ln>
                <a:solidFill>
                  <a:srgbClr val="FFFFFF"/>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October 6, 2024</a:t>
            </a:fld>
            <a:endParaRPr kumimoji="0" lang="en-US" sz="1400" b="1" i="0" u="none" strike="noStrike" kern="1200" cap="none" spc="0" normalizeH="0" baseline="0" noProof="0">
              <a:ln>
                <a:noFill/>
              </a:ln>
              <a:solidFill>
                <a:srgbClr val="FFFFFF"/>
              </a:solidFill>
              <a:effectLst/>
              <a:uLnTx/>
              <a:uFillTx/>
              <a:latin typeface="Graphik"/>
              <a:ea typeface="+mn-ea"/>
              <a:cs typeface="+mn-cs"/>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66439"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6" name="Graphic 5">
            <a:extLst>
              <a:ext uri="{FF2B5EF4-FFF2-40B4-BE49-F238E27FC236}">
                <a16:creationId xmlns:a16="http://schemas.microsoft.com/office/drawing/2014/main" id="{A38692DE-6F51-4131-B2FE-C47AAD1521E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001" y="5813885"/>
            <a:ext cx="1884233" cy="498015"/>
          </a:xfrm>
          <a:prstGeom prst="rect">
            <a:avLst/>
          </a:prstGeom>
        </p:spPr>
      </p:pic>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Picture or texture fill &gt; Set to one of the provided selections in the image library</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Tree>
    <p:extLst>
      <p:ext uri="{BB962C8B-B14F-4D97-AF65-F5344CB8AC3E}">
        <p14:creationId xmlns:p14="http://schemas.microsoft.com/office/powerpoint/2010/main" val="20623877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502030-B187-FE51-4FE0-32C86C0F52E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4" y="0"/>
            <a:ext cx="12188952"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Thank you</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08415464"/>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Layout_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1180535"/>
      </p:ext>
    </p:extLst>
  </p:cSld>
  <p:clrMapOvr>
    <a:masterClrMapping/>
  </p:clrMapOvr>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Intro – Full-bleed">
    <p:bg>
      <p:bgRef idx="1001">
        <a:schemeClr val="bg1"/>
      </p:bgRef>
    </p:bg>
    <p:spTree>
      <p:nvGrpSpPr>
        <p:cNvPr id="1" name=""/>
        <p:cNvGrpSpPr/>
        <p:nvPr/>
      </p:nvGrpSpPr>
      <p:grpSpPr>
        <a:xfrm>
          <a:off x="0" y="0"/>
          <a:ext cx="0" cy="0"/>
          <a:chOff x="0" y="0"/>
          <a:chExt cx="0" cy="0"/>
        </a:xfrm>
      </p:grpSpPr>
      <p:sp>
        <p:nvSpPr>
          <p:cNvPr id="11" name="Picture Placeholder 13">
            <a:extLst>
              <a:ext uri="{FF2B5EF4-FFF2-40B4-BE49-F238E27FC236}">
                <a16:creationId xmlns:a16="http://schemas.microsoft.com/office/drawing/2014/main" id="{DE0A3BC1-0AEE-4CB4-B4CD-8EE1F2C12BD8}"/>
              </a:ext>
            </a:extLst>
          </p:cNvPr>
          <p:cNvSpPr>
            <a:spLocks noGrp="1"/>
          </p:cNvSpPr>
          <p:nvPr>
            <p:ph type="pic" sz="quarter" idx="17" hasCustomPrompt="1"/>
          </p:nvPr>
        </p:nvSpPr>
        <p:spPr>
          <a:xfrm>
            <a:off x="0" y="0"/>
            <a:ext cx="12192001" cy="6858000"/>
          </a:xfrm>
          <a:prstGeom prst="rect">
            <a:avLst/>
          </a:prstGeom>
          <a:solidFill>
            <a:schemeClr val="tx1">
              <a:lumMod val="85000"/>
            </a:schemeClr>
          </a:solidFill>
        </p:spPr>
        <p:txBody>
          <a:bodyPr lIns="720000" tIns="0" rIns="720000" bIns="900000" anchor="ctr" anchorCtr="0"/>
          <a:lstStyle>
            <a:lvl1pPr algn="l">
              <a:spcBef>
                <a:spcPts val="0"/>
              </a:spcBef>
              <a:defRPr sz="1600" b="0" cap="none" baseline="0">
                <a:latin typeface="+mn-lt"/>
              </a:defRPr>
            </a:lvl1pPr>
          </a:lstStyle>
          <a:p>
            <a:r>
              <a:rPr lang="en-US"/>
              <a:t>Click on the icon to insert image </a:t>
            </a:r>
            <a:br>
              <a:rPr lang="en-US"/>
            </a:br>
            <a:r>
              <a:rPr lang="en-US"/>
              <a:t>in placeholder and use the crop tool </a:t>
            </a:r>
            <a:br>
              <a:rPr lang="en-US"/>
            </a:br>
            <a:r>
              <a:rPr lang="en-US"/>
              <a:t>to adjust the image cropping</a:t>
            </a:r>
          </a:p>
        </p:txBody>
      </p:sp>
      <p:sp>
        <p:nvSpPr>
          <p:cNvPr id="5" name="Slide Number Placeholder 4">
            <a:extLst>
              <a:ext uri="{FF2B5EF4-FFF2-40B4-BE49-F238E27FC236}">
                <a16:creationId xmlns:a16="http://schemas.microsoft.com/office/drawing/2014/main" id="{D2ABDFE8-15BE-4A34-B9AD-FF8BB2C45945}"/>
              </a:ext>
            </a:extLst>
          </p:cNvPr>
          <p:cNvSpPr>
            <a:spLocks noGrp="1"/>
          </p:cNvSpPr>
          <p:nvPr>
            <p:ph type="sldNum" sz="quarter" idx="39"/>
          </p:nvPr>
        </p:nvSpPr>
        <p:spPr/>
        <p:txBody>
          <a:bodyPr/>
          <a:lstStyle/>
          <a:p>
            <a:fld id="{876872E1-3CB8-45EA-A826-1429BD5BE353}" type="slidenum">
              <a:rPr lang="en-CA" smtClean="0"/>
              <a:pPr/>
              <a:t>‹#›</a:t>
            </a:fld>
            <a:endParaRPr lang="en-CA"/>
          </a:p>
        </p:txBody>
      </p:sp>
    </p:spTree>
    <p:extLst>
      <p:ext uri="{BB962C8B-B14F-4D97-AF65-F5344CB8AC3E}">
        <p14:creationId xmlns:p14="http://schemas.microsoft.com/office/powerpoint/2010/main" val="840014860"/>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2021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6916789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with footers">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38716351-8A5C-C24E-A6A1-CACE96537980}"/>
              </a:ext>
            </a:extLst>
          </p:cNvPr>
          <p:cNvSpPr>
            <a:spLocks noGrp="1"/>
          </p:cNvSpPr>
          <p:nvPr>
            <p:ph type="ftr" sz="quarter" idx="3"/>
          </p:nvPr>
        </p:nvSpPr>
        <p:spPr>
          <a:xfrm>
            <a:off x="381002" y="6519009"/>
            <a:ext cx="5714999" cy="206375"/>
          </a:xfrm>
          <a:prstGeom prst="rect">
            <a:avLst/>
          </a:prstGeom>
        </p:spPr>
        <p:txBody>
          <a:bodyPr vert="horz" lIns="0" tIns="0" rIns="0" bIns="0" rtlCol="0" anchor="b" anchorCtr="0"/>
          <a:lstStyle>
            <a:lvl1pPr marL="0" marR="0" indent="0" algn="l" defTabSz="914400" rtl="0" eaLnBrk="1" fontAlgn="auto" latinLnBrk="0" hangingPunct="1">
              <a:lnSpc>
                <a:spcPct val="100000"/>
              </a:lnSpc>
              <a:spcBef>
                <a:spcPts val="0"/>
              </a:spcBef>
              <a:spcAft>
                <a:spcPts val="0"/>
              </a:spcAft>
              <a:buClrTx/>
              <a:buSzTx/>
              <a:buFontTx/>
              <a:buNone/>
              <a:tabLst/>
              <a:defRPr sz="1000" b="0" i="0">
                <a:solidFill>
                  <a:schemeClr val="tx1"/>
                </a:solidFill>
                <a:latin typeface="Graphik Medium" panose="020B0503030202060203" pitchFamily="34" charset="77"/>
              </a:defRPr>
            </a:lvl1pPr>
          </a:lstStyle>
          <a:p>
            <a:r>
              <a:rPr lang="en-US"/>
              <a:t>Accenture Technology</a:t>
            </a:r>
          </a:p>
        </p:txBody>
      </p:sp>
      <p:sp>
        <p:nvSpPr>
          <p:cNvPr id="9" name="Slide Number Placeholder 5">
            <a:extLst>
              <a:ext uri="{FF2B5EF4-FFF2-40B4-BE49-F238E27FC236}">
                <a16:creationId xmlns:a16="http://schemas.microsoft.com/office/drawing/2014/main" id="{352EC77F-93A5-4A4D-8297-C65711D66D37}"/>
              </a:ext>
            </a:extLst>
          </p:cNvPr>
          <p:cNvSpPr>
            <a:spLocks noGrp="1"/>
          </p:cNvSpPr>
          <p:nvPr>
            <p:ph type="sldNum" sz="quarter" idx="4"/>
          </p:nvPr>
        </p:nvSpPr>
        <p:spPr>
          <a:xfrm>
            <a:off x="11506202" y="6519009"/>
            <a:ext cx="304799" cy="206375"/>
          </a:xfrm>
          <a:prstGeom prst="rect">
            <a:avLst/>
          </a:prstGeom>
        </p:spPr>
        <p:txBody>
          <a:bodyPr vert="horz" lIns="0" tIns="0" rIns="0" bIns="0" rtlCol="0" anchor="b" anchorCtr="0"/>
          <a:lstStyle>
            <a:lvl1pPr algn="r">
              <a:defRPr sz="1000" b="0" i="0">
                <a:solidFill>
                  <a:schemeClr val="tx1"/>
                </a:solidFill>
                <a:latin typeface="Graphik Medium" panose="020B0503030202060203" pitchFamily="34" charset="77"/>
              </a:defRPr>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32012607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ark blank with foote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3FA7DEB-5394-E04A-A808-328A7ED8CE7B}"/>
              </a:ext>
            </a:extLst>
          </p:cNvPr>
          <p:cNvSpPr>
            <a:spLocks noGrp="1"/>
          </p:cNvSpPr>
          <p:nvPr>
            <p:ph type="ftr" sz="quarter" idx="3"/>
          </p:nvPr>
        </p:nvSpPr>
        <p:spPr>
          <a:xfrm>
            <a:off x="381002" y="6519009"/>
            <a:ext cx="5714999" cy="206375"/>
          </a:xfrm>
          <a:prstGeom prst="rect">
            <a:avLst/>
          </a:prstGeom>
        </p:spPr>
        <p:txBody>
          <a:bodyPr vert="horz" lIns="0" tIns="0" rIns="0" bIns="0" rtlCol="0" anchor="b" anchorCtr="0"/>
          <a:lstStyle>
            <a:lvl1pPr marL="0" marR="0" indent="0" algn="l" defTabSz="914400" rtl="0" eaLnBrk="1" fontAlgn="auto" latinLnBrk="0" hangingPunct="1">
              <a:lnSpc>
                <a:spcPct val="100000"/>
              </a:lnSpc>
              <a:spcBef>
                <a:spcPts val="0"/>
              </a:spcBef>
              <a:spcAft>
                <a:spcPts val="0"/>
              </a:spcAft>
              <a:buClrTx/>
              <a:buSzTx/>
              <a:buFontTx/>
              <a:buNone/>
              <a:tabLst/>
              <a:defRPr sz="1000" b="0" i="0">
                <a:solidFill>
                  <a:schemeClr val="bg1"/>
                </a:solidFill>
                <a:latin typeface="Graphik Medium" panose="020B0503030202060203" pitchFamily="34" charset="77"/>
              </a:defRPr>
            </a:lvl1pPr>
          </a:lstStyle>
          <a:p>
            <a:r>
              <a:rPr lang="en-US"/>
              <a:t>Accenture Technology</a:t>
            </a:r>
          </a:p>
        </p:txBody>
      </p:sp>
      <p:sp>
        <p:nvSpPr>
          <p:cNvPr id="6" name="Slide Number Placeholder 5">
            <a:extLst>
              <a:ext uri="{FF2B5EF4-FFF2-40B4-BE49-F238E27FC236}">
                <a16:creationId xmlns:a16="http://schemas.microsoft.com/office/drawing/2014/main" id="{68DDAD29-8AA2-9B45-B910-CBD64DD61272}"/>
              </a:ext>
            </a:extLst>
          </p:cNvPr>
          <p:cNvSpPr>
            <a:spLocks noGrp="1"/>
          </p:cNvSpPr>
          <p:nvPr>
            <p:ph type="sldNum" sz="quarter" idx="4"/>
          </p:nvPr>
        </p:nvSpPr>
        <p:spPr>
          <a:xfrm>
            <a:off x="11506202" y="6519009"/>
            <a:ext cx="304799" cy="206375"/>
          </a:xfrm>
          <a:prstGeom prst="rect">
            <a:avLst/>
          </a:prstGeom>
        </p:spPr>
        <p:txBody>
          <a:bodyPr vert="horz" lIns="0" tIns="0" rIns="0" bIns="0" rtlCol="0" anchor="b" anchorCtr="0"/>
          <a:lstStyle>
            <a:lvl1pPr algn="r">
              <a:defRPr sz="1000" b="0" i="0">
                <a:solidFill>
                  <a:schemeClr val="bg1"/>
                </a:solidFill>
                <a:latin typeface="Graphik Medium" panose="020B0503030202060203" pitchFamily="34" charset="77"/>
              </a:defRPr>
            </a:lvl1pPr>
          </a:lstStyle>
          <a:p>
            <a:fld id="{4F9AC08D-23A9-440E-BCB9-AA1E9877CC38}" type="slidenum">
              <a:rPr lang="en-US" smtClean="0"/>
              <a:pPr/>
              <a:t>‹#›</a:t>
            </a:fld>
            <a:endParaRPr lang="en-US"/>
          </a:p>
        </p:txBody>
      </p:sp>
      <p:sp>
        <p:nvSpPr>
          <p:cNvPr id="11" name="Rectangle 10">
            <a:extLst>
              <a:ext uri="{FF2B5EF4-FFF2-40B4-BE49-F238E27FC236}">
                <a16:creationId xmlns:a16="http://schemas.microsoft.com/office/drawing/2014/main" id="{0750F743-B639-E949-94FE-40B801E321B2}"/>
              </a:ext>
            </a:extLst>
          </p:cNvPr>
          <p:cNvSpPr/>
          <p:nvPr userDrawn="1"/>
        </p:nvSpPr>
        <p:spPr>
          <a:xfrm>
            <a:off x="6740487" y="1343752"/>
            <a:ext cx="139872" cy="4460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Rectangle 11">
            <a:extLst>
              <a:ext uri="{FF2B5EF4-FFF2-40B4-BE49-F238E27FC236}">
                <a16:creationId xmlns:a16="http://schemas.microsoft.com/office/drawing/2014/main" id="{BBE6852B-DA86-BD47-B022-8377D27CB737}"/>
              </a:ext>
            </a:extLst>
          </p:cNvPr>
          <p:cNvSpPr/>
          <p:nvPr userDrawn="1"/>
        </p:nvSpPr>
        <p:spPr>
          <a:xfrm>
            <a:off x="7140537" y="1345234"/>
            <a:ext cx="140012" cy="43986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 name="Rectangle 12">
            <a:extLst>
              <a:ext uri="{FF2B5EF4-FFF2-40B4-BE49-F238E27FC236}">
                <a16:creationId xmlns:a16="http://schemas.microsoft.com/office/drawing/2014/main" id="{1D11C0D0-DC27-A34A-8CEB-7CF73E1317AA}"/>
              </a:ext>
            </a:extLst>
          </p:cNvPr>
          <p:cNvSpPr/>
          <p:nvPr userDrawn="1"/>
        </p:nvSpPr>
        <p:spPr>
          <a:xfrm>
            <a:off x="7656300" y="1286162"/>
            <a:ext cx="150568" cy="4461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7784544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13782763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154607412"/>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6900794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10/6/2024</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38555698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1385746738"/>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2591697647"/>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132910641"/>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838034199"/>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1074465457"/>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510526391"/>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1966238725"/>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882765419"/>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2733038004"/>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3040367859"/>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2829643115"/>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120477224"/>
      </p:ext>
    </p:extLst>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955243959"/>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375399707"/>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69165012"/>
      </p:ext>
    </p:extLst>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336929677"/>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327685013"/>
      </p:ext>
    </p:extLst>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219154900"/>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image" Target="../media/image1.png"/><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3.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5.xml"/><Relationship Id="rId1"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slideLayout" Target="../slideLayouts/slideLayout57.xml"/><Relationship Id="rId1" Type="http://schemas.openxmlformats.org/officeDocument/2006/relationships/slideLayout" Target="../slideLayouts/slideLayout56.xml"/><Relationship Id="rId5" Type="http://schemas.openxmlformats.org/officeDocument/2006/relationships/theme" Target="../theme/theme5.xml"/><Relationship Id="rId4"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image" Target="../media/image21.png"/><Relationship Id="rId3" Type="http://schemas.openxmlformats.org/officeDocument/2006/relationships/slideLayout" Target="../slideLayouts/slideLayout62.xml"/><Relationship Id="rId21" Type="http://schemas.openxmlformats.org/officeDocument/2006/relationships/image" Target="../media/image16.png"/><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image" Target="../media/image20.png"/><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image" Target="../media/image15.png"/><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image" Target="../media/image19.png"/><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image" Target="../media/image18.png"/><Relationship Id="rId10" Type="http://schemas.openxmlformats.org/officeDocument/2006/relationships/slideLayout" Target="../slideLayouts/slideLayout69.xml"/><Relationship Id="rId19" Type="http://schemas.openxmlformats.org/officeDocument/2006/relationships/theme" Target="../theme/theme6.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image" Target="../media/image17.png"/><Relationship Id="rId27" Type="http://schemas.openxmlformats.org/officeDocument/2006/relationships/image" Target="../media/image2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a:t>
            </a:r>
            <a:endParaRPr lang="en-US" noProof="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Sunday, October 6, 2024</a:t>
            </a:fld>
            <a:endParaRPr lang="en-US"/>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32"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95103446"/>
      </p:ext>
    </p:extLst>
  </p:cSld>
  <p:clrMap bg1="lt1" tx1="dk1" bg2="lt2" tx2="dk2" accent1="accent1" accent2="accent2" accent3="accent3" accent4="accent4" accent5="accent5" accent6="accent6" hlink="hlink" folHlink="folHlink"/>
  <p:sldLayoutIdLst>
    <p:sldLayoutId id="2147483666" r:id="rId1"/>
    <p:sldLayoutId id="2147483729" r:id="rId2"/>
    <p:sldLayoutId id="2147483682" r:id="rId3"/>
    <p:sldLayoutId id="2147483742" r:id="rId4"/>
    <p:sldLayoutId id="2147483733" r:id="rId5"/>
    <p:sldLayoutId id="2147483730" r:id="rId6"/>
    <p:sldLayoutId id="2147483728" r:id="rId7"/>
    <p:sldLayoutId id="2147483743" r:id="rId8"/>
    <p:sldLayoutId id="2147483744" r:id="rId9"/>
    <p:sldLayoutId id="2147483724" r:id="rId10"/>
    <p:sldLayoutId id="2147483723" r:id="rId11"/>
    <p:sldLayoutId id="2147483725" r:id="rId12"/>
    <p:sldLayoutId id="2147483673" r:id="rId13"/>
    <p:sldLayoutId id="2147483653" r:id="rId14"/>
    <p:sldLayoutId id="2147483722" r:id="rId15"/>
    <p:sldLayoutId id="2147483693" r:id="rId16"/>
    <p:sldLayoutId id="2147483701" r:id="rId17"/>
    <p:sldLayoutId id="2147483668" r:id="rId18"/>
    <p:sldLayoutId id="2147483707" r:id="rId19"/>
    <p:sldLayoutId id="2147483714" r:id="rId20"/>
    <p:sldLayoutId id="2147483657" r:id="rId21"/>
    <p:sldLayoutId id="2147483679" r:id="rId22"/>
    <p:sldLayoutId id="2147483661" r:id="rId23"/>
    <p:sldLayoutId id="2147483678" r:id="rId24"/>
    <p:sldLayoutId id="2147483663" r:id="rId25"/>
    <p:sldLayoutId id="2147483688" r:id="rId26"/>
    <p:sldLayoutId id="2147483751" r:id="rId27"/>
    <p:sldLayoutId id="2147483655" r:id="rId28"/>
    <p:sldLayoutId id="2147483727" r:id="rId29"/>
    <p:sldLayoutId id="2147483740" r:id="rId30"/>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userDrawn="1">
          <p15:clr>
            <a:srgbClr val="5ACBF0"/>
          </p15:clr>
        </p15:guide>
        <p15:guide id="2" orient="horz" pos="3976" userDrawn="1">
          <p15:clr>
            <a:srgbClr val="5ACBF0"/>
          </p15:clr>
        </p15:guide>
        <p15:guide id="3" pos="240" userDrawn="1">
          <p15:clr>
            <a:srgbClr val="5ACBF0"/>
          </p15:clr>
        </p15:guide>
        <p15:guide id="4" pos="7440" userDrawn="1">
          <p15:clr>
            <a:srgbClr val="5ACBF0"/>
          </p15:clr>
        </p15:guide>
        <p15:guide id="5" orient="horz" pos="4148"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06-10-2024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413168984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DCDE1A5-7B8C-446C-B047-DEF343C830D4}" type="datetime2">
              <a:rPr kumimoji="0" lang="en-US" sz="800" b="0" i="0" u="none" strike="noStrike" kern="1200" cap="none" spc="0" normalizeH="0" baseline="0" noProof="0" smtClean="0">
                <a:ln>
                  <a:noFill/>
                </a:ln>
                <a:solidFill>
                  <a:srgbClr val="000000">
                    <a:alpha val="7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Sunday, October 6, 2024</a:t>
            </a:fld>
            <a:endParaRPr kumimoji="0" lang="en-US" sz="800" b="0" i="0" u="none" strike="noStrike" kern="1200" cap="none" spc="0" normalizeH="0" baseline="0" noProof="0">
              <a:ln>
                <a:noFill/>
              </a:ln>
              <a:solidFill>
                <a:srgbClr val="000000">
                  <a:alpha val="75000"/>
                </a:srgbClr>
              </a:solidFill>
              <a:effectLst/>
              <a:uLnTx/>
              <a:uFillTx/>
              <a:latin typeface="Graphik"/>
              <a:ea typeface="+mn-ea"/>
              <a:cs typeface="+mn-cs"/>
            </a:endParaRP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381000" y="6206473"/>
            <a:ext cx="192024" cy="202328"/>
          </a:xfrm>
          <a:prstGeom prst="rect">
            <a:avLst/>
          </a:prstGeom>
        </p:spPr>
      </p:pic>
      <p:sp>
        <p:nvSpPr>
          <p:cNvPr id="12" name="TextBox 11">
            <a:extLst>
              <a:ext uri="{FF2B5EF4-FFF2-40B4-BE49-F238E27FC236}">
                <a16:creationId xmlns:a16="http://schemas.microsoft.com/office/drawing/2014/main" id="{918E1FC7-2070-C6D2-9539-8A395D566A2E}"/>
              </a:ext>
            </a:extLst>
          </p:cNvPr>
          <p:cNvSpPr txBox="1"/>
          <p:nvPr userDrawn="1"/>
        </p:nvSpPr>
        <p:spPr>
          <a:xfrm>
            <a:off x="8317890" y="620431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2022 Accenture. All rights reserved.</a:t>
            </a:r>
            <a:endParaRPr lang="en-US" noProof="0">
              <a:solidFill>
                <a:schemeClr val="tx1">
                  <a:alpha val="75000"/>
                </a:schemeClr>
              </a:solidFill>
            </a:endParaRPr>
          </a:p>
        </p:txBody>
      </p:sp>
      <p:sp>
        <p:nvSpPr>
          <p:cNvPr id="13" name="TextBox 12">
            <a:extLst>
              <a:ext uri="{FF2B5EF4-FFF2-40B4-BE49-F238E27FC236}">
                <a16:creationId xmlns:a16="http://schemas.microsoft.com/office/drawing/2014/main" id="{72F91400-851B-BCD8-B484-8AD24764356F}"/>
              </a:ext>
            </a:extLst>
          </p:cNvPr>
          <p:cNvSpPr txBox="1"/>
          <p:nvPr userDrawn="1"/>
        </p:nvSpPr>
        <p:spPr>
          <a:xfrm>
            <a:off x="11430000" y="6203026"/>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14" name="Slide Number Placeholder 6">
            <a:extLst>
              <a:ext uri="{FF2B5EF4-FFF2-40B4-BE49-F238E27FC236}">
                <a16:creationId xmlns:a16="http://schemas.microsoft.com/office/drawing/2014/main" id="{F61F0E23-B742-F8E2-EAD8-F20E434290FC}"/>
              </a:ext>
            </a:extLst>
          </p:cNvPr>
          <p:cNvSpPr>
            <a:spLocks noGrp="1"/>
          </p:cNvSpPr>
          <p:nvPr>
            <p:ph type="sldNum" sz="quarter" idx="4"/>
          </p:nvPr>
        </p:nvSpPr>
        <p:spPr>
          <a:xfrm>
            <a:off x="11429998" y="6199234"/>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spTree>
    <p:extLst>
      <p:ext uri="{BB962C8B-B14F-4D97-AF65-F5344CB8AC3E}">
        <p14:creationId xmlns:p14="http://schemas.microsoft.com/office/powerpoint/2010/main" val="1044624086"/>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8" r:id="rId4"/>
    <p:sldLayoutId id="2147483779" r:id="rId5"/>
    <p:sldLayoutId id="2147483780" r:id="rId6"/>
    <p:sldLayoutId id="2147483795" r:id="rId7"/>
    <p:sldLayoutId id="2147483796" r:id="rId8"/>
    <p:sldLayoutId id="2147483797" r:id="rId9"/>
    <p:sldLayoutId id="2147483802" r:id="rId10"/>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148">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709424"/>
      </p:ext>
    </p:extLst>
  </p:cSld>
  <p:clrMap bg1="lt1" tx1="dk1" bg2="lt2" tx2="dk2" accent1="accent1" accent2="accent2" accent3="accent3" accent4="accent4" accent5="accent5" accent6="accent6" hlink="hlink" folHlink="folHlink"/>
  <p:sldLayoutIdLst>
    <p:sldLayoutId id="2147483804" r:id="rId1"/>
    <p:sldLayoutId id="2147483808" r:id="rId2"/>
  </p:sldLayoutIdLst>
  <p:hf hdr="0"/>
  <p:txStyles>
    <p:titleStyle>
      <a:lvl1pPr marL="0" indent="0" algn="l" defTabSz="914377" rtl="0" eaLnBrk="1" latinLnBrk="0" hangingPunct="1">
        <a:lnSpc>
          <a:spcPct val="70000"/>
        </a:lnSpc>
        <a:spcBef>
          <a:spcPct val="0"/>
        </a:spcBef>
        <a:buNone/>
        <a:defRPr sz="4000" b="1" i="0" kern="1200" cap="all" spc="-150" baseline="0">
          <a:solidFill>
            <a:schemeClr val="tx1"/>
          </a:solidFill>
          <a:latin typeface="Graphik Black" panose="020B0503030202060203" pitchFamily="34" charset="77"/>
          <a:ea typeface="+mj-ea"/>
          <a:cs typeface="+mj-cs"/>
        </a:defRPr>
      </a:lvl1pPr>
    </p:titleStyle>
    <p:bodyStyle>
      <a:lvl1pPr marL="55561" indent="0" algn="l" defTabSz="914377"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39">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74">
          <p15:clr>
            <a:srgbClr val="F26B43"/>
          </p15:clr>
        </p15:guide>
        <p15:guide id="10" orient="horz" pos="4246">
          <p15:clr>
            <a:srgbClr val="F26B43"/>
          </p15:clr>
        </p15:guide>
        <p15:guide id="11" pos="3840">
          <p15:clr>
            <a:srgbClr val="F26B43"/>
          </p15:clr>
        </p15:guide>
        <p15:guide id="13" pos="2040">
          <p15:clr>
            <a:srgbClr val="F26B43"/>
          </p15:clr>
        </p15:guide>
        <p15:guide id="14" pos="7606">
          <p15:clr>
            <a:srgbClr val="F26B43"/>
          </p15:clr>
        </p15:guide>
        <p15:guide id="16" orient="horz" pos="74">
          <p15:clr>
            <a:srgbClr val="F26B43"/>
          </p15:clr>
        </p15:guide>
        <p15:guide id="17" orient="horz" pos="4104">
          <p15:clr>
            <a:srgbClr val="F26B43"/>
          </p15:clr>
        </p15:guide>
        <p15:guide id="18" pos="710">
          <p15:clr>
            <a:srgbClr val="F26B43"/>
          </p15:clr>
        </p15:guide>
        <p15:guide id="19" orient="horz" pos="1525">
          <p15:clr>
            <a:srgbClr val="F26B43"/>
          </p15:clr>
        </p15:guide>
        <p15:guide id="20" orient="horz" pos="2636">
          <p15:clr>
            <a:srgbClr val="F26B43"/>
          </p15:clr>
        </p15:guide>
        <p15:guide id="21" orient="horz" pos="3453">
          <p15:clr>
            <a:srgbClr val="F26B43"/>
          </p15:clr>
        </p15:guide>
        <p15:guide id="22" pos="132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2878334193"/>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0"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056916821"/>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 id="2147483838" r:id="rId14"/>
    <p:sldLayoutId id="2147483839" r:id="rId15"/>
    <p:sldLayoutId id="2147483840" r:id="rId16"/>
    <p:sldLayoutId id="2147483841" r:id="rId17"/>
    <p:sldLayoutId id="2147483843" r:id="rId18"/>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74.xml"/><Relationship Id="rId4" Type="http://schemas.openxmlformats.org/officeDocument/2006/relationships/image" Target="../media/image29.svg"/></Relationships>
</file>

<file path=ppt/slides/_rels/slide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png"/><Relationship Id="rId1" Type="http://schemas.openxmlformats.org/officeDocument/2006/relationships/slideLayout" Target="../slideLayouts/slideLayout58.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_rels/slide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3" Type="http://schemas.openxmlformats.org/officeDocument/2006/relationships/hyperlink" Target="https://youtu.be/LNs0vSoSUjA" TargetMode="External"/><Relationship Id="rId2" Type="http://schemas.openxmlformats.org/officeDocument/2006/relationships/image" Target="../media/image40.jpeg"/><Relationship Id="rId1" Type="http://schemas.openxmlformats.org/officeDocument/2006/relationships/slideLayout" Target="../slideLayouts/slideLayout42.xml"/><Relationship Id="rId4" Type="http://schemas.openxmlformats.org/officeDocument/2006/relationships/image" Target="../media/image4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51289C-6471-8407-D70E-8BC6B015BF82}"/>
              </a:ext>
            </a:extLst>
          </p:cNvPr>
          <p:cNvSpPr>
            <a:spLocks noGrp="1"/>
          </p:cNvSpPr>
          <p:nvPr>
            <p:ph type="sldNum" sz="quarter" idx="17"/>
          </p:nvPr>
        </p:nvSpPr>
        <p:spPr/>
        <p:txBody>
          <a:bodyPr/>
          <a:lstStyle/>
          <a:p>
            <a:fld id="{4F9AC08D-23A9-440E-BCB9-AA1E9877CC38}" type="slidenum">
              <a:rPr lang="en-US" smtClean="0"/>
              <a:pPr/>
              <a:t>1</a:t>
            </a:fld>
            <a:endParaRPr lang="en-US" dirty="0"/>
          </a:p>
        </p:txBody>
      </p:sp>
      <p:grpSp>
        <p:nvGrpSpPr>
          <p:cNvPr id="8" name="Group 7">
            <a:extLst>
              <a:ext uri="{FF2B5EF4-FFF2-40B4-BE49-F238E27FC236}">
                <a16:creationId xmlns:a16="http://schemas.microsoft.com/office/drawing/2014/main" id="{121BBD29-0E0E-6B15-0BC4-4915D1E497F5}"/>
              </a:ext>
            </a:extLst>
          </p:cNvPr>
          <p:cNvGrpSpPr/>
          <p:nvPr/>
        </p:nvGrpSpPr>
        <p:grpSpPr>
          <a:xfrm>
            <a:off x="0" y="-422695"/>
            <a:ext cx="12187238" cy="7501921"/>
            <a:chOff x="0" y="-290625"/>
            <a:chExt cx="12187238" cy="7148079"/>
          </a:xfrm>
        </p:grpSpPr>
        <p:pic>
          <p:nvPicPr>
            <p:cNvPr id="3" name="Picture 2">
              <a:extLst>
                <a:ext uri="{FF2B5EF4-FFF2-40B4-BE49-F238E27FC236}">
                  <a16:creationId xmlns:a16="http://schemas.microsoft.com/office/drawing/2014/main" id="{DE0873A5-DBCB-B942-66C4-2B22CAD978E2}"/>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87238" cy="6857454"/>
            </a:xfrm>
            <a:prstGeom prst="rect">
              <a:avLst/>
            </a:prstGeom>
          </p:spPr>
        </p:pic>
        <p:sp>
          <p:nvSpPr>
            <p:cNvPr id="4" name="TextBox 3">
              <a:extLst>
                <a:ext uri="{FF2B5EF4-FFF2-40B4-BE49-F238E27FC236}">
                  <a16:creationId xmlns:a16="http://schemas.microsoft.com/office/drawing/2014/main" id="{2373E049-2607-169C-B5BC-6597DBDDCCD9}"/>
                </a:ext>
              </a:extLst>
            </p:cNvPr>
            <p:cNvSpPr txBox="1"/>
            <p:nvPr/>
          </p:nvSpPr>
          <p:spPr>
            <a:xfrm>
              <a:off x="1023443" y="3369201"/>
              <a:ext cx="4064924" cy="849626"/>
            </a:xfrm>
            <a:prstGeom prst="rect">
              <a:avLst/>
            </a:prstGeom>
            <a:noFill/>
          </p:spPr>
          <p:txBody>
            <a:bodyPr wrap="square" lIns="0" tIns="0" rIns="0" bIns="0" rtlCol="0" anchor="t">
              <a:noAutofit/>
            </a:bodyPr>
            <a:lstStyle/>
            <a:p>
              <a:pPr defTabSz="228600">
                <a:spcAft>
                  <a:spcPts val="1200"/>
                </a:spcAft>
              </a:pPr>
              <a:r>
                <a:rPr lang="en-US" sz="2000" dirty="0">
                  <a:solidFill>
                    <a:schemeClr val="bg1"/>
                  </a:solidFill>
                  <a:latin typeface="Graphik Light" panose="020B0403030202060203" pitchFamily="34" charset="77"/>
                  <a:sym typeface="Graphik Regular"/>
                </a:rPr>
                <a:t>Harness Generative AI to develop innovative solutions that boost business and societal growth</a:t>
              </a:r>
              <a:endParaRPr lang="pl-PL" sz="2000" dirty="0">
                <a:solidFill>
                  <a:schemeClr val="bg1"/>
                </a:solidFill>
                <a:latin typeface="Graphik Light" panose="020B0403030202060203" pitchFamily="34" charset="77"/>
                <a:sym typeface="Graphik Regular"/>
              </a:endParaRPr>
            </a:p>
          </p:txBody>
        </p:sp>
        <p:sp>
          <p:nvSpPr>
            <p:cNvPr id="5" name="TextBox 4">
              <a:extLst>
                <a:ext uri="{FF2B5EF4-FFF2-40B4-BE49-F238E27FC236}">
                  <a16:creationId xmlns:a16="http://schemas.microsoft.com/office/drawing/2014/main" id="{1A7657AF-FA57-CBCA-376F-99450FA46052}"/>
                </a:ext>
              </a:extLst>
            </p:cNvPr>
            <p:cNvSpPr txBox="1"/>
            <p:nvPr/>
          </p:nvSpPr>
          <p:spPr>
            <a:xfrm>
              <a:off x="1023443" y="2215949"/>
              <a:ext cx="4064924" cy="849626"/>
            </a:xfrm>
            <a:prstGeom prst="rect">
              <a:avLst/>
            </a:prstGeom>
            <a:noFill/>
          </p:spPr>
          <p:txBody>
            <a:bodyPr wrap="square" lIns="0" tIns="0" rIns="0" bIns="0" rtlCol="0" anchor="t">
              <a:noAutofit/>
            </a:bodyPr>
            <a:lstStyle/>
            <a:p>
              <a:pPr defTabSz="228600">
                <a:lnSpc>
                  <a:spcPts val="3260"/>
                </a:lnSpc>
                <a:spcAft>
                  <a:spcPts val="1200"/>
                </a:spcAft>
              </a:pPr>
              <a:r>
                <a:rPr lang="en-IN" sz="3400" spc="-150" dirty="0">
                  <a:solidFill>
                    <a:schemeClr val="bg1"/>
                  </a:solidFill>
                  <a:latin typeface="Graphik Medium" panose="020B0503030202060203" pitchFamily="34" charset="77"/>
                </a:rPr>
                <a:t>Accenture Innovation Challenge</a:t>
              </a:r>
              <a:endParaRPr lang="pl-PL" sz="3400" spc="-150" dirty="0">
                <a:solidFill>
                  <a:schemeClr val="bg1"/>
                </a:solidFill>
                <a:latin typeface="Graphik Medium" panose="020B0503030202060203" pitchFamily="34" charset="77"/>
                <a:sym typeface="Graphik Regular"/>
              </a:endParaRPr>
            </a:p>
          </p:txBody>
        </p:sp>
        <p:sp>
          <p:nvSpPr>
            <p:cNvPr id="6" name="TextBox 5">
              <a:extLst>
                <a:ext uri="{FF2B5EF4-FFF2-40B4-BE49-F238E27FC236}">
                  <a16:creationId xmlns:a16="http://schemas.microsoft.com/office/drawing/2014/main" id="{5318D484-3896-AC67-A749-4BDB007642FC}"/>
                </a:ext>
              </a:extLst>
            </p:cNvPr>
            <p:cNvSpPr txBox="1"/>
            <p:nvPr/>
          </p:nvSpPr>
          <p:spPr>
            <a:xfrm>
              <a:off x="2264735" y="-290625"/>
              <a:ext cx="0" cy="0"/>
            </a:xfrm>
            <a:prstGeom prst="rect">
              <a:avLst/>
            </a:prstGeom>
            <a:noFill/>
          </p:spPr>
          <p:txBody>
            <a:bodyPr wrap="none" lIns="0" tIns="0" rIns="0" bIns="0" rtlCol="0">
              <a:noAutofit/>
            </a:bodyPr>
            <a:lstStyle/>
            <a:p>
              <a:pPr algn="l" defTabSz="228600">
                <a:spcAft>
                  <a:spcPts val="1200"/>
                </a:spcAft>
              </a:pPr>
              <a:endParaRPr lang="en-US" noProof="0" dirty="0"/>
            </a:p>
          </p:txBody>
        </p:sp>
        <p:pic>
          <p:nvPicPr>
            <p:cNvPr id="7" name="Graphic 6">
              <a:extLst>
                <a:ext uri="{FF2B5EF4-FFF2-40B4-BE49-F238E27FC236}">
                  <a16:creationId xmlns:a16="http://schemas.microsoft.com/office/drawing/2014/main" id="{7561F617-CB08-F3CC-68CC-50A72E03313A}"/>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6749" y="339492"/>
              <a:ext cx="493863" cy="542046"/>
            </a:xfrm>
            <a:prstGeom prst="rect">
              <a:avLst/>
            </a:prstGeom>
          </p:spPr>
        </p:pic>
      </p:grpSp>
    </p:spTree>
    <p:extLst>
      <p:ext uri="{BB962C8B-B14F-4D97-AF65-F5344CB8AC3E}">
        <p14:creationId xmlns:p14="http://schemas.microsoft.com/office/powerpoint/2010/main" val="2786790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3E37827-E5D7-46FD-9143-ABFBF88A628E}"/>
              </a:ext>
            </a:extLst>
          </p:cNvPr>
          <p:cNvSpPr/>
          <p:nvPr/>
        </p:nvSpPr>
        <p:spPr>
          <a:xfrm>
            <a:off x="7385349" y="2505161"/>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171E876B-A706-450C-8C34-951E6FA6C00F}"/>
              </a:ext>
            </a:extLst>
          </p:cNvPr>
          <p:cNvSpPr/>
          <p:nvPr/>
        </p:nvSpPr>
        <p:spPr>
          <a:xfrm>
            <a:off x="852718" y="2506579"/>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dirty="0"/>
              <a:t>Team details</a:t>
            </a:r>
            <a:endParaRPr lang="en-GB" dirty="0"/>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11506202" y="6519009"/>
            <a:ext cx="385711"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solidFill>
                  <a:srgbClr val="000000">
                    <a:alpha val="40000"/>
                  </a:srgbClr>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000000">
                  <a:alpha val="40000"/>
                </a:srgbClr>
              </a:solidFill>
              <a:effectLst/>
              <a:uLnTx/>
              <a:uFillTx/>
              <a:latin typeface="Graphik"/>
              <a:ea typeface="+mn-ea"/>
              <a:cs typeface="+mn-cs"/>
            </a:endParaRPr>
          </a:p>
        </p:txBody>
      </p:sp>
      <p:pic>
        <p:nvPicPr>
          <p:cNvPr id="23" name="Picture Placeholder 75">
            <a:extLst>
              <a:ext uri="{FF2B5EF4-FFF2-40B4-BE49-F238E27FC236}">
                <a16:creationId xmlns:a16="http://schemas.microsoft.com/office/drawing/2014/main" id="{8DF0ED10-FA32-47BA-8D4F-7620C7B46F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0306" y="2307549"/>
            <a:ext cx="1188032" cy="1548025"/>
          </a:xfrm>
          <a:prstGeom prst="rect">
            <a:avLst/>
          </a:prstGeom>
          <a:ln>
            <a:noFill/>
          </a:ln>
          <a:effectLst>
            <a:outerShdw blurRad="292100" dist="139700" dir="2700000" algn="tl" rotWithShape="0">
              <a:srgbClr val="333333">
                <a:alpha val="65000"/>
              </a:srgbClr>
            </a:outerShdw>
          </a:effectLst>
        </p:spPr>
      </p:pic>
      <p:sp>
        <p:nvSpPr>
          <p:cNvPr id="30" name="Rectangle 29">
            <a:extLst>
              <a:ext uri="{FF2B5EF4-FFF2-40B4-BE49-F238E27FC236}">
                <a16:creationId xmlns:a16="http://schemas.microsoft.com/office/drawing/2014/main" id="{C66E72D5-38A8-4FA5-9EBD-60021A357B2A}"/>
              </a:ext>
            </a:extLst>
          </p:cNvPr>
          <p:cNvSpPr/>
          <p:nvPr/>
        </p:nvSpPr>
        <p:spPr>
          <a:xfrm>
            <a:off x="852718" y="4463806"/>
            <a:ext cx="1481237"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a:ea typeface="+mn-ea"/>
                <a:cs typeface="+mn-cs"/>
              </a:rPr>
              <a:t>Photo</a:t>
            </a:r>
          </a:p>
        </p:txBody>
      </p:sp>
      <p:cxnSp>
        <p:nvCxnSpPr>
          <p:cNvPr id="6" name="Straight Connector 5">
            <a:extLst>
              <a:ext uri="{FF2B5EF4-FFF2-40B4-BE49-F238E27FC236}">
                <a16:creationId xmlns:a16="http://schemas.microsoft.com/office/drawing/2014/main" id="{503A2336-9DAB-4FE3-86E5-A5694B473965}"/>
              </a:ext>
            </a:extLst>
          </p:cNvPr>
          <p:cNvCxnSpPr>
            <a:cxnSpLocks/>
          </p:cNvCxnSpPr>
          <p:nvPr/>
        </p:nvCxnSpPr>
        <p:spPr>
          <a:xfrm>
            <a:off x="6096000" y="1521230"/>
            <a:ext cx="0" cy="4523725"/>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D2BAEA9-C010-474F-8C80-BD3D504C25C1}"/>
              </a:ext>
            </a:extLst>
          </p:cNvPr>
          <p:cNvCxnSpPr/>
          <p:nvPr/>
        </p:nvCxnSpPr>
        <p:spPr>
          <a:xfrm>
            <a:off x="2623232"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57CC230-E21C-4184-9D11-81950CC08A89}"/>
              </a:ext>
            </a:extLst>
          </p:cNvPr>
          <p:cNvCxnSpPr/>
          <p:nvPr/>
        </p:nvCxnSpPr>
        <p:spPr>
          <a:xfrm>
            <a:off x="2751413" y="5101825"/>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66" name="Picture Placeholder 75">
            <a:extLst>
              <a:ext uri="{FF2B5EF4-FFF2-40B4-BE49-F238E27FC236}">
                <a16:creationId xmlns:a16="http://schemas.microsoft.com/office/drawing/2014/main" id="{5E355391-27FE-4824-9548-B5688C3FCC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63078" y="2307548"/>
            <a:ext cx="1245659" cy="1531521"/>
          </a:xfrm>
          <a:prstGeom prst="rect">
            <a:avLst/>
          </a:prstGeom>
          <a:ln>
            <a:noFill/>
          </a:ln>
          <a:effectLst>
            <a:outerShdw blurRad="292100" dist="139700" dir="2700000" algn="tl" rotWithShape="0">
              <a:srgbClr val="333333">
                <a:alpha val="65000"/>
              </a:srgbClr>
            </a:outerShdw>
          </a:effectLst>
        </p:spPr>
      </p:pic>
      <p:cxnSp>
        <p:nvCxnSpPr>
          <p:cNvPr id="29" name="Straight Connector 28">
            <a:extLst>
              <a:ext uri="{FF2B5EF4-FFF2-40B4-BE49-F238E27FC236}">
                <a16:creationId xmlns:a16="http://schemas.microsoft.com/office/drawing/2014/main" id="{B388F804-0525-4F8E-A5CE-A9E521C1E260}"/>
              </a:ext>
            </a:extLst>
          </p:cNvPr>
          <p:cNvCxnSpPr/>
          <p:nvPr/>
        </p:nvCxnSpPr>
        <p:spPr>
          <a:xfrm>
            <a:off x="9151259"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1153327780"/>
              </p:ext>
            </p:extLst>
          </p:nvPr>
        </p:nvGraphicFramePr>
        <p:xfrm>
          <a:off x="255634" y="1173309"/>
          <a:ext cx="11617737" cy="378454"/>
        </p:xfrm>
        <a:graphic>
          <a:graphicData uri="http://schemas.openxmlformats.org/drawingml/2006/table">
            <a:tbl>
              <a:tblPr firstRow="1" bandRow="1">
                <a:tableStyleId>{D7AC3CCA-C797-4891-BE02-D94E43425B78}</a:tableStyleId>
              </a:tblPr>
              <a:tblGrid>
                <a:gridCol w="4382355">
                  <a:extLst>
                    <a:ext uri="{9D8B030D-6E8A-4147-A177-3AD203B41FA5}">
                      <a16:colId xmlns:a16="http://schemas.microsoft.com/office/drawing/2014/main" val="129918070"/>
                    </a:ext>
                  </a:extLst>
                </a:gridCol>
                <a:gridCol w="7235382">
                  <a:extLst>
                    <a:ext uri="{9D8B030D-6E8A-4147-A177-3AD203B41FA5}">
                      <a16:colId xmlns:a16="http://schemas.microsoft.com/office/drawing/2014/main" val="1188269312"/>
                    </a:ext>
                  </a:extLst>
                </a:gridCol>
              </a:tblGrid>
              <a:tr h="378454">
                <a:tc>
                  <a:txBody>
                    <a:bodyPr/>
                    <a:lstStyle/>
                    <a:p>
                      <a:r>
                        <a:rPr lang="en-US" sz="1800" dirty="0">
                          <a:solidFill>
                            <a:srgbClr val="A100FF"/>
                          </a:solidFill>
                        </a:rPr>
                        <a:t>TEAM NAME: Ctrl Shift Hack</a:t>
                      </a: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100" b="1" dirty="0">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2623232" y="3141433"/>
            <a:ext cx="2762684" cy="646331"/>
          </a:xfrm>
          <a:prstGeom prst="rect">
            <a:avLst/>
          </a:prstGeom>
          <a:noFill/>
        </p:spPr>
        <p:txBody>
          <a:bodyPr wrap="square">
            <a:spAutoFit/>
          </a:bodyPr>
          <a:lstStyle/>
          <a:p>
            <a:r>
              <a:rPr lang="en-US" sz="1200" dirty="0"/>
              <a:t>College: SIMATS ENGINEERING</a:t>
            </a:r>
          </a:p>
          <a:p>
            <a:r>
              <a:rPr lang="en-US" sz="1200" dirty="0"/>
              <a:t>Stream: B TECH AI AND DS </a:t>
            </a:r>
          </a:p>
          <a:p>
            <a:r>
              <a:rPr lang="en-US" sz="1200" dirty="0"/>
              <a:t>Year of graduation: 2025</a:t>
            </a:r>
          </a:p>
        </p:txBody>
      </p:sp>
      <p:sp>
        <p:nvSpPr>
          <p:cNvPr id="19" name="TextBox 18">
            <a:extLst>
              <a:ext uri="{FF2B5EF4-FFF2-40B4-BE49-F238E27FC236}">
                <a16:creationId xmlns:a16="http://schemas.microsoft.com/office/drawing/2014/main" id="{BB9131AF-0078-459E-83A3-73A8BC9A11B8}"/>
              </a:ext>
            </a:extLst>
          </p:cNvPr>
          <p:cNvSpPr txBox="1"/>
          <p:nvPr/>
        </p:nvSpPr>
        <p:spPr>
          <a:xfrm>
            <a:off x="2637616" y="5236045"/>
            <a:ext cx="2762684" cy="646331"/>
          </a:xfrm>
          <a:prstGeom prst="rect">
            <a:avLst/>
          </a:prstGeom>
          <a:noFill/>
        </p:spPr>
        <p:txBody>
          <a:bodyPr wrap="square">
            <a:spAutoFit/>
          </a:bodyPr>
          <a:lstStyle/>
          <a:p>
            <a:r>
              <a:rPr lang="en-US" sz="1200" dirty="0"/>
              <a:t>College: SIMATS ENGINEERING</a:t>
            </a:r>
          </a:p>
          <a:p>
            <a:r>
              <a:rPr lang="en-US" sz="1200" dirty="0"/>
              <a:t>Stream: BE CSE</a:t>
            </a:r>
          </a:p>
          <a:p>
            <a:r>
              <a:rPr lang="en-US" sz="1200" dirty="0"/>
              <a:t>Year of graduation: 2025</a:t>
            </a:r>
          </a:p>
        </p:txBody>
      </p:sp>
      <p:pic>
        <p:nvPicPr>
          <p:cNvPr id="2" name="Picture Placeholder 75">
            <a:extLst>
              <a:ext uri="{FF2B5EF4-FFF2-40B4-BE49-F238E27FC236}">
                <a16:creationId xmlns:a16="http://schemas.microsoft.com/office/drawing/2014/main" id="{5EAA4F6C-4EAD-B06C-205E-12296866797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68919" y="4315675"/>
            <a:ext cx="1188031" cy="1548025"/>
          </a:xfrm>
          <a:prstGeom prst="rect">
            <a:avLst/>
          </a:prstGeom>
          <a:ln>
            <a:noFill/>
          </a:ln>
          <a:effectLst>
            <a:outerShdw blurRad="292100" dist="139700" dir="2700000" algn="tl" rotWithShape="0">
              <a:srgbClr val="333333">
                <a:alpha val="65000"/>
              </a:srgbClr>
            </a:outerShdw>
          </a:effectLst>
        </p:spPr>
      </p:pic>
      <p:sp>
        <p:nvSpPr>
          <p:cNvPr id="4" name="Rectangle 3">
            <a:extLst>
              <a:ext uri="{FF2B5EF4-FFF2-40B4-BE49-F238E27FC236}">
                <a16:creationId xmlns:a16="http://schemas.microsoft.com/office/drawing/2014/main" id="{D31AB37C-F338-4B52-85B3-E33DDF9205AC}"/>
              </a:ext>
            </a:extLst>
          </p:cNvPr>
          <p:cNvSpPr/>
          <p:nvPr/>
        </p:nvSpPr>
        <p:spPr>
          <a:xfrm>
            <a:off x="7350102" y="4500028"/>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pic>
        <p:nvPicPr>
          <p:cNvPr id="5" name="Picture Placeholder 75">
            <a:extLst>
              <a:ext uri="{FF2B5EF4-FFF2-40B4-BE49-F238E27FC236}">
                <a16:creationId xmlns:a16="http://schemas.microsoft.com/office/drawing/2014/main" id="{788065EA-3536-5A02-0CC1-0337C3D1D3A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190122" y="4342358"/>
            <a:ext cx="1259751" cy="1540018"/>
          </a:xfrm>
          <a:prstGeom prst="rect">
            <a:avLst/>
          </a:prstGeom>
          <a:ln>
            <a:noFill/>
          </a:ln>
          <a:effectLst>
            <a:outerShdw blurRad="292100" dist="139700" dir="2700000" algn="tl" rotWithShape="0">
              <a:srgbClr val="333333">
                <a:alpha val="65000"/>
              </a:srgbClr>
            </a:outerShdw>
          </a:effectLst>
        </p:spPr>
      </p:pic>
      <p:cxnSp>
        <p:nvCxnSpPr>
          <p:cNvPr id="9" name="Straight Connector 8">
            <a:extLst>
              <a:ext uri="{FF2B5EF4-FFF2-40B4-BE49-F238E27FC236}">
                <a16:creationId xmlns:a16="http://schemas.microsoft.com/office/drawing/2014/main" id="{640A6C24-1D21-F36A-F32D-4CF117D7A7D5}"/>
              </a:ext>
            </a:extLst>
          </p:cNvPr>
          <p:cNvCxnSpPr/>
          <p:nvPr/>
        </p:nvCxnSpPr>
        <p:spPr>
          <a:xfrm>
            <a:off x="9116012" y="5005165"/>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74C2686-E3D6-F36B-6BCC-720955B9F295}"/>
              </a:ext>
            </a:extLst>
          </p:cNvPr>
          <p:cNvSpPr txBox="1"/>
          <p:nvPr/>
        </p:nvSpPr>
        <p:spPr>
          <a:xfrm>
            <a:off x="9030157" y="5125351"/>
            <a:ext cx="3035351" cy="1015663"/>
          </a:xfrm>
          <a:prstGeom prst="rect">
            <a:avLst/>
          </a:prstGeom>
          <a:noFill/>
        </p:spPr>
        <p:txBody>
          <a:bodyPr wrap="square">
            <a:spAutoFit/>
          </a:bodyPr>
          <a:lstStyle/>
          <a:p>
            <a:r>
              <a:rPr lang="en-US" sz="1200" dirty="0"/>
              <a:t>College: Vellore Institute of Technology - Chennai</a:t>
            </a:r>
          </a:p>
          <a:p>
            <a:r>
              <a:rPr lang="en-US" sz="1200" dirty="0"/>
              <a:t>Stream: Integrated MTech Software Engineering</a:t>
            </a:r>
          </a:p>
          <a:p>
            <a:r>
              <a:rPr lang="en-US" sz="1200" dirty="0"/>
              <a:t>Year of graduation: 2026</a:t>
            </a:r>
          </a:p>
        </p:txBody>
      </p:sp>
      <p:sp>
        <p:nvSpPr>
          <p:cNvPr id="12" name="TextBox 11">
            <a:extLst>
              <a:ext uri="{FF2B5EF4-FFF2-40B4-BE49-F238E27FC236}">
                <a16:creationId xmlns:a16="http://schemas.microsoft.com/office/drawing/2014/main" id="{A91DE178-A310-36F0-8BE0-4CCE7C7A66AE}"/>
              </a:ext>
            </a:extLst>
          </p:cNvPr>
          <p:cNvSpPr txBox="1"/>
          <p:nvPr/>
        </p:nvSpPr>
        <p:spPr>
          <a:xfrm>
            <a:off x="2633012" y="2260671"/>
            <a:ext cx="2777068" cy="661720"/>
          </a:xfrm>
          <a:prstGeom prst="rect">
            <a:avLst/>
          </a:prstGeom>
          <a:noFill/>
        </p:spPr>
        <p:txBody>
          <a:bodyPr wrap="square" lIns="0" tIns="0" rIns="0" bIns="45720" rtlCol="0">
            <a:spAutoFit/>
          </a:bodyPr>
          <a:lstStyle/>
          <a:p>
            <a:r>
              <a:rPr kumimoji="0" lang="en-GB" sz="2000" b="1" i="0" u="none" strike="noStrike" kern="1200" cap="none" spc="0" normalizeH="0" baseline="0" noProof="0" dirty="0">
                <a:ln>
                  <a:noFill/>
                </a:ln>
                <a:solidFill>
                  <a:srgbClr val="A100FF"/>
                </a:solidFill>
                <a:effectLst/>
                <a:uLnTx/>
                <a:uFillTx/>
                <a:latin typeface="Graphik"/>
                <a:ea typeface="+mn-ea"/>
                <a:cs typeface="+mn-cs"/>
              </a:rPr>
              <a:t>Bharathwaj K S</a:t>
            </a:r>
          </a:p>
          <a:p>
            <a:r>
              <a:rPr kumimoji="0" lang="en-GB" sz="2000" b="1" i="0" u="none" strike="noStrike" kern="1200" cap="none" spc="0" normalizeH="0" baseline="0" noProof="0" dirty="0">
                <a:ln>
                  <a:noFill/>
                </a:ln>
                <a:solidFill>
                  <a:srgbClr val="A100FF"/>
                </a:solidFill>
                <a:effectLst/>
                <a:uLnTx/>
                <a:uFillTx/>
                <a:latin typeface="Graphik"/>
                <a:ea typeface="+mn-ea"/>
                <a:cs typeface="+mn-cs"/>
              </a:rPr>
              <a:t> (Team Leader)</a:t>
            </a:r>
            <a:endParaRPr lang="en-IN" sz="2000" dirty="0" err="1"/>
          </a:p>
        </p:txBody>
      </p:sp>
      <p:sp>
        <p:nvSpPr>
          <p:cNvPr id="13" name="TextBox 12">
            <a:extLst>
              <a:ext uri="{FF2B5EF4-FFF2-40B4-BE49-F238E27FC236}">
                <a16:creationId xmlns:a16="http://schemas.microsoft.com/office/drawing/2014/main" id="{6DFB4CE4-ED4B-07C7-ECA7-6D4FB66D12B1}"/>
              </a:ext>
            </a:extLst>
          </p:cNvPr>
          <p:cNvSpPr txBox="1"/>
          <p:nvPr/>
        </p:nvSpPr>
        <p:spPr>
          <a:xfrm>
            <a:off x="2658294" y="4639150"/>
            <a:ext cx="2777068" cy="353943"/>
          </a:xfrm>
          <a:prstGeom prst="rect">
            <a:avLst/>
          </a:prstGeom>
          <a:noFill/>
        </p:spPr>
        <p:txBody>
          <a:bodyPr wrap="square" lIns="0" tIns="0" rIns="0" bIns="45720" rtlCol="0">
            <a:spAutoFit/>
          </a:bodyPr>
          <a:lstStyle/>
          <a:p>
            <a:r>
              <a:rPr kumimoji="0" lang="en-GB" sz="2000" b="1" i="0" u="none" strike="noStrike" kern="1200" cap="none" spc="0" normalizeH="0" baseline="0" noProof="0" dirty="0">
                <a:ln>
                  <a:noFill/>
                </a:ln>
                <a:solidFill>
                  <a:srgbClr val="A100FF"/>
                </a:solidFill>
                <a:effectLst/>
                <a:uLnTx/>
                <a:uFillTx/>
                <a:latin typeface="Graphik"/>
                <a:ea typeface="+mn-ea"/>
                <a:cs typeface="+mn-cs"/>
              </a:rPr>
              <a:t>Manik Rakshan I</a:t>
            </a:r>
          </a:p>
        </p:txBody>
      </p:sp>
      <p:sp>
        <p:nvSpPr>
          <p:cNvPr id="14" name="TextBox 13">
            <a:extLst>
              <a:ext uri="{FF2B5EF4-FFF2-40B4-BE49-F238E27FC236}">
                <a16:creationId xmlns:a16="http://schemas.microsoft.com/office/drawing/2014/main" id="{26A71903-9B4B-8750-0420-BB8FFEE7D672}"/>
              </a:ext>
            </a:extLst>
          </p:cNvPr>
          <p:cNvSpPr txBox="1"/>
          <p:nvPr/>
        </p:nvSpPr>
        <p:spPr>
          <a:xfrm>
            <a:off x="9194658" y="2450932"/>
            <a:ext cx="2777068" cy="353943"/>
          </a:xfrm>
          <a:prstGeom prst="rect">
            <a:avLst/>
          </a:prstGeom>
          <a:noFill/>
        </p:spPr>
        <p:txBody>
          <a:bodyPr wrap="square" lIns="0" tIns="0" rIns="0" bIns="45720" rtlCol="0">
            <a:spAutoFit/>
          </a:bodyPr>
          <a:lstStyle/>
          <a:p>
            <a:r>
              <a:rPr lang="en-GB" sz="2000" b="1" dirty="0" err="1">
                <a:solidFill>
                  <a:srgbClr val="A100FF"/>
                </a:solidFill>
                <a:latin typeface="Graphik"/>
              </a:rPr>
              <a:t>Ilaro</a:t>
            </a:r>
            <a:r>
              <a:rPr lang="en-GB" sz="2000" b="1" dirty="0">
                <a:solidFill>
                  <a:srgbClr val="A100FF"/>
                </a:solidFill>
                <a:latin typeface="Graphik"/>
              </a:rPr>
              <a:t> </a:t>
            </a:r>
            <a:r>
              <a:rPr lang="en-GB" sz="2000" b="1" dirty="0" err="1">
                <a:solidFill>
                  <a:srgbClr val="A100FF"/>
                </a:solidFill>
                <a:latin typeface="Graphik"/>
              </a:rPr>
              <a:t>Kagoo</a:t>
            </a:r>
            <a:r>
              <a:rPr lang="en-GB" sz="2000" b="1" dirty="0">
                <a:solidFill>
                  <a:srgbClr val="A100FF"/>
                </a:solidFill>
                <a:latin typeface="Graphik"/>
              </a:rPr>
              <a:t> S</a:t>
            </a:r>
            <a:endParaRPr lang="en-IN" sz="2000" dirty="0" err="1"/>
          </a:p>
        </p:txBody>
      </p:sp>
      <p:sp>
        <p:nvSpPr>
          <p:cNvPr id="15" name="TextBox 14">
            <a:extLst>
              <a:ext uri="{FF2B5EF4-FFF2-40B4-BE49-F238E27FC236}">
                <a16:creationId xmlns:a16="http://schemas.microsoft.com/office/drawing/2014/main" id="{F491BE06-C443-C212-1849-B8DEAAE87E7F}"/>
              </a:ext>
            </a:extLst>
          </p:cNvPr>
          <p:cNvSpPr txBox="1"/>
          <p:nvPr/>
        </p:nvSpPr>
        <p:spPr>
          <a:xfrm>
            <a:off x="9159299" y="4520088"/>
            <a:ext cx="2777068" cy="353943"/>
          </a:xfrm>
          <a:prstGeom prst="rect">
            <a:avLst/>
          </a:prstGeom>
          <a:noFill/>
        </p:spPr>
        <p:txBody>
          <a:bodyPr wrap="square" lIns="0" tIns="0" rIns="0" bIns="45720" rtlCol="0">
            <a:spAutoFit/>
          </a:bodyPr>
          <a:lstStyle/>
          <a:p>
            <a:r>
              <a:rPr kumimoji="0" lang="en-GB" sz="2000" b="1" i="0" u="none" strike="noStrike" kern="1200" cap="none" spc="0" normalizeH="0" baseline="0" noProof="0" dirty="0">
                <a:ln>
                  <a:noFill/>
                </a:ln>
                <a:solidFill>
                  <a:srgbClr val="A100FF"/>
                </a:solidFill>
                <a:effectLst/>
                <a:uLnTx/>
                <a:uFillTx/>
                <a:latin typeface="Graphik"/>
                <a:ea typeface="+mn-ea"/>
                <a:cs typeface="+mn-cs"/>
              </a:rPr>
              <a:t>Dinakaran N J</a:t>
            </a:r>
            <a:endParaRPr lang="en-IN" sz="2000" dirty="0" err="1"/>
          </a:p>
        </p:txBody>
      </p:sp>
      <p:sp>
        <p:nvSpPr>
          <p:cNvPr id="16" name="TextBox 15">
            <a:extLst>
              <a:ext uri="{FF2B5EF4-FFF2-40B4-BE49-F238E27FC236}">
                <a16:creationId xmlns:a16="http://schemas.microsoft.com/office/drawing/2014/main" id="{43BAC3F9-418D-0AB7-A03F-AD668765CA4A}"/>
              </a:ext>
            </a:extLst>
          </p:cNvPr>
          <p:cNvSpPr txBox="1"/>
          <p:nvPr/>
        </p:nvSpPr>
        <p:spPr>
          <a:xfrm>
            <a:off x="9087474" y="3209243"/>
            <a:ext cx="2762684" cy="646331"/>
          </a:xfrm>
          <a:prstGeom prst="rect">
            <a:avLst/>
          </a:prstGeom>
          <a:noFill/>
        </p:spPr>
        <p:txBody>
          <a:bodyPr wrap="square">
            <a:spAutoFit/>
          </a:bodyPr>
          <a:lstStyle/>
          <a:p>
            <a:r>
              <a:rPr lang="en-US" sz="1200" dirty="0"/>
              <a:t>College: SIMATS ENGINEERING</a:t>
            </a:r>
          </a:p>
          <a:p>
            <a:r>
              <a:rPr lang="en-US" sz="1200" dirty="0"/>
              <a:t>Stream: B TECH AI AND ML</a:t>
            </a:r>
          </a:p>
          <a:p>
            <a:r>
              <a:rPr lang="en-US" sz="1200" dirty="0"/>
              <a:t>Year of graduation: 2025</a:t>
            </a:r>
          </a:p>
        </p:txBody>
      </p:sp>
      <p:pic>
        <p:nvPicPr>
          <p:cNvPr id="7" name="Picture 6">
            <a:extLst>
              <a:ext uri="{FF2B5EF4-FFF2-40B4-BE49-F238E27FC236}">
                <a16:creationId xmlns:a16="http://schemas.microsoft.com/office/drawing/2014/main" id="{18351741-8373-348A-7DE0-575269EF46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96854" y="21381"/>
            <a:ext cx="2172963" cy="22700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5947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l="-5000" r="-5000"/>
          </a:stretch>
        </a:blipFill>
        <a:effectLst/>
      </p:bgPr>
    </p:bg>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584866" y="642957"/>
            <a:ext cx="11282796" cy="470919"/>
          </a:xfrm>
          <a:solidFill>
            <a:srgbClr val="A100FF"/>
          </a:solidFill>
        </p:spPr>
        <p:txBody>
          <a:bodyPr>
            <a:normAutofit/>
          </a:bodyPr>
          <a:lstStyle/>
          <a:p>
            <a:r>
              <a:rPr lang="en-IN" sz="2000" b="1" dirty="0">
                <a:solidFill>
                  <a:schemeClr val="bg1"/>
                </a:solidFill>
                <a:latin typeface="Arial" panose="020B0604020202020204" pitchFamily="34" charset="0"/>
                <a:cs typeface="Arial" panose="020B0604020202020204" pitchFamily="34" charset="0"/>
              </a:rPr>
              <a:t>Describe the problem statement (200 words)</a:t>
            </a:r>
            <a:endParaRPr lang="en-IN" sz="2000"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D94036B7-8E36-F0D8-3227-BAF1A0F972C6}"/>
              </a:ext>
            </a:extLst>
          </p:cNvPr>
          <p:cNvSpPr txBox="1"/>
          <p:nvPr/>
        </p:nvSpPr>
        <p:spPr>
          <a:xfrm>
            <a:off x="324335" y="1563424"/>
            <a:ext cx="11543327" cy="4247317"/>
          </a:xfrm>
          <a:prstGeom prst="rect">
            <a:avLst/>
          </a:prstGeom>
          <a:solidFill>
            <a:schemeClr val="bg1">
              <a:alpha val="51000"/>
            </a:schemeClr>
          </a:solidFill>
        </p:spPr>
        <p:txBody>
          <a:bodyPr wrap="square" rtlCol="0">
            <a:spAutoFit/>
          </a:bodyPr>
          <a:lstStyle/>
          <a:p>
            <a:pPr algn="ctr"/>
            <a:r>
              <a:rPr lang="en-US" b="1" u="sng" dirty="0">
                <a:latin typeface="Arial" panose="020B0604020202020204" pitchFamily="34" charset="0"/>
                <a:cs typeface="Arial" panose="020B0604020202020204" pitchFamily="34" charset="0"/>
              </a:rPr>
              <a:t>Traditional Hospital Management Challenges</a:t>
            </a:r>
          </a:p>
          <a:p>
            <a:pPr algn="just"/>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Inefficiency &amp; Frustration</a:t>
            </a:r>
            <a:r>
              <a:rPr lang="en-US" dirty="0">
                <a:latin typeface="Arial" panose="020B0604020202020204" pitchFamily="34" charset="0"/>
                <a:cs typeface="Arial" panose="020B0604020202020204" pitchFamily="34" charset="0"/>
              </a:rPr>
              <a:t>: Many hospitals and clinics continue to rely on outdated, manual processes for critical tasks such as appointment scheduling, bed allocation, and managing patient records. This leads to increased waiting times, inefficiencies, and errors, frustrating both patients and healthcare workers.</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High Dependency on Manual Labor</a:t>
            </a:r>
            <a:r>
              <a:rPr lang="en-US" dirty="0">
                <a:latin typeface="Arial" panose="020B0604020202020204" pitchFamily="34" charset="0"/>
                <a:cs typeface="Arial" panose="020B0604020202020204" pitchFamily="34" charset="0"/>
              </a:rPr>
              <a:t>: Manual operations in hospitals create bottlenecks. Human errors in booking, managing inventory, and assigning beds can lead to miscommunication, prescription errors, and even life-threatening situations.</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Lack of Patient-Centric Solutions</a:t>
            </a:r>
            <a:r>
              <a:rPr lang="en-US" dirty="0">
                <a:latin typeface="Arial" panose="020B0604020202020204" pitchFamily="34" charset="0"/>
                <a:cs typeface="Arial" panose="020B0604020202020204" pitchFamily="34" charset="0"/>
              </a:rPr>
              <a:t>: Patients often struggle with accessing important information—like doctor availability or medical records—resulting in limited transparency and engagement in their own healthcare journey.</a:t>
            </a:r>
          </a:p>
          <a:p>
            <a:pPr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Sanitas</a:t>
            </a:r>
            <a:r>
              <a:rPr lang="en-US" b="1" dirty="0">
                <a:latin typeface="Arial" panose="020B0604020202020204" pitchFamily="34" charset="0"/>
                <a:cs typeface="Arial" panose="020B0604020202020204" pitchFamily="34" charset="0"/>
              </a:rPr>
              <a:t> Curae </a:t>
            </a:r>
            <a:r>
              <a:rPr lang="en-US" dirty="0">
                <a:latin typeface="Arial" panose="020B0604020202020204" pitchFamily="34" charset="0"/>
                <a:cs typeface="Arial" panose="020B0604020202020204" pitchFamily="34" charset="0"/>
              </a:rPr>
              <a:t>addresses these issues by transforming traditional management into a seamless, AI-driven experience that empowers both healthcare providers and patients.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97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2000"/>
            <a:lum/>
          </a:blip>
          <a:srcRect/>
          <a:stretch>
            <a:fillRect/>
          </a:stretch>
        </a:blipFill>
        <a:effectLst/>
      </p:bgPr>
    </p:bg>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454602" y="161820"/>
            <a:ext cx="11282796" cy="423125"/>
          </a:xfrm>
          <a:solidFill>
            <a:srgbClr val="A100FF"/>
          </a:solidFill>
        </p:spPr>
        <p:txBody>
          <a:bodyPr vert="horz" lIns="91440" tIns="45720" rIns="91440" bIns="45720" rtlCol="0" anchor="ctr">
            <a:normAutofit/>
          </a:bodyPr>
          <a:lstStyle/>
          <a:p>
            <a:r>
              <a:rPr lang="en-IN" sz="2000" b="1" dirty="0">
                <a:solidFill>
                  <a:schemeClr val="bg1"/>
                </a:solidFill>
                <a:latin typeface="Arial" panose="020B0604020202020204" pitchFamily="34" charset="0"/>
                <a:cs typeface="Arial" panose="020B0604020202020204" pitchFamily="34" charset="0"/>
              </a:rPr>
              <a:t>Proposed solution / your big Idea (200 words)</a:t>
            </a:r>
          </a:p>
        </p:txBody>
      </p:sp>
      <p:sp>
        <p:nvSpPr>
          <p:cNvPr id="6" name="TextBox 5">
            <a:extLst>
              <a:ext uri="{FF2B5EF4-FFF2-40B4-BE49-F238E27FC236}">
                <a16:creationId xmlns:a16="http://schemas.microsoft.com/office/drawing/2014/main" id="{321D2703-4D38-54BA-6191-DC6254E4DF85}"/>
              </a:ext>
            </a:extLst>
          </p:cNvPr>
          <p:cNvSpPr txBox="1"/>
          <p:nvPr/>
        </p:nvSpPr>
        <p:spPr>
          <a:xfrm>
            <a:off x="205474" y="786870"/>
            <a:ext cx="11781052" cy="5909310"/>
          </a:xfrm>
          <a:prstGeom prst="rect">
            <a:avLst/>
          </a:prstGeom>
          <a:solidFill>
            <a:schemeClr val="bg1">
              <a:alpha val="31000"/>
            </a:schemeClr>
          </a:solidFill>
        </p:spPr>
        <p:txBody>
          <a:bodyPr wrap="square" rtlCol="0">
            <a:spAutoFit/>
          </a:bodyPr>
          <a:lstStyle/>
          <a:p>
            <a:pPr algn="ctr"/>
            <a:r>
              <a:rPr lang="en-US" b="1" u="sng" dirty="0" err="1">
                <a:latin typeface="Arial" panose="020B0604020202020204" pitchFamily="34" charset="0"/>
                <a:cs typeface="Arial" panose="020B0604020202020204" pitchFamily="34" charset="0"/>
              </a:rPr>
              <a:t>Sanitas</a:t>
            </a:r>
            <a:r>
              <a:rPr lang="en-US" b="1" u="sng" dirty="0">
                <a:latin typeface="Arial" panose="020B0604020202020204" pitchFamily="34" charset="0"/>
                <a:cs typeface="Arial" panose="020B0604020202020204" pitchFamily="34" charset="0"/>
              </a:rPr>
              <a:t> Curae – Transforming Healthcare with Technology</a:t>
            </a:r>
          </a:p>
          <a:p>
            <a:pPr algn="just"/>
            <a:endParaRPr lang="en-US" u="sng" dirty="0">
              <a:latin typeface="Arial" panose="020B0604020202020204" pitchFamily="34" charset="0"/>
              <a:cs typeface="Arial" panose="020B0604020202020204" pitchFamily="34" charset="0"/>
            </a:endParaRPr>
          </a:p>
          <a:p>
            <a:r>
              <a:rPr lang="en-US" b="1" u="sng" dirty="0">
                <a:latin typeface="Arial" panose="020B0604020202020204" pitchFamily="34" charset="0"/>
                <a:cs typeface="Arial" panose="020B0604020202020204" pitchFamily="34" charset="0"/>
              </a:rPr>
              <a:t>Our Big Idea</a:t>
            </a:r>
            <a:r>
              <a:rPr lang="en-US" u="sng" dirty="0">
                <a:latin typeface="Arial" panose="020B0604020202020204" pitchFamily="34" charset="0"/>
                <a:cs typeface="Arial" panose="020B0604020202020204" pitchFamily="34" charset="0"/>
              </a:rPr>
              <a:t>:</a:t>
            </a:r>
            <a:br>
              <a:rPr lang="en-US" dirty="0">
                <a:latin typeface="Arial" panose="020B0604020202020204" pitchFamily="34" charset="0"/>
                <a:cs typeface="Arial" panose="020B0604020202020204" pitchFamily="34" charset="0"/>
              </a:rPr>
            </a:br>
            <a:r>
              <a:rPr lang="en-US" dirty="0" err="1">
                <a:latin typeface="Arial" panose="020B0604020202020204" pitchFamily="34" charset="0"/>
                <a:cs typeface="Arial" panose="020B0604020202020204" pitchFamily="34" charset="0"/>
              </a:rPr>
              <a:t>Sanitas</a:t>
            </a:r>
            <a:r>
              <a:rPr lang="en-US" dirty="0">
                <a:latin typeface="Arial" panose="020B0604020202020204" pitchFamily="34" charset="0"/>
                <a:cs typeface="Arial" panose="020B0604020202020204" pitchFamily="34" charset="0"/>
              </a:rPr>
              <a:t> Curae is a comprehensive digital ecosystem designed to replace outdated, labor-intensive hospital systems with efficient, AI-powered solutions. By integrating modern technology, </a:t>
            </a:r>
            <a:r>
              <a:rPr lang="en-US" dirty="0" err="1">
                <a:latin typeface="Arial" panose="020B0604020202020204" pitchFamily="34" charset="0"/>
                <a:cs typeface="Arial" panose="020B0604020202020204" pitchFamily="34" charset="0"/>
              </a:rPr>
              <a:t>Sanitas</a:t>
            </a:r>
            <a:r>
              <a:rPr lang="en-US" dirty="0">
                <a:latin typeface="Arial" panose="020B0604020202020204" pitchFamily="34" charset="0"/>
                <a:cs typeface="Arial" panose="020B0604020202020204" pitchFamily="34" charset="0"/>
              </a:rPr>
              <a:t> Curae streamlines core hospital functions, offering patient-centric care.</a:t>
            </a:r>
          </a:p>
          <a:p>
            <a:endParaRPr lang="en-US" dirty="0">
              <a:latin typeface="Arial" panose="020B0604020202020204" pitchFamily="34" charset="0"/>
              <a:cs typeface="Arial" panose="020B0604020202020204" pitchFamily="34" charset="0"/>
            </a:endParaRPr>
          </a:p>
          <a:p>
            <a:pPr algn="just"/>
            <a:r>
              <a:rPr lang="en-US" b="1" u="sng" dirty="0">
                <a:latin typeface="Arial" panose="020B0604020202020204" pitchFamily="34" charset="0"/>
                <a:cs typeface="Arial" panose="020B0604020202020204" pitchFamily="34" charset="0"/>
              </a:rPr>
              <a:t>Technology Stack</a:t>
            </a:r>
            <a:r>
              <a:rPr lang="en-US" u="sng" dirty="0">
                <a:latin typeface="Arial" panose="020B0604020202020204" pitchFamily="34" charset="0"/>
                <a:cs typeface="Arial" panose="020B0604020202020204" pitchFamily="34" charset="0"/>
              </a:rPr>
              <a:t>:</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Flutter</a:t>
            </a:r>
            <a:r>
              <a:rPr lang="en-US" dirty="0">
                <a:latin typeface="Arial" panose="020B0604020202020204" pitchFamily="34" charset="0"/>
                <a:cs typeface="Arial" panose="020B0604020202020204" pitchFamily="34" charset="0"/>
              </a:rPr>
              <a:t>: A powerful mobile framework used to create an intuitive and engaging user interface, ensuring a seamless experience for both patients and healthcare staff.</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PHP &amp; XAMPP</a:t>
            </a:r>
            <a:r>
              <a:rPr lang="en-US" dirty="0">
                <a:latin typeface="Arial" panose="020B0604020202020204" pitchFamily="34" charset="0"/>
                <a:cs typeface="Arial" panose="020B0604020202020204" pitchFamily="34" charset="0"/>
              </a:rPr>
              <a:t>: Backend operations are handled using PHP with XAMPP, providing a robust and scalable server environment for managing hospital data and operations efficiently.</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SQL</a:t>
            </a:r>
            <a:r>
              <a:rPr lang="en-US" dirty="0">
                <a:latin typeface="Arial" panose="020B0604020202020204" pitchFamily="34" charset="0"/>
                <a:cs typeface="Arial" panose="020B0604020202020204" pitchFamily="34" charset="0"/>
              </a:rPr>
              <a:t>: A relational database system used to securely store and retrieve patient data, ensuring quick access to medical records, appointments, and inventory.</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Python</a:t>
            </a:r>
            <a:r>
              <a:rPr lang="en-US" dirty="0">
                <a:latin typeface="Arial" panose="020B0604020202020204" pitchFamily="34" charset="0"/>
                <a:cs typeface="Arial" panose="020B0604020202020204" pitchFamily="34" charset="0"/>
              </a:rPr>
              <a:t>: Leveraged for AI-powered features, such as dynamic scheduling algorithms, inventory predictions, and the chatbot, enhancing overall efficiency.</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Firebase</a:t>
            </a:r>
            <a:r>
              <a:rPr lang="en-US" dirty="0">
                <a:latin typeface="Arial" panose="020B0604020202020204" pitchFamily="34" charset="0"/>
                <a:cs typeface="Arial" panose="020B0604020202020204" pitchFamily="34" charset="0"/>
              </a:rPr>
              <a:t>: Used for real-time data synchronization, ensuring instant updates for doctor availability, appointment schedules, and more.</a:t>
            </a:r>
          </a:p>
          <a:p>
            <a:pPr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Sanitas</a:t>
            </a:r>
            <a:r>
              <a:rPr lang="en-US" b="1" dirty="0">
                <a:latin typeface="Arial" panose="020B0604020202020204" pitchFamily="34" charset="0"/>
                <a:cs typeface="Arial" panose="020B0604020202020204" pitchFamily="34" charset="0"/>
              </a:rPr>
              <a:t> Curae </a:t>
            </a:r>
            <a:r>
              <a:rPr lang="en-US" dirty="0">
                <a:latin typeface="Arial" panose="020B0604020202020204" pitchFamily="34" charset="0"/>
                <a:cs typeface="Arial" panose="020B0604020202020204" pitchFamily="34" charset="0"/>
              </a:rPr>
              <a:t>brings together these technologies to offer an integrated solution, significantly reducing manual intervention, boosting accuracy, and elevating patient engagement.</a:t>
            </a:r>
          </a:p>
        </p:txBody>
      </p:sp>
    </p:spTree>
    <p:extLst>
      <p:ext uri="{BB962C8B-B14F-4D97-AF65-F5344CB8AC3E}">
        <p14:creationId xmlns:p14="http://schemas.microsoft.com/office/powerpoint/2010/main" val="2205980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4000"/>
            <a:lum/>
          </a:blip>
          <a:srcRect/>
          <a:stretch>
            <a:fillRect t="-9000" b="-9000"/>
          </a:stretch>
        </a:blipFill>
        <a:effectLst/>
      </p:bgPr>
    </p:bg>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288139" y="173872"/>
            <a:ext cx="11535508" cy="480276"/>
          </a:xfrm>
          <a:solidFill>
            <a:srgbClr val="A100FF"/>
          </a:solidFill>
        </p:spPr>
        <p:txBody>
          <a:bodyPr vert="horz" lIns="91440" tIns="45720" rIns="91440" bIns="45720" rtlCol="0" anchor="ctr">
            <a:noAutofit/>
          </a:bodyPr>
          <a:lstStyle/>
          <a:p>
            <a:r>
              <a:rPr lang="en-IN" sz="1800" b="1" dirty="0">
                <a:solidFill>
                  <a:schemeClr val="bg1"/>
                </a:solidFill>
                <a:latin typeface="Arial" panose="020B0604020202020204" pitchFamily="34" charset="0"/>
                <a:cs typeface="Arial" panose="020B0604020202020204" pitchFamily="34" charset="0"/>
              </a:rPr>
              <a:t>How does your innovation </a:t>
            </a:r>
            <a:r>
              <a:rPr lang="en-US" sz="1800" b="1" dirty="0">
                <a:solidFill>
                  <a:schemeClr val="bg1"/>
                </a:solidFill>
                <a:latin typeface="Arial" panose="020B0604020202020204" pitchFamily="34" charset="0"/>
                <a:cs typeface="Arial" panose="020B0604020202020204" pitchFamily="34" charset="0"/>
              </a:rPr>
              <a:t>accelerate change with the power of Technology</a:t>
            </a:r>
            <a:r>
              <a:rPr lang="en-IN" sz="1800" b="1" dirty="0">
                <a:solidFill>
                  <a:schemeClr val="bg1"/>
                </a:solidFill>
                <a:latin typeface="Arial" panose="020B0604020202020204" pitchFamily="34" charset="0"/>
                <a:cs typeface="Arial" panose="020B0604020202020204" pitchFamily="34" charset="0"/>
              </a:rPr>
              <a:t>? (200 words)</a:t>
            </a:r>
          </a:p>
        </p:txBody>
      </p:sp>
      <p:sp>
        <p:nvSpPr>
          <p:cNvPr id="2" name="TextBox 1">
            <a:extLst>
              <a:ext uri="{FF2B5EF4-FFF2-40B4-BE49-F238E27FC236}">
                <a16:creationId xmlns:a16="http://schemas.microsoft.com/office/drawing/2014/main" id="{3B6F7A89-AF50-D8F3-AD2E-1E10DDBF58BD}"/>
              </a:ext>
            </a:extLst>
          </p:cNvPr>
          <p:cNvSpPr txBox="1"/>
          <p:nvPr/>
        </p:nvSpPr>
        <p:spPr>
          <a:xfrm>
            <a:off x="159065" y="780717"/>
            <a:ext cx="11873870" cy="5632311"/>
          </a:xfrm>
          <a:prstGeom prst="rect">
            <a:avLst/>
          </a:prstGeom>
          <a:noFill/>
        </p:spPr>
        <p:txBody>
          <a:bodyPr wrap="square" rtlCol="0">
            <a:spAutoFit/>
          </a:bodyPr>
          <a:lstStyle/>
          <a:p>
            <a:pPr algn="ctr"/>
            <a:r>
              <a:rPr lang="en-US" b="1" u="sng" dirty="0">
                <a:latin typeface="Arial" panose="020B0604020202020204" pitchFamily="34" charset="0"/>
                <a:cs typeface="Arial" panose="020B0604020202020204" pitchFamily="34" charset="0"/>
              </a:rPr>
              <a:t>Technology-Driven Transformation in Healthcare</a:t>
            </a:r>
          </a:p>
          <a:p>
            <a:pPr algn="ctr"/>
            <a:endParaRPr lang="en-US" b="1" u="sng"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Accelerating Change</a:t>
            </a:r>
            <a:r>
              <a:rPr lang="en-US" dirty="0">
                <a:latin typeface="Arial" panose="020B0604020202020204" pitchFamily="34" charset="0"/>
                <a:cs typeface="Arial" panose="020B0604020202020204" pitchFamily="34" charset="0"/>
              </a:rPr>
              <a:t>:</a:t>
            </a:r>
            <a:br>
              <a:rPr lang="en-US" dirty="0">
                <a:latin typeface="Arial" panose="020B0604020202020204" pitchFamily="34" charset="0"/>
                <a:cs typeface="Arial" panose="020B0604020202020204" pitchFamily="34" charset="0"/>
              </a:rPr>
            </a:br>
            <a:r>
              <a:rPr lang="en-US" dirty="0" err="1">
                <a:latin typeface="Arial" panose="020B0604020202020204" pitchFamily="34" charset="0"/>
                <a:cs typeface="Arial" panose="020B0604020202020204" pitchFamily="34" charset="0"/>
              </a:rPr>
              <a:t>Sanitas</a:t>
            </a:r>
            <a:r>
              <a:rPr lang="en-US" dirty="0">
                <a:latin typeface="Arial" panose="020B0604020202020204" pitchFamily="34" charset="0"/>
                <a:cs typeface="Arial" panose="020B0604020202020204" pitchFamily="34" charset="0"/>
              </a:rPr>
              <a:t> Curae harnesses cutting-edge technology to revolutionize hospital management, driving efficiency and enhancing patient care. By automating key processes, our solution accelerates change in the following ways:</a:t>
            </a:r>
          </a:p>
          <a:p>
            <a:pPr algn="just"/>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AI-Powered Automation</a:t>
            </a:r>
            <a:r>
              <a:rPr lang="en-US" dirty="0">
                <a:latin typeface="Arial" panose="020B0604020202020204" pitchFamily="34" charset="0"/>
                <a:cs typeface="Arial" panose="020B0604020202020204" pitchFamily="34" charset="0"/>
              </a:rPr>
              <a:t>: Our system uses Python-driven algorithms to automate scheduling, bed allocation, and inventory management, reducing human errors and eliminating inefficiencies. This automation allows healthcare workers to focus on providing quality care, rather than administrative tasks.</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Real-Time Data &amp; Decision Making</a:t>
            </a:r>
            <a:r>
              <a:rPr lang="en-US" dirty="0">
                <a:latin typeface="Arial" panose="020B0604020202020204" pitchFamily="34" charset="0"/>
                <a:cs typeface="Arial" panose="020B0604020202020204" pitchFamily="34" charset="0"/>
              </a:rPr>
              <a:t>: Leveraging Firebase, </a:t>
            </a:r>
            <a:r>
              <a:rPr lang="en-US" dirty="0" err="1">
                <a:latin typeface="Arial" panose="020B0604020202020204" pitchFamily="34" charset="0"/>
                <a:cs typeface="Arial" panose="020B0604020202020204" pitchFamily="34" charset="0"/>
              </a:rPr>
              <a:t>Sanitas</a:t>
            </a:r>
            <a:r>
              <a:rPr lang="en-US" dirty="0">
                <a:latin typeface="Arial" panose="020B0604020202020204" pitchFamily="34" charset="0"/>
                <a:cs typeface="Arial" panose="020B0604020202020204" pitchFamily="34" charset="0"/>
              </a:rPr>
              <a:t> Curae provides real-time updates on doctor availability, inventory levels, and patient information. This enables informed decision-making and faster responses, ultimately leading to better patient outcomes.</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Seamless Patient Experience</a:t>
            </a:r>
            <a:r>
              <a:rPr lang="en-US" dirty="0">
                <a:latin typeface="Arial" panose="020B0604020202020204" pitchFamily="34" charset="0"/>
                <a:cs typeface="Arial" panose="020B0604020202020204" pitchFamily="34" charset="0"/>
              </a:rPr>
              <a:t>: Built using Flutter, our mobile application delivers an easy-to-use interface, making healthcare more accessible to patients. The generative AI chatbot enhances patient engagement by providing instant insights and answers to health-related questions, reducing the need for in-person consultations for minor queries.</a:t>
            </a:r>
          </a:p>
          <a:p>
            <a:pPr marL="285750" indent="-28575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Sanitas</a:t>
            </a:r>
            <a:r>
              <a:rPr lang="en-US" b="1" dirty="0">
                <a:latin typeface="Arial" panose="020B0604020202020204" pitchFamily="34" charset="0"/>
                <a:cs typeface="Arial" panose="020B0604020202020204" pitchFamily="34" charset="0"/>
              </a:rPr>
              <a:t> Curae </a:t>
            </a:r>
            <a:r>
              <a:rPr lang="en-US" dirty="0">
                <a:latin typeface="Arial" panose="020B0604020202020204" pitchFamily="34" charset="0"/>
                <a:cs typeface="Arial" panose="020B0604020202020204" pitchFamily="34" charset="0"/>
              </a:rPr>
              <a:t>harnesses the power of technology to improve efficiency, workflows, and provide a more patient-centered experience in healthcare management.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5603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512A5D-1CEA-2086-1F0F-84C840E8B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274" y="1188971"/>
            <a:ext cx="7791449" cy="5189399"/>
          </a:xfrm>
          <a:prstGeom prst="rect">
            <a:avLst/>
          </a:prstGeom>
          <a:ln>
            <a:noFill/>
          </a:ln>
          <a:effectLst>
            <a:outerShdw blurRad="292100" dist="139700" dir="2700000" algn="tl" rotWithShape="0">
              <a:srgbClr val="333333">
                <a:alpha val="65000"/>
              </a:srgbClr>
            </a:outerShdw>
          </a:effectLst>
        </p:spPr>
      </p:pic>
      <p:sp>
        <p:nvSpPr>
          <p:cNvPr id="7" name="Title 3">
            <a:extLst>
              <a:ext uri="{FF2B5EF4-FFF2-40B4-BE49-F238E27FC236}">
                <a16:creationId xmlns:a16="http://schemas.microsoft.com/office/drawing/2014/main" id="{BA261C08-7604-4C68-B649-27C04C15F71A}"/>
              </a:ext>
            </a:extLst>
          </p:cNvPr>
          <p:cNvSpPr txBox="1">
            <a:spLocks/>
          </p:cNvSpPr>
          <p:nvPr/>
        </p:nvSpPr>
        <p:spPr>
          <a:xfrm>
            <a:off x="328245" y="249325"/>
            <a:ext cx="11535508" cy="480276"/>
          </a:xfrm>
          <a:prstGeom prst="rect">
            <a:avLst/>
          </a:prstGeom>
          <a:solidFill>
            <a:srgbClr val="A100FF"/>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b="1" dirty="0">
                <a:solidFill>
                  <a:schemeClr val="bg1"/>
                </a:solidFill>
                <a:latin typeface="Arial" panose="020B0604020202020204" pitchFamily="34" charset="0"/>
                <a:cs typeface="Arial" panose="020B0604020202020204" pitchFamily="34" charset="0"/>
              </a:rPr>
              <a:t>The Application design </a:t>
            </a:r>
          </a:p>
        </p:txBody>
      </p:sp>
    </p:spTree>
    <p:extLst>
      <p:ext uri="{BB962C8B-B14F-4D97-AF65-F5344CB8AC3E}">
        <p14:creationId xmlns:p14="http://schemas.microsoft.com/office/powerpoint/2010/main" val="3703397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4000"/>
            <a:lum/>
          </a:blip>
          <a:srcRect/>
          <a:stretch>
            <a:fillRect t="-9000" b="-9000"/>
          </a:stretch>
        </a:blipFill>
        <a:effectLst/>
      </p:bgPr>
    </p:bg>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40961" y="119692"/>
            <a:ext cx="11282796" cy="445986"/>
          </a:xfrm>
          <a:solidFill>
            <a:srgbClr val="A100FF"/>
          </a:solidFill>
        </p:spPr>
        <p:txBody>
          <a:bodyPr>
            <a:normAutofit/>
          </a:bodyPr>
          <a:lstStyle/>
          <a:p>
            <a:r>
              <a:rPr lang="en-GB" sz="2000" b="1" dirty="0">
                <a:solidFill>
                  <a:schemeClr val="bg1"/>
                </a:solidFill>
                <a:latin typeface="Arial" panose="020B0604020202020204" pitchFamily="34" charset="0"/>
                <a:cs typeface="Arial" panose="020B0604020202020204" pitchFamily="34" charset="0"/>
              </a:rPr>
              <a:t>How is your solution different/unique from other solutions in market? </a:t>
            </a:r>
            <a:r>
              <a:rPr lang="en-IN" sz="2000" b="1" dirty="0">
                <a:solidFill>
                  <a:schemeClr val="bg1"/>
                </a:solidFill>
                <a:latin typeface="Arial" panose="020B0604020202020204" pitchFamily="34" charset="0"/>
                <a:cs typeface="Arial" panose="020B0604020202020204" pitchFamily="34" charset="0"/>
              </a:rPr>
              <a:t>(150 words)</a:t>
            </a:r>
          </a:p>
        </p:txBody>
      </p:sp>
      <p:sp>
        <p:nvSpPr>
          <p:cNvPr id="5" name="TextBox 4">
            <a:extLst>
              <a:ext uri="{FF2B5EF4-FFF2-40B4-BE49-F238E27FC236}">
                <a16:creationId xmlns:a16="http://schemas.microsoft.com/office/drawing/2014/main" id="{141E1AAE-BFE3-4640-943C-48E4DF598CC7}"/>
              </a:ext>
            </a:extLst>
          </p:cNvPr>
          <p:cNvSpPr txBox="1"/>
          <p:nvPr/>
        </p:nvSpPr>
        <p:spPr>
          <a:xfrm>
            <a:off x="340961" y="5781874"/>
            <a:ext cx="6094428" cy="307777"/>
          </a:xfrm>
          <a:prstGeom prst="rect">
            <a:avLst/>
          </a:prstGeom>
          <a:noFill/>
        </p:spPr>
        <p:txBody>
          <a:bodyPr wrap="square">
            <a:spAutoFit/>
          </a:bodyPr>
          <a:lstStyle/>
          <a:p>
            <a:pPr marL="0" marR="0" lvl="1" indent="-171450" fontAlgn="auto">
              <a:lnSpc>
                <a:spcPct val="100000"/>
              </a:lnSpc>
              <a:spcBef>
                <a:spcPts val="0"/>
              </a:spcBef>
              <a:spcAft>
                <a:spcPts val="0"/>
              </a:spcAft>
              <a:buClrTx/>
              <a:buSzTx/>
              <a:buFont typeface="Arial" panose="020B0604020202020204" pitchFamily="34" charset="0"/>
              <a:buChar char="•"/>
              <a:tabLst/>
              <a:defRPr/>
            </a:pPr>
            <a:r>
              <a:rPr lang="en-GB" sz="1400" b="1" dirty="0">
                <a:latin typeface="Grandview" panose="020B0502040204020203" pitchFamily="34" charset="0"/>
              </a:rPr>
              <a:t>PATENT  FILED: </a:t>
            </a:r>
            <a:r>
              <a:rPr lang="en-GB" sz="1400" dirty="0">
                <a:latin typeface="Grandview" panose="020B0502040204020203" pitchFamily="34" charset="0"/>
              </a:rPr>
              <a:t>No</a:t>
            </a:r>
          </a:p>
        </p:txBody>
      </p:sp>
      <p:sp>
        <p:nvSpPr>
          <p:cNvPr id="6" name="Title 3">
            <a:extLst>
              <a:ext uri="{FF2B5EF4-FFF2-40B4-BE49-F238E27FC236}">
                <a16:creationId xmlns:a16="http://schemas.microsoft.com/office/drawing/2014/main" id="{A52E1175-66CD-437B-AE56-3233BC453581}"/>
              </a:ext>
            </a:extLst>
          </p:cNvPr>
          <p:cNvSpPr txBox="1">
            <a:spLocks/>
          </p:cNvSpPr>
          <p:nvPr/>
        </p:nvSpPr>
        <p:spPr>
          <a:xfrm>
            <a:off x="340961" y="6089651"/>
            <a:ext cx="11282796" cy="674489"/>
          </a:xfrm>
          <a:prstGeom prst="rect">
            <a:avLst/>
          </a:prstGeom>
          <a:solidFill>
            <a:srgbClr val="A100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000" b="1" dirty="0">
                <a:solidFill>
                  <a:schemeClr val="bg1"/>
                </a:solidFill>
                <a:latin typeface="Arial" panose="020B0604020202020204" pitchFamily="34" charset="0"/>
                <a:cs typeface="Arial" panose="020B0604020202020204" pitchFamily="34" charset="0"/>
              </a:rPr>
              <a:t>Do you have a working model/prototype: No</a:t>
            </a:r>
          </a:p>
          <a:p>
            <a:r>
              <a:rPr lang="en-IN" sz="2000" b="1" dirty="0">
                <a:solidFill>
                  <a:schemeClr val="bg1"/>
                </a:solidFill>
                <a:latin typeface="Arial" panose="020B0604020202020204" pitchFamily="34" charset="0"/>
                <a:cs typeface="Arial" panose="020B0604020202020204" pitchFamily="34" charset="0"/>
              </a:rPr>
              <a:t>If not, will you be able to show working prototype during finale. Yes/No</a:t>
            </a:r>
            <a:endParaRPr lang="en-IN" sz="2000" dirty="0">
              <a:solidFill>
                <a:schemeClr val="bg1"/>
              </a:solidFill>
              <a:latin typeface="Arial" panose="020B0604020202020204" pitchFamily="34" charset="0"/>
              <a:cs typeface="Arial" panose="020B0604020202020204" pitchFamily="34" charset="0"/>
            </a:endParaRPr>
          </a:p>
        </p:txBody>
      </p:sp>
      <p:sp>
        <p:nvSpPr>
          <p:cNvPr id="13" name="Rectangle 6">
            <a:extLst>
              <a:ext uri="{FF2B5EF4-FFF2-40B4-BE49-F238E27FC236}">
                <a16:creationId xmlns:a16="http://schemas.microsoft.com/office/drawing/2014/main" id="{64045D76-D2F2-92BF-F0F9-6BF0573FF4CE}"/>
              </a:ext>
            </a:extLst>
          </p:cNvPr>
          <p:cNvSpPr>
            <a:spLocks noChangeArrowheads="1"/>
          </p:cNvSpPr>
          <p:nvPr/>
        </p:nvSpPr>
        <p:spPr bwMode="auto">
          <a:xfrm>
            <a:off x="158262" y="773893"/>
            <a:ext cx="1203373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tx1"/>
                </a:solidFill>
                <a:effectLst/>
                <a:latin typeface="Arial" panose="020B0604020202020204" pitchFamily="34" charset="0"/>
                <a:cs typeface="Arial" panose="020B0604020202020204" pitchFamily="34" charset="0"/>
              </a:rPr>
              <a:t>What Sets </a:t>
            </a:r>
            <a:r>
              <a:rPr kumimoji="0" lang="en-US" altLang="en-US" sz="1800" b="1" i="0" u="sng" strike="noStrike" cap="none" normalizeH="0" baseline="0" dirty="0" err="1">
                <a:ln>
                  <a:noFill/>
                </a:ln>
                <a:solidFill>
                  <a:schemeClr val="tx1"/>
                </a:solidFill>
                <a:effectLst/>
                <a:latin typeface="Arial" panose="020B0604020202020204" pitchFamily="34" charset="0"/>
                <a:cs typeface="Arial" panose="020B0604020202020204" pitchFamily="34" charset="0"/>
              </a:rPr>
              <a:t>Sanitas</a:t>
            </a:r>
            <a:r>
              <a:rPr kumimoji="0" lang="en-US" altLang="en-US" sz="1800" b="1" i="0" u="sng" strike="noStrike" cap="none" normalizeH="0" baseline="0" dirty="0">
                <a:ln>
                  <a:noFill/>
                </a:ln>
                <a:solidFill>
                  <a:schemeClr val="tx1"/>
                </a:solidFill>
                <a:effectLst/>
                <a:latin typeface="Arial" panose="020B0604020202020204" pitchFamily="34" charset="0"/>
                <a:cs typeface="Arial" panose="020B0604020202020204" pitchFamily="34" charset="0"/>
              </a:rPr>
              <a:t> Curae Apart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Uniqueness in the Market</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End-to-End Automation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Unlike other solutions,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Sanitas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Curae fully automates major hospital functions—dynamic appointment scheduling, bed allocation, inventory management—drastically reducing dependency on manual intervention, improving efficiency across all levels.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AI-Powered Patient Engagement</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Our generative AI chatbot goes beyond standard virtual assistants by analyzing patient medical records to provide meaningful insights. This feature empowers patients with personalized information, enhancing their understanding of their own health.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Real-Time Synchronization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Powered by Firebase,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Sanitas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Curae offers real-time updates for critical elements like doctor availability, appointments, and inventory—ensuring both patients and staff are always in the loop, without any delays or miscommunication.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Comprehensive Digital Ecosystem</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Sanitas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Curae integrates multiple systems under one platform—e-billing, e-medical records, doctor schedules—offering a seamless experience that’s missing in traditional, fragmented hospital management systems.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These differentiators make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Sanitas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Curae a truly disruptive solution that elevates both operational efficiency and patient-centric care.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2563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40961" y="342685"/>
            <a:ext cx="11282796" cy="457415"/>
          </a:xfrm>
          <a:solidFill>
            <a:srgbClr val="A100FF"/>
          </a:solidFill>
        </p:spPr>
        <p:txBody>
          <a:bodyPr>
            <a:normAutofit/>
          </a:bodyPr>
          <a:lstStyle/>
          <a:p>
            <a:r>
              <a:rPr lang="en-US" sz="2000" b="1" dirty="0">
                <a:solidFill>
                  <a:schemeClr val="bg1"/>
                </a:solidFill>
                <a:latin typeface="Graphik" panose="020B0503030202060203" pitchFamily="34" charset="0"/>
                <a:cs typeface="Arial" panose="020B0604020202020204" pitchFamily="34" charset="0"/>
              </a:rPr>
              <a:t>Please share a 1-minute video of your idea (embed on this PPT or add a downloadable link)</a:t>
            </a:r>
            <a:endParaRPr lang="en-IN" sz="2000" b="1" dirty="0">
              <a:solidFill>
                <a:schemeClr val="bg1"/>
              </a:solidFill>
              <a:latin typeface="Graphik" panose="020B0503030202060203" pitchFamily="34" charset="0"/>
              <a:cs typeface="Arial" panose="020B0604020202020204" pitchFamily="34" charset="0"/>
            </a:endParaRPr>
          </a:p>
        </p:txBody>
      </p:sp>
      <p:sp>
        <p:nvSpPr>
          <p:cNvPr id="3" name="TextBox 2">
            <a:extLst>
              <a:ext uri="{FF2B5EF4-FFF2-40B4-BE49-F238E27FC236}">
                <a16:creationId xmlns:a16="http://schemas.microsoft.com/office/drawing/2014/main" id="{DD04F1DF-2427-96E5-3ED1-16A9A0FD9805}"/>
              </a:ext>
            </a:extLst>
          </p:cNvPr>
          <p:cNvSpPr txBox="1"/>
          <p:nvPr/>
        </p:nvSpPr>
        <p:spPr>
          <a:xfrm>
            <a:off x="161851" y="1415465"/>
            <a:ext cx="7033846" cy="830997"/>
          </a:xfrm>
          <a:prstGeom prst="rect">
            <a:avLst/>
          </a:prstGeom>
          <a:noFill/>
        </p:spPr>
        <p:txBody>
          <a:bodyPr wrap="square" rtlCol="0">
            <a:spAutoFit/>
          </a:bodyPr>
          <a:lstStyle/>
          <a:p>
            <a:r>
              <a:rPr lang="en-IN" sz="2400" b="1" u="sng" dirty="0">
                <a:latin typeface="Arial" panose="020B0604020202020204" pitchFamily="34" charset="0"/>
                <a:cs typeface="Arial" panose="020B0604020202020204" pitchFamily="34" charset="0"/>
              </a:rPr>
              <a:t>Video of our Idea:-</a:t>
            </a:r>
          </a:p>
          <a:p>
            <a:endParaRPr lang="en-IN" sz="2400"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AF3A73E-F1D4-9F66-26B2-66C09BB26594}"/>
              </a:ext>
            </a:extLst>
          </p:cNvPr>
          <p:cNvSpPr txBox="1"/>
          <p:nvPr/>
        </p:nvSpPr>
        <p:spPr>
          <a:xfrm>
            <a:off x="794239" y="3226544"/>
            <a:ext cx="6186664" cy="1384995"/>
          </a:xfrm>
          <a:prstGeom prst="rect">
            <a:avLst/>
          </a:prstGeom>
          <a:blipFill>
            <a:blip r:embed="rId2"/>
            <a:tile tx="0" ty="0" sx="100000" sy="100000" flip="none" algn="tl"/>
          </a:blipFill>
          <a:effectLst>
            <a:outerShdw blurRad="63500" sx="102000" sy="102000" algn="ctr" rotWithShape="0">
              <a:prstClr val="black">
                <a:alpha val="40000"/>
              </a:prstClr>
            </a:outerShdw>
          </a:effectLst>
        </p:spPr>
        <p:txBody>
          <a:bodyPr wrap="square" rtlCol="0">
            <a:spAutoFit/>
          </a:bodyPr>
          <a:lstStyle/>
          <a:p>
            <a:pPr algn="ctr"/>
            <a:br>
              <a:rPr lang="en-IN" sz="2800" b="1" u="sng" dirty="0">
                <a:solidFill>
                  <a:schemeClr val="bg1"/>
                </a:solidFill>
                <a:latin typeface="Arial" panose="020B0604020202020204" pitchFamily="34" charset="0"/>
                <a:cs typeface="Arial" panose="020B0604020202020204" pitchFamily="34" charset="0"/>
                <a:hlinkClick r:id="rId3"/>
              </a:rPr>
            </a:br>
            <a:r>
              <a:rPr lang="en-IN" sz="2800" b="1" u="sng" dirty="0">
                <a:solidFill>
                  <a:schemeClr val="bg1"/>
                </a:solidFill>
                <a:latin typeface="Arial" panose="020B0604020202020204" pitchFamily="34" charset="0"/>
                <a:cs typeface="Arial" panose="020B0604020202020204" pitchFamily="34" charset="0"/>
                <a:hlinkClick r:id="rId3"/>
              </a:rPr>
              <a:t>https://youtu.be/LNs0vSoSUjA</a:t>
            </a:r>
            <a:endParaRPr lang="en-IN" sz="2800" b="1" u="sng" dirty="0">
              <a:solidFill>
                <a:schemeClr val="bg1"/>
              </a:solidFill>
              <a:latin typeface="Arial" panose="020B0604020202020204" pitchFamily="34" charset="0"/>
              <a:cs typeface="Arial" panose="020B0604020202020204" pitchFamily="34" charset="0"/>
            </a:endParaRPr>
          </a:p>
          <a:p>
            <a:pPr algn="ct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6461B3B-32D9-08F1-1603-3B72153E6E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9404" y="1072780"/>
            <a:ext cx="3628357" cy="54425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90653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E007-D398-4637-8C5B-A1E6C6135C7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120424565"/>
      </p:ext>
    </p:extLst>
  </p:cSld>
  <p:clrMapOvr>
    <a:masterClrMapping/>
  </p:clrMapOvr>
</p:sld>
</file>

<file path=ppt/theme/theme1.xml><?xml version="1.0" encoding="utf-8"?>
<a:theme xmlns:a="http://schemas.openxmlformats.org/drawingml/2006/main" name="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3.xml><?xml version="1.0" encoding="utf-8"?>
<a:theme xmlns:a="http://schemas.openxmlformats.org/drawingml/2006/main" name="Accenture 2022 use this templat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Layouts">
  <a:themeElements>
    <a:clrScheme name="Core Brand New">
      <a:dk1>
        <a:srgbClr val="000000"/>
      </a:dk1>
      <a:lt1>
        <a:srgbClr val="FFFFFF"/>
      </a:lt1>
      <a:dk2>
        <a:srgbClr val="595959"/>
      </a:dk2>
      <a:lt2>
        <a:srgbClr val="D8D8D8"/>
      </a:lt2>
      <a:accent1>
        <a:srgbClr val="A100FF"/>
      </a:accent1>
      <a:accent2>
        <a:srgbClr val="7500C0"/>
      </a:accent2>
      <a:accent3>
        <a:srgbClr val="460073"/>
      </a:accent3>
      <a:accent4>
        <a:srgbClr val="00BAFF"/>
      </a:accent4>
      <a:accent5>
        <a:srgbClr val="008EFF"/>
      </a:accent5>
      <a:accent6>
        <a:srgbClr val="004DEF"/>
      </a:accent6>
      <a:hlink>
        <a:srgbClr val="A100FF"/>
      </a:hlink>
      <a:folHlink>
        <a:srgbClr val="A1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5" id="{1A1BACC9-DD50-1B40-8FF4-1BBC5A1F8987}" vid="{DF2D84E4-6560-3949-BD47-8C44662E79A6}"/>
    </a:ext>
  </a:extLst>
</a:theme>
</file>

<file path=ppt/theme/theme5.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6.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68F88AD5035B41823DBAC77DB5C8F3" ma:contentTypeVersion="13" ma:contentTypeDescription="Create a new document." ma:contentTypeScope="" ma:versionID="3bd480efa581ec32019da36687964953">
  <xsd:schema xmlns:xsd="http://www.w3.org/2001/XMLSchema" xmlns:xs="http://www.w3.org/2001/XMLSchema" xmlns:p="http://schemas.microsoft.com/office/2006/metadata/properties" xmlns:ns3="f09dec34-126f-4759-b06d-a920de720ce4" xmlns:ns4="17c09f85-56e7-4417-b5d2-7fa4154de313" targetNamespace="http://schemas.microsoft.com/office/2006/metadata/properties" ma:root="true" ma:fieldsID="61487543e129026131e44145181c9b8f" ns3:_="" ns4:_="">
    <xsd:import namespace="f09dec34-126f-4759-b06d-a920de720ce4"/>
    <xsd:import namespace="17c09f85-56e7-4417-b5d2-7fa4154de31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4:SharedWithDetails" minOccurs="0"/>
                <xsd:element ref="ns4:SharingHintHash" minOccurs="0"/>
                <xsd:element ref="ns4:SharedWithUsers"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9dec34-126f-4759-b06d-a920de720c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c09f85-56e7-4417-b5d2-7fa4154de313" elementFormDefault="qualified">
    <xsd:import namespace="http://schemas.microsoft.com/office/2006/documentManagement/types"/>
    <xsd:import namespace="http://schemas.microsoft.com/office/infopath/2007/PartnerControls"/>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63A2E8-A24E-4685-8984-397568C8D077}">
  <ds:schemaRefs>
    <ds:schemaRef ds:uri="17c09f85-56e7-4417-b5d2-7fa4154de313"/>
    <ds:schemaRef ds:uri="f09dec34-126f-4759-b06d-a920de720ce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6BFFC05-B2F6-4CED-BE65-F75B1EB7AD7B}">
  <ds:schemaRefs>
    <ds:schemaRef ds:uri="http://purl.org/dc/dcmitype/"/>
    <ds:schemaRef ds:uri="17c09f85-56e7-4417-b5d2-7fa4154de313"/>
    <ds:schemaRef ds:uri="http://schemas.microsoft.com/office/2006/documentManagement/types"/>
    <ds:schemaRef ds:uri="f09dec34-126f-4759-b06d-a920de720ce4"/>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79831B46-6CD1-40D2-9FB5-3E58559F90A3}">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1441</TotalTime>
  <Words>955</Words>
  <Application>Microsoft Office PowerPoint</Application>
  <PresentationFormat>Widescreen</PresentationFormat>
  <Paragraphs>72</Paragraphs>
  <Slides>9</Slides>
  <Notes>0</Notes>
  <HiddenSlides>0</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9</vt:i4>
      </vt:variant>
    </vt:vector>
  </HeadingPairs>
  <TitlesOfParts>
    <vt:vector size="27" baseType="lpstr">
      <vt:lpstr>Arial</vt:lpstr>
      <vt:lpstr>Calibri</vt:lpstr>
      <vt:lpstr>Calibri Light</vt:lpstr>
      <vt:lpstr>Grandview</vt:lpstr>
      <vt:lpstr>Graphik</vt:lpstr>
      <vt:lpstr>Graphik Black</vt:lpstr>
      <vt:lpstr>Graphik Extralight</vt:lpstr>
      <vt:lpstr>Graphik Light</vt:lpstr>
      <vt:lpstr>Graphik Medium</vt:lpstr>
      <vt:lpstr>Graphik Regular</vt:lpstr>
      <vt:lpstr>GT Sectra Fine</vt:lpstr>
      <vt:lpstr>System Font</vt:lpstr>
      <vt:lpstr>Office Theme</vt:lpstr>
      <vt:lpstr>1_Office Theme</vt:lpstr>
      <vt:lpstr>Accenture 2022 use this template</vt:lpstr>
      <vt:lpstr>Content Layouts</vt:lpstr>
      <vt:lpstr>Titles</vt:lpstr>
      <vt:lpstr>1_Titles</vt:lpstr>
      <vt:lpstr>PowerPoint Presentation</vt:lpstr>
      <vt:lpstr>Team details</vt:lpstr>
      <vt:lpstr>Describe the problem statement (200 words)</vt:lpstr>
      <vt:lpstr>Proposed solution / your big Idea (200 words)</vt:lpstr>
      <vt:lpstr>How does your innovation accelerate change with the power of Technology? (200 words)</vt:lpstr>
      <vt:lpstr>PowerPoint Presentation</vt:lpstr>
      <vt:lpstr>How is your solution different/unique from other solutions in market? (150 words)</vt:lpstr>
      <vt:lpstr>Please share a 1-minute video of your idea (embed on this PPT or add a downloadable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Keisha Ridwan</dc:creator>
  <cp:lastModifiedBy>Bharathwaj Ryder</cp:lastModifiedBy>
  <cp:revision>287</cp:revision>
  <dcterms:created xsi:type="dcterms:W3CDTF">2020-08-05T08:43:32Z</dcterms:created>
  <dcterms:modified xsi:type="dcterms:W3CDTF">2024-10-06T17:46:22Z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0x010100A368F88AD5035B41823DBAC77DB5C8F3</vt:lpwstr>
  </property>
</Properties>
</file>