
<file path=[Content_Types].xml><?xml version="1.0" encoding="utf-8"?>
<Types xmlns="http://schemas.openxmlformats.org/package/2006/content-types">
  <Default Extension="gif" ContentType="image/gif"/>
  <Default Extension="glb" ContentType="model/gltf.binary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77" r:id="rId6"/>
    <p:sldId id="261" r:id="rId7"/>
    <p:sldId id="266" r:id="rId8"/>
    <p:sldId id="265" r:id="rId9"/>
    <p:sldId id="264" r:id="rId10"/>
    <p:sldId id="263" r:id="rId11"/>
    <p:sldId id="278" r:id="rId12"/>
    <p:sldId id="262" r:id="rId13"/>
    <p:sldId id="27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A3ACE"/>
    <a:srgbClr val="654E72"/>
    <a:srgbClr val="7F18B8"/>
    <a:srgbClr val="CFC9D9"/>
    <a:srgbClr val="817494"/>
    <a:srgbClr val="F3EAF8"/>
    <a:srgbClr val="121212"/>
    <a:srgbClr val="131313"/>
    <a:srgbClr val="8876B4"/>
    <a:srgbClr val="C6C6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40" autoAdjust="0"/>
    <p:restoredTop sz="95529" autoAdjust="0"/>
  </p:normalViewPr>
  <p:slideViewPr>
    <p:cSldViewPr snapToGrid="0">
      <p:cViewPr varScale="1">
        <p:scale>
          <a:sx n="89" d="100"/>
          <a:sy n="89" d="100"/>
        </p:scale>
        <p:origin x="835" y="11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D2AE13-05C7-4635-8017-5EDD5736EF8D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4724D9-CC35-4EB1-8C78-56A55A2359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4974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FF7BE-2916-B46B-2922-C2655E85C7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3D42F8-69E3-6DB9-766F-FC65CD82F2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8D2C7-F1B5-AAF0-1D3D-F18494670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A437F-25E5-AB53-6516-9008F7199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C8F50-100B-5664-EE07-AFFE713A6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4414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230E9-CEBA-5712-3407-ACD96D0385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B17CC-1B18-6C90-00F1-2258D0C456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1AD1F-A2CE-EF24-BC97-01FEE24FF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86D02C-EC3D-9A58-DD6F-8E6CBEBD3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6773FB-F7DA-CFE5-EB03-A145C4FF57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6264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383C7-44E0-9BCB-9B15-13F71C802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91A8E1-A858-FA35-F79A-FEE9135B1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9716C1-48F6-390D-19A7-8AC204956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F500E5-9F86-4D22-D59A-A112D4F9D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20AF6-707B-CD6F-BBE0-294B0185A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70276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5D3D3-32D5-4FB1-81F6-D37A5B120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9C117-60FA-EDF3-31FA-83F78D579E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CD7B46-C242-D871-C61A-84AAE094D1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3F6227-F25B-A919-1C3B-A0580DF57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EEBEE6-9DEE-4BC0-56DA-C77D626DA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4CE6D0-7B82-0522-D2AD-6B81CC726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9837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D2E4C-0E7D-0EDC-3A4A-C8F4FCBB9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E33740-A044-2B1E-2594-1EFC0DB20E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9BDC8D-E210-F816-10C4-12AB5E244D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A53F24-5CBD-A7B8-A452-68FDCD17BC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87D585-C9B6-23D0-1E92-CCFC26ADCC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4994C7-39A3-9326-43F7-E50936DACD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C16A45-B4F7-FBA5-6D30-84B53AF54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0A6D54-98AA-DD36-EC24-3C7AF5A3B4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241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7E0A9-25CA-4FD5-4ED6-5FBEB4A19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BBFBC6-7C0F-8EA6-8A98-24F300A41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22E1C7-ABA5-E345-FBC2-457609E878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5DD3CA-E494-1C62-8BA9-AF1A50B9C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9428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370A4B-E435-D57F-B7D0-BF4CDC0E26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1FE438D-D04E-1B68-D8FE-31417A60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0BB309-17E1-E822-32D9-2DF04BABF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20867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7E73B-61F7-F993-DF5D-9B92AF557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7436B5-5DEB-59CA-077D-39C9C7F31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571F3A-C044-FD56-7E89-77AC1A8EB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D1B76-C582-3F1E-49D2-3A98B8A01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A31744-0115-7CCE-83E5-97CB258F3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43B66E-2018-043C-1DB3-6210B280C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904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91A532-10A8-C6C1-15DA-27517F2AB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222FA65-2356-54C5-2FE6-684FC3E72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AB6C5-E898-FA24-A690-7E4A7F79DF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0931A8-D540-650A-5B2F-E431FD6FB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5E1CBB-66FA-964F-B88B-FCBA52B5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B03DCC-7BFC-1A95-8017-1FCF87BF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543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B5AE6-E7E4-0C97-6731-3E8CE6640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CC70BD-B221-5388-1F5A-A510FCEDE7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E08BE3-23E4-714A-9ED9-1542701C1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FE072C-92C1-1A0E-EC65-34A000738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220500-E9A6-1460-8618-5E700D4E4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0550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8EC7E8-2907-C941-2E00-5102E7CF85F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E22C026-82E9-2BE5-D907-277DA6E9CF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3BE18-E423-1D45-5E6C-339743B1F7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4573E0-3F31-9198-9CD6-8012872F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BDDED6-BC55-30DF-EB7B-61D1BAFA8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550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8DCFFA-E5D5-BA30-FA26-5E2564517B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843E6A-2CB5-6BA0-E24B-E81BE5E9A3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CCCB-3CE4-69BB-B829-E2F221D634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C05E7E-C560-4F85-908D-99AFBB2957F2}" type="datetimeFigureOut">
              <a:rPr lang="en-IN" smtClean="0"/>
              <a:t>23-08-2024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AE7C2-51BE-C170-A6FF-56273D0CEA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ABA3B3-18E6-A22F-5DA0-1E134064C4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9DB33C-3408-442F-80B4-5EB6F725A5E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2078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17/06/relationships/model3d" Target="../media/model3d1.glb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7/06/relationships/model3d" Target="../media/model3d1.glb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7E69-FAC5-1CB6-B59D-4F12582E3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1D6CD-B9F9-C224-0D57-923C598E0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D8432-5EB5-EA4F-99A9-E5B9C464B9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59111" cy="753774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5070746-F3F5-2FC5-0881-1A86DA24E34E}"/>
              </a:ext>
            </a:extLst>
          </p:cNvPr>
          <p:cNvSpPr txBox="1"/>
          <p:nvPr/>
        </p:nvSpPr>
        <p:spPr>
          <a:xfrm>
            <a:off x="849966" y="-112145"/>
            <a:ext cx="110236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0" dirty="0">
                <a:effectLst>
                  <a:outerShdw blurRad="76200" dist="38100" algn="l" rotWithShape="0">
                    <a:prstClr val="black">
                      <a:alpha val="68000"/>
                    </a:prstClr>
                  </a:outerShdw>
                </a:effectLst>
                <a:latin typeface="Constantia" panose="02030602050306030303" pitchFamily="18" charset="0"/>
              </a:rPr>
              <a:t>Sanitas Curae</a:t>
            </a:r>
          </a:p>
          <a:p>
            <a:pPr algn="ctr"/>
            <a:r>
              <a:rPr lang="en-US" sz="2400" dirty="0">
                <a:effectLst>
                  <a:outerShdw blurRad="76200" dist="38100" algn="l" rotWithShape="0">
                    <a:prstClr val="black">
                      <a:alpha val="68000"/>
                    </a:prstClr>
                  </a:outerShdw>
                </a:effectLst>
                <a:latin typeface="Constantia" panose="02030602050306030303" pitchFamily="18" charset="0"/>
              </a:rPr>
              <a:t>A Comprehensive Digital Ecosystem for Efficient and Patient-Centric Care</a:t>
            </a:r>
            <a:endParaRPr lang="en-IN" sz="9000" dirty="0">
              <a:effectLst>
                <a:outerShdw blurRad="76200" dist="38100" algn="l" rotWithShape="0">
                  <a:prstClr val="black">
                    <a:alpha val="68000"/>
                  </a:prstClr>
                </a:outerShdw>
              </a:effectLst>
              <a:latin typeface="Constantia" panose="02030602050306030303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90481E-FCEE-1B5C-EA65-50E1EF92AE51}"/>
              </a:ext>
            </a:extLst>
          </p:cNvPr>
          <p:cNvSpPr/>
          <p:nvPr/>
        </p:nvSpPr>
        <p:spPr>
          <a:xfrm>
            <a:off x="12259110" y="-1"/>
            <a:ext cx="771090" cy="7537741"/>
          </a:xfrm>
          <a:prstGeom prst="rect">
            <a:avLst/>
          </a:prstGeom>
          <a:gradFill flip="none" rotWithShape="1">
            <a:gsLst>
              <a:gs pos="0">
                <a:srgbClr val="EDEDF5">
                  <a:shade val="30000"/>
                  <a:satMod val="115000"/>
                </a:srgbClr>
              </a:gs>
              <a:gs pos="50000">
                <a:srgbClr val="EDEDF5">
                  <a:shade val="67500"/>
                  <a:satMod val="115000"/>
                </a:srgbClr>
              </a:gs>
              <a:gs pos="100000">
                <a:srgbClr val="EDEDF5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486C8C-D155-BE08-D3EF-1A8AF36703AC}"/>
              </a:ext>
            </a:extLst>
          </p:cNvPr>
          <p:cNvSpPr txBox="1"/>
          <p:nvPr/>
        </p:nvSpPr>
        <p:spPr>
          <a:xfrm>
            <a:off x="13323498" y="-506919"/>
            <a:ext cx="3514416" cy="6924973"/>
          </a:xfrm>
          <a:prstGeom prst="rect">
            <a:avLst/>
          </a:prstGeom>
          <a:noFill/>
          <a:effectLst>
            <a:outerShdw blurRad="152400" dist="38100" algn="l" rotWithShape="0">
              <a:prstClr val="black">
                <a:alpha val="16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Sitka Heading Semibold" pitchFamily="2" charset="0"/>
              </a:rPr>
              <a:t>The Brains behind the operations from team</a:t>
            </a:r>
          </a:p>
          <a:p>
            <a:pPr algn="ctr"/>
            <a:r>
              <a:rPr lang="en-US" sz="3200" dirty="0">
                <a:solidFill>
                  <a:srgbClr val="5A3ACE"/>
                </a:solidFill>
                <a:latin typeface="Sitka Heading Semibold" pitchFamily="2" charset="0"/>
              </a:rPr>
              <a:t>“</a:t>
            </a:r>
            <a:r>
              <a:rPr lang="en-US" sz="3200" b="1" dirty="0" err="1">
                <a:solidFill>
                  <a:srgbClr val="5A3ACE"/>
                </a:solidFill>
                <a:latin typeface="Sitka Heading Semibold" pitchFamily="2" charset="0"/>
              </a:rPr>
              <a:t>PyroMed</a:t>
            </a:r>
            <a:r>
              <a:rPr lang="en-US" sz="3200" dirty="0">
                <a:solidFill>
                  <a:srgbClr val="5A3ACE"/>
                </a:solidFill>
                <a:latin typeface="Sitka Heading Semibold" pitchFamily="2" charset="0"/>
              </a:rPr>
              <a:t>”</a:t>
            </a:r>
          </a:p>
          <a:p>
            <a:pPr algn="ctr"/>
            <a:endParaRPr lang="en-US" sz="3600" dirty="0">
              <a:latin typeface="Sitka Heading Semibold" pitchFamily="2" charset="0"/>
            </a:endParaRPr>
          </a:p>
          <a:p>
            <a:pPr algn="ctr"/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 err="1">
                <a:latin typeface="Sitka Heading Semibold" pitchFamily="2" charset="0"/>
              </a:rPr>
              <a:t>Bharathwaj.K.S</a:t>
            </a:r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bharathwajks26@gmail.com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itka Heading Semibold" pitchFamily="2" charset="0"/>
              </a:rPr>
              <a:t>Lead algorithm developer</a:t>
            </a:r>
          </a:p>
          <a:p>
            <a:pPr algn="ctr"/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Manik </a:t>
            </a:r>
            <a:r>
              <a:rPr lang="en-US" sz="2000" dirty="0" err="1">
                <a:latin typeface="Sitka Heading Semibold" pitchFamily="2" charset="0"/>
              </a:rPr>
              <a:t>Rakshan.I</a:t>
            </a:r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manikrakshan16@gmail.com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itka Heading Semibold" pitchFamily="2" charset="0"/>
              </a:rPr>
              <a:t>UI/UX - Front End &amp; Backend</a:t>
            </a:r>
          </a:p>
          <a:p>
            <a:pPr algn="ctr"/>
            <a:r>
              <a:rPr lang="en-US" sz="2000" dirty="0">
                <a:latin typeface="Sitka Heading Semibold" pitchFamily="2" charset="0"/>
              </a:rPr>
              <a:t> </a:t>
            </a:r>
            <a:endParaRPr lang="en-IN" sz="2000" dirty="0">
              <a:latin typeface="Sitka Heading Semibold" pitchFamily="2" charset="0"/>
            </a:endParaRPr>
          </a:p>
          <a:p>
            <a:pPr algn="ctr"/>
            <a:r>
              <a:rPr lang="en-IN" sz="2000" dirty="0">
                <a:latin typeface="Sitka Heading Semibold" pitchFamily="2" charset="0"/>
              </a:rPr>
              <a:t>Hari Raja </a:t>
            </a:r>
            <a:r>
              <a:rPr lang="en-IN" sz="2000" dirty="0" err="1">
                <a:latin typeface="Sitka Heading Semibold" pitchFamily="2" charset="0"/>
              </a:rPr>
              <a:t>Prabhu.P</a:t>
            </a:r>
            <a:endParaRPr lang="en-IN" sz="2000" dirty="0">
              <a:latin typeface="Sitka Heading Semibold" pitchFamily="2" charset="0"/>
            </a:endParaRPr>
          </a:p>
          <a:p>
            <a:pPr algn="ctr"/>
            <a:r>
              <a:rPr lang="en-IN" sz="2000" dirty="0">
                <a:latin typeface="Sitka Heading Semibold" pitchFamily="2" charset="0"/>
              </a:rPr>
              <a:t>hariprabhu571@gmail.com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000" dirty="0">
                <a:latin typeface="Sitka Heading Semibold" pitchFamily="2" charset="0"/>
              </a:rPr>
              <a:t>Backend &amp; Data Analyst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>
              <a:latin typeface="Sitka Heading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325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67E69-FAC5-1CB6-B59D-4F12582E35D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61D6CD-B9F9-C224-0D57-923C598E06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D8432-5EB5-EA4F-99A9-E5B9C464B9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0" r="-22480"/>
          <a:stretch/>
        </p:blipFill>
        <p:spPr>
          <a:xfrm>
            <a:off x="-444500" y="-214638"/>
            <a:ext cx="12636500" cy="7186938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4627DFE-D49F-F74F-F2B7-895CFE7CA463}"/>
              </a:ext>
            </a:extLst>
          </p:cNvPr>
          <p:cNvSpPr/>
          <p:nvPr/>
        </p:nvSpPr>
        <p:spPr>
          <a:xfrm>
            <a:off x="8317148" y="0"/>
            <a:ext cx="3874851" cy="6858000"/>
          </a:xfrm>
          <a:prstGeom prst="rect">
            <a:avLst/>
          </a:prstGeom>
          <a:gradFill flip="none" rotWithShape="1">
            <a:gsLst>
              <a:gs pos="0">
                <a:srgbClr val="EDEDF5">
                  <a:shade val="30000"/>
                  <a:satMod val="115000"/>
                </a:srgbClr>
              </a:gs>
              <a:gs pos="50000">
                <a:srgbClr val="EDEDF5">
                  <a:shade val="67500"/>
                  <a:satMod val="115000"/>
                </a:srgbClr>
              </a:gs>
              <a:gs pos="100000">
                <a:srgbClr val="EDEDF5">
                  <a:shade val="100000"/>
                  <a:satMod val="11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C27704-4913-B31F-704F-B165A192A0F9}"/>
              </a:ext>
            </a:extLst>
          </p:cNvPr>
          <p:cNvSpPr txBox="1"/>
          <p:nvPr/>
        </p:nvSpPr>
        <p:spPr>
          <a:xfrm>
            <a:off x="8497365" y="147665"/>
            <a:ext cx="3514416" cy="6924973"/>
          </a:xfrm>
          <a:prstGeom prst="rect">
            <a:avLst/>
          </a:prstGeom>
          <a:noFill/>
          <a:effectLst>
            <a:outerShdw blurRad="152400" dist="38100" algn="l" rotWithShape="0">
              <a:prstClr val="black">
                <a:alpha val="16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Sitka Heading Semibold" pitchFamily="2" charset="0"/>
              </a:rPr>
              <a:t>The Brains behind the operations from team</a:t>
            </a:r>
          </a:p>
          <a:p>
            <a:pPr algn="ctr"/>
            <a:r>
              <a:rPr lang="en-US" sz="3200" dirty="0">
                <a:solidFill>
                  <a:srgbClr val="5A3ACE"/>
                </a:solidFill>
                <a:latin typeface="Sitka Heading Semibold" pitchFamily="2" charset="0"/>
              </a:rPr>
              <a:t>“</a:t>
            </a:r>
            <a:r>
              <a:rPr lang="en-US" sz="3200" b="1" dirty="0" err="1">
                <a:solidFill>
                  <a:srgbClr val="5A3ACE"/>
                </a:solidFill>
                <a:latin typeface="Sitka Heading Semibold" pitchFamily="2" charset="0"/>
              </a:rPr>
              <a:t>PyroMed</a:t>
            </a:r>
            <a:r>
              <a:rPr lang="en-US" sz="3200" dirty="0">
                <a:solidFill>
                  <a:srgbClr val="5A3ACE"/>
                </a:solidFill>
                <a:latin typeface="Sitka Heading Semibold" pitchFamily="2" charset="0"/>
              </a:rPr>
              <a:t>”</a:t>
            </a:r>
          </a:p>
          <a:p>
            <a:pPr algn="ctr"/>
            <a:endParaRPr lang="en-US" sz="3600" dirty="0">
              <a:latin typeface="Sitka Heading Semibold" pitchFamily="2" charset="0"/>
            </a:endParaRPr>
          </a:p>
          <a:p>
            <a:pPr algn="ctr"/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 err="1">
                <a:latin typeface="Sitka Heading Semibold" pitchFamily="2" charset="0"/>
              </a:rPr>
              <a:t>Bharathwaj.K.S</a:t>
            </a:r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bharathwajks26@gmail.com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itka Heading Semibold" pitchFamily="2" charset="0"/>
              </a:rPr>
              <a:t>Lead algorithm developer</a:t>
            </a:r>
          </a:p>
          <a:p>
            <a:pPr algn="ctr"/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Manik </a:t>
            </a:r>
            <a:r>
              <a:rPr lang="en-US" sz="2000" dirty="0" err="1">
                <a:latin typeface="Sitka Heading Semibold" pitchFamily="2" charset="0"/>
              </a:rPr>
              <a:t>Rakshan.I</a:t>
            </a:r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manikrakshan16@gmail.com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itka Heading Semibold" pitchFamily="2" charset="0"/>
              </a:rPr>
              <a:t>UI/UX - Front End &amp; Backend</a:t>
            </a:r>
          </a:p>
          <a:p>
            <a:pPr algn="ctr"/>
            <a:r>
              <a:rPr lang="en-US" sz="2000" dirty="0">
                <a:latin typeface="Sitka Heading Semibold" pitchFamily="2" charset="0"/>
              </a:rPr>
              <a:t> </a:t>
            </a:r>
            <a:endParaRPr lang="en-IN" sz="2000" dirty="0">
              <a:latin typeface="Sitka Heading Semibold" pitchFamily="2" charset="0"/>
            </a:endParaRPr>
          </a:p>
          <a:p>
            <a:pPr algn="ctr"/>
            <a:r>
              <a:rPr lang="en-IN" sz="2000" dirty="0">
                <a:latin typeface="Sitka Heading Semibold" pitchFamily="2" charset="0"/>
              </a:rPr>
              <a:t>Hari Raja </a:t>
            </a:r>
            <a:r>
              <a:rPr lang="en-IN" sz="2000" dirty="0" err="1">
                <a:latin typeface="Sitka Heading Semibold" pitchFamily="2" charset="0"/>
              </a:rPr>
              <a:t>Prabhu.P</a:t>
            </a:r>
            <a:endParaRPr lang="en-IN" sz="2000" dirty="0">
              <a:latin typeface="Sitka Heading Semibold" pitchFamily="2" charset="0"/>
            </a:endParaRPr>
          </a:p>
          <a:p>
            <a:pPr algn="ctr"/>
            <a:r>
              <a:rPr lang="en-IN" sz="2000" dirty="0">
                <a:latin typeface="Sitka Heading Semibold" pitchFamily="2" charset="0"/>
              </a:rPr>
              <a:t>hariprabhu571@gmail.com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000" dirty="0">
                <a:latin typeface="Sitka Heading Semibold" pitchFamily="2" charset="0"/>
              </a:rPr>
              <a:t>Backend &amp; Data Analyst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>
              <a:latin typeface="Sitka Heading Semibold" pitchFamily="2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3B6651-838A-3AE3-E176-D6647F2E7B0E}"/>
              </a:ext>
            </a:extLst>
          </p:cNvPr>
          <p:cNvSpPr/>
          <p:nvPr/>
        </p:nvSpPr>
        <p:spPr>
          <a:xfrm>
            <a:off x="1219200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DEDF5">
                  <a:shade val="30000"/>
                  <a:satMod val="115000"/>
                </a:srgbClr>
              </a:gs>
              <a:gs pos="50000">
                <a:srgbClr val="EDEDF5">
                  <a:shade val="67500"/>
                  <a:satMod val="115000"/>
                </a:srgbClr>
              </a:gs>
              <a:gs pos="100000">
                <a:srgbClr val="EDEDF5">
                  <a:shade val="100000"/>
                  <a:satMod val="115000"/>
                </a:srgb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endParaRPr lang="en-IN" sz="1800" dirty="0">
              <a:solidFill>
                <a:srgbClr val="C6C6CD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B0E239-1162-D056-C666-A453F862F079}"/>
              </a:ext>
            </a:extLst>
          </p:cNvPr>
          <p:cNvSpPr txBox="1"/>
          <p:nvPr/>
        </p:nvSpPr>
        <p:spPr>
          <a:xfrm>
            <a:off x="20506889" y="583753"/>
            <a:ext cx="42545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latin typeface="Segoe Print" panose="02000600000000000000" pitchFamily="2" charset="0"/>
                <a:ea typeface="Cascadia Code" panose="020B0609020000020004" pitchFamily="49" charset="0"/>
                <a:cs typeface="Cascadia Code" panose="020B0609020000020004" pitchFamily="49" charset="0"/>
              </a:rPr>
              <a:t>Table of Contents</a:t>
            </a:r>
            <a:endParaRPr lang="en-IN" sz="3200" dirty="0">
              <a:latin typeface="Segoe Print" panose="02000600000000000000" pitchFamily="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  <a:p>
            <a:endParaRPr lang="en-IN" sz="3200" dirty="0"/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9" name="3D Model 8">
                <a:extLst>
                  <a:ext uri="{FF2B5EF4-FFF2-40B4-BE49-F238E27FC236}">
                    <a16:creationId xmlns:a16="http://schemas.microsoft.com/office/drawing/2014/main" id="{1BFEFD08-CC82-FE23-D3C7-207D18346970}"/>
                  </a:ext>
                </a:extLst>
              </p:cNvPr>
              <p:cNvGraphicFramePr>
                <a:graphicFrameLocks/>
              </p:cNvGraphicFramePr>
              <p:nvPr>
                <p:extLst>
                  <p:ext uri="{D42A27DB-BD31-4B8C-83A1-F6EECF244321}">
                    <p14:modId xmlns:p14="http://schemas.microsoft.com/office/powerpoint/2010/main" val="3528304112"/>
                  </p:ext>
                </p:extLst>
              </p:nvPr>
            </p:nvGraphicFramePr>
            <p:xfrm>
              <a:off x="18920919" y="2863853"/>
              <a:ext cx="4750603" cy="2139826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750603" cy="2139826"/>
                    </a:xfrm>
                    <a:prstGeom prst="rect">
                      <a:avLst/>
                    </a:prstGeom>
                  </am3d:spPr>
                  <am3d:camera>
                    <am3d:pos x="0" y="0" z="56962459"/>
                    <am3d:up dx="0" dy="36000000" dz="0"/>
                    <am3d:lookAt x="0" y="0" z="0"/>
                    <am3d:perspective fov="1110717"/>
                  </am3d:camera>
                  <am3d:trans>
                    <am3d:meterPerModelUnit n="8226378" d="1000000"/>
                    <am3d:preTrans dx="-1452619" dy="-5615854" dz="-84556"/>
                    <am3d:scale>
                      <am3d:sx n="1000000" d="1000000"/>
                      <am3d:sy n="1000000" d="1000000"/>
                      <am3d:sz n="1000000" d="1000000"/>
                    </am3d:scale>
                    <am3d:rot ax="-66955" ay="2433535" az="-43541"/>
                    <am3d:postTrans dx="0" dy="0" dz="0"/>
                  </am3d:trans>
                  <am3d:raster rName="Office3DRenderer" rVer="16.0.8326">
                    <am3d:blip r:embed="rId4"/>
                  </am3d:raster>
                  <am3d:winViewport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9" name="3D Model 8">
                <a:extLst>
                  <a:ext uri="{FF2B5EF4-FFF2-40B4-BE49-F238E27FC236}">
                    <a16:creationId xmlns:a16="http://schemas.microsoft.com/office/drawing/2014/main" id="{1BFEFD08-CC82-FE23-D3C7-207D18346970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20919" y="2863853"/>
                <a:ext cx="4750603" cy="2139826"/>
              </a:xfrm>
              <a:prstGeom prst="rect">
                <a:avLst/>
              </a:prstGeom>
            </p:spPr>
          </p:pic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910CD0B8-96CC-B46F-916A-6AEEE75C9C0B}"/>
              </a:ext>
            </a:extLst>
          </p:cNvPr>
          <p:cNvSpPr txBox="1"/>
          <p:nvPr/>
        </p:nvSpPr>
        <p:spPr>
          <a:xfrm>
            <a:off x="19277069" y="-5816977"/>
            <a:ext cx="3762165" cy="5816977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1714500" lvl="3" indent="-342900">
              <a:buFont typeface="Arial" panose="020B0604020202020204" pitchFamily="34" charset="0"/>
              <a:buChar char="•"/>
            </a:pPr>
            <a:endParaRPr lang="en-US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2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ABSTRACT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OBJECTIVES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INTRODUCTION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ADVANTAGES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EXISITING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PROPOSED WORK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SOFTWARE &amp; HARDWARE     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TECHNOLOGY USED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SCREENSHOT OF OUTPUT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USECASE DIAGRAM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CONCLUSION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C6C6CD"/>
                </a:solidFill>
              </a:rPr>
              <a:t>REFERENCES</a:t>
            </a:r>
            <a:endParaRPr lang="en-IN" sz="2400" dirty="0">
              <a:solidFill>
                <a:srgbClr val="C6C6CD"/>
              </a:solidFill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51B09FB-AA94-D4BE-0BC3-C65D27B76BF9}"/>
              </a:ext>
            </a:extLst>
          </p:cNvPr>
          <p:cNvSpPr txBox="1"/>
          <p:nvPr/>
        </p:nvSpPr>
        <p:spPr>
          <a:xfrm>
            <a:off x="-10903420" y="737641"/>
            <a:ext cx="1102360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9000" dirty="0">
                <a:effectLst>
                  <a:outerShdw blurRad="76200" dist="38100" algn="l" rotWithShape="0">
                    <a:prstClr val="black">
                      <a:alpha val="68000"/>
                    </a:prstClr>
                  </a:outerShdw>
                </a:effectLst>
                <a:latin typeface="Constantia" panose="02030602050306030303" pitchFamily="18" charset="0"/>
              </a:rPr>
              <a:t>Sanitas Curae</a:t>
            </a:r>
          </a:p>
          <a:p>
            <a:pPr algn="ctr"/>
            <a:r>
              <a:rPr lang="en-US" sz="2400" dirty="0">
                <a:effectLst>
                  <a:outerShdw blurRad="76200" dist="38100" algn="l" rotWithShape="0">
                    <a:prstClr val="black">
                      <a:alpha val="68000"/>
                    </a:prstClr>
                  </a:outerShdw>
                </a:effectLst>
                <a:latin typeface="Constantia" panose="02030602050306030303" pitchFamily="18" charset="0"/>
              </a:rPr>
              <a:t>A Comprehensive Digital Ecosystem for Efficient and Patient-Centric Care</a:t>
            </a:r>
            <a:endParaRPr lang="en-IN" sz="9000" dirty="0">
              <a:effectLst>
                <a:outerShdw blurRad="76200" dist="38100" algn="l" rotWithShape="0">
                  <a:prstClr val="black">
                    <a:alpha val="68000"/>
                  </a:prstClr>
                </a:outerShdw>
              </a:effectLst>
              <a:latin typeface="Constantia" panose="0203060205030603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0371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F4FF436-6960-2E91-6D03-63B99FB8E14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EDEDF5">
                  <a:shade val="30000"/>
                  <a:satMod val="115000"/>
                </a:srgbClr>
              </a:gs>
              <a:gs pos="50000">
                <a:srgbClr val="EDEDF5">
                  <a:shade val="67500"/>
                  <a:satMod val="115000"/>
                </a:srgbClr>
              </a:gs>
              <a:gs pos="100000">
                <a:srgbClr val="EDEDF5">
                  <a:shade val="100000"/>
                  <a:satMod val="115000"/>
                </a:srgbClr>
              </a:gs>
            </a:gsLst>
            <a:lin ang="135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5DD5908-0EC7-3CDB-51A8-2046DAE45034}"/>
              </a:ext>
            </a:extLst>
          </p:cNvPr>
          <p:cNvSpPr txBox="1"/>
          <p:nvPr/>
        </p:nvSpPr>
        <p:spPr>
          <a:xfrm>
            <a:off x="880630" y="4461438"/>
            <a:ext cx="4991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latin typeface="Segoe Print" panose="02000600000000000000" pitchFamily="2" charset="0"/>
                <a:ea typeface="Cascadia Code" panose="020B0609020000020004" pitchFamily="49" charset="0"/>
                <a:cs typeface="Cascadia Code" panose="020B0609020000020004" pitchFamily="49" charset="0"/>
              </a:rPr>
              <a:t>Table of Contents</a:t>
            </a:r>
            <a:endParaRPr lang="en-IN" sz="3600" dirty="0">
              <a:latin typeface="Segoe Print" panose="02000600000000000000" pitchFamily="2" charset="0"/>
              <a:ea typeface="Cascadia Code" panose="020B0609020000020004" pitchFamily="49" charset="0"/>
              <a:cs typeface="Cascadia Code" panose="020B06090200000200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C8A5D0-5B5A-DF9D-11F6-3CD83F81B2F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480" r="-22480"/>
          <a:stretch/>
        </p:blipFill>
        <p:spPr>
          <a:xfrm>
            <a:off x="-12547600" y="-164469"/>
            <a:ext cx="12636500" cy="71869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0F8D3AC-C469-422F-5729-84073FFDB894}"/>
              </a:ext>
            </a:extLst>
          </p:cNvPr>
          <p:cNvSpPr/>
          <p:nvPr/>
        </p:nvSpPr>
        <p:spPr>
          <a:xfrm>
            <a:off x="-3162300" y="0"/>
            <a:ext cx="3162300" cy="6858000"/>
          </a:xfrm>
          <a:prstGeom prst="rect">
            <a:avLst/>
          </a:prstGeom>
          <a:solidFill>
            <a:srgbClr val="EDED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chemeClr val="tx1"/>
              </a:solidFill>
              <a:latin typeface="Bahnschrift" panose="020B0502040204020203" pitchFamily="34" charset="0"/>
            </a:endParaRP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5" name="3D Model 4">
                <a:extLst>
                  <a:ext uri="{FF2B5EF4-FFF2-40B4-BE49-F238E27FC236}">
                    <a16:creationId xmlns:a16="http://schemas.microsoft.com/office/drawing/2014/main" id="{1E88C57A-C72B-673E-B201-CDD3391AAB7D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285032158"/>
                  </p:ext>
                </p:extLst>
              </p:nvPr>
            </p:nvGraphicFramePr>
            <p:xfrm>
              <a:off x="533559" y="-1302818"/>
              <a:ext cx="4823943" cy="4925912"/>
            </p:xfrm>
            <a:graphic>
              <a:graphicData uri="http://schemas.microsoft.com/office/drawing/2017/model3d">
                <am3d:model3d r:embed="rId3">
                  <am3d:spPr>
                    <a:xfrm>
                      <a:off x="0" y="0"/>
                      <a:ext cx="4823943" cy="4925912"/>
                    </a:xfrm>
                    <a:prstGeom prst="rect">
                      <a:avLst/>
                    </a:prstGeom>
                  </am3d:spPr>
                  <am3d:camera>
                    <am3d:pos x="0" y="0" z="569624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226378" d="1000000"/>
                    <am3d:preTrans dx="-1452619" dy="-5615854" dz="-84556"/>
                    <am3d:scale>
                      <am3d:sx n="1000000" d="1000000"/>
                      <am3d:sy n="1000000" d="1000000"/>
                      <am3d:sz n="1000000" d="1000000"/>
                    </am3d:scale>
                    <am3d:rot ax="1678852" ay="1975746" az="966531"/>
                    <am3d:postTrans dx="0" dy="0" dz="0"/>
                  </am3d:trans>
                  <am3d:raster rName="Office3DRenderer" rVer="16.0.8326">
                    <am3d:blip r:embed="rId4"/>
                  </am3d:raster>
                  <am3d:objViewport viewportSz="5986779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5" name="3D Model 4">
                <a:extLst>
                  <a:ext uri="{FF2B5EF4-FFF2-40B4-BE49-F238E27FC236}">
                    <a16:creationId xmlns:a16="http://schemas.microsoft.com/office/drawing/2014/main" id="{1E88C57A-C72B-673E-B201-CDD3391AAB7D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533559" y="-1302818"/>
                <a:ext cx="4823943" cy="4925912"/>
              </a:xfrm>
              <a:prstGeom prst="rect">
                <a:avLst/>
              </a:prstGeom>
            </p:spPr>
          </p:pic>
        </mc:Fallback>
      </mc:AlternateContent>
      <p:sp>
        <p:nvSpPr>
          <p:cNvPr id="9" name="Rectangle 8">
            <a:extLst>
              <a:ext uri="{FF2B5EF4-FFF2-40B4-BE49-F238E27FC236}">
                <a16:creationId xmlns:a16="http://schemas.microsoft.com/office/drawing/2014/main" id="{A168E9B5-5479-82E9-04FE-2E0561B98462}"/>
              </a:ext>
            </a:extLst>
          </p:cNvPr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gradFill flip="none" rotWithShape="1">
            <a:gsLst>
              <a:gs pos="14000">
                <a:srgbClr val="5A4F6A"/>
              </a:gs>
              <a:gs pos="0">
                <a:srgbClr val="817494">
                  <a:shade val="30000"/>
                  <a:satMod val="115000"/>
                </a:srgbClr>
              </a:gs>
              <a:gs pos="50000">
                <a:srgbClr val="817494">
                  <a:shade val="67500"/>
                  <a:satMod val="115000"/>
                </a:srgbClr>
              </a:gs>
              <a:gs pos="100000">
                <a:srgbClr val="817494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06B7B9E-160B-498C-D402-7E7131CB14E4}"/>
              </a:ext>
            </a:extLst>
          </p:cNvPr>
          <p:cNvSpPr txBox="1"/>
          <p:nvPr/>
        </p:nvSpPr>
        <p:spPr>
          <a:xfrm>
            <a:off x="7406293" y="1905506"/>
            <a:ext cx="3762165" cy="3046988"/>
          </a:xfrm>
          <a:prstGeom prst="rect">
            <a:avLst/>
          </a:prstGeom>
          <a:noFill/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6C6CD"/>
                </a:solidFill>
              </a:rPr>
              <a:t>Problem Statement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6C6CD"/>
                </a:solidFill>
              </a:rPr>
              <a:t>Our Solution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6C6CD"/>
                </a:solidFill>
              </a:rPr>
              <a:t>Key Features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6C6CD"/>
                </a:solidFill>
              </a:rPr>
              <a:t>Expected Impact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6C6CD"/>
                </a:solidFill>
              </a:rPr>
              <a:t>Technology Stack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C6C6CD"/>
                </a:solidFill>
              </a:rPr>
              <a:t>Our Vision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0F7236-66FC-9D45-5A29-134E5EC4968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234" y="7006525"/>
            <a:ext cx="4726430" cy="31509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317500" dist="38100" dir="2700000" sx="101000" sy="101000" algn="tl" rotWithShape="0">
              <a:srgbClr val="000000">
                <a:alpha val="65000"/>
              </a:srgbClr>
            </a:outerShdw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A8F09378-1EE3-676D-98CA-EF1D20F6170C}"/>
              </a:ext>
            </a:extLst>
          </p:cNvPr>
          <p:cNvSpPr txBox="1"/>
          <p:nvPr/>
        </p:nvSpPr>
        <p:spPr>
          <a:xfrm>
            <a:off x="-3606959" y="1144695"/>
            <a:ext cx="3514416" cy="6924973"/>
          </a:xfrm>
          <a:prstGeom prst="rect">
            <a:avLst/>
          </a:prstGeom>
          <a:noFill/>
          <a:effectLst>
            <a:outerShdw blurRad="152400" dist="38100" algn="l" rotWithShape="0">
              <a:prstClr val="black">
                <a:alpha val="16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Sitka Heading Semibold" pitchFamily="2" charset="0"/>
              </a:rPr>
              <a:t>The Brains behind the operations from team</a:t>
            </a:r>
          </a:p>
          <a:p>
            <a:pPr algn="ctr"/>
            <a:r>
              <a:rPr lang="en-US" sz="3200" dirty="0">
                <a:solidFill>
                  <a:srgbClr val="5A3ACE"/>
                </a:solidFill>
                <a:latin typeface="Sitka Heading Semibold" pitchFamily="2" charset="0"/>
              </a:rPr>
              <a:t>“</a:t>
            </a:r>
            <a:r>
              <a:rPr lang="en-US" sz="3200" b="1" dirty="0" err="1">
                <a:solidFill>
                  <a:srgbClr val="5A3ACE"/>
                </a:solidFill>
                <a:latin typeface="Sitka Heading Semibold" pitchFamily="2" charset="0"/>
              </a:rPr>
              <a:t>PyroMed</a:t>
            </a:r>
            <a:r>
              <a:rPr lang="en-US" sz="3200" dirty="0">
                <a:solidFill>
                  <a:srgbClr val="5A3ACE"/>
                </a:solidFill>
                <a:latin typeface="Sitka Heading Semibold" pitchFamily="2" charset="0"/>
              </a:rPr>
              <a:t>”</a:t>
            </a:r>
          </a:p>
          <a:p>
            <a:pPr algn="ctr"/>
            <a:endParaRPr lang="en-US" sz="3600" dirty="0">
              <a:latin typeface="Sitka Heading Semibold" pitchFamily="2" charset="0"/>
            </a:endParaRPr>
          </a:p>
          <a:p>
            <a:pPr algn="ctr"/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 err="1">
                <a:latin typeface="Sitka Heading Semibold" pitchFamily="2" charset="0"/>
              </a:rPr>
              <a:t>Bharathwaj.K.S</a:t>
            </a:r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bharathwajks26@gmail.com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itka Heading Semibold" pitchFamily="2" charset="0"/>
              </a:rPr>
              <a:t>Lead algorithm developer</a:t>
            </a:r>
          </a:p>
          <a:p>
            <a:pPr algn="ctr"/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Manik </a:t>
            </a:r>
            <a:r>
              <a:rPr lang="en-US" sz="2000" dirty="0" err="1">
                <a:latin typeface="Sitka Heading Semibold" pitchFamily="2" charset="0"/>
              </a:rPr>
              <a:t>Rakshan.I</a:t>
            </a:r>
            <a:endParaRPr lang="en-US" sz="2000" dirty="0">
              <a:latin typeface="Sitka Heading Semibold" pitchFamily="2" charset="0"/>
            </a:endParaRPr>
          </a:p>
          <a:p>
            <a:pPr algn="ctr"/>
            <a:r>
              <a:rPr lang="en-US" sz="2000" dirty="0">
                <a:latin typeface="Sitka Heading Semibold" pitchFamily="2" charset="0"/>
              </a:rPr>
              <a:t>manikrakshan16@gmail.com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000" dirty="0">
                <a:latin typeface="Sitka Heading Semibold" pitchFamily="2" charset="0"/>
              </a:rPr>
              <a:t>UI/UX - Front End &amp; Backend</a:t>
            </a:r>
          </a:p>
          <a:p>
            <a:pPr algn="ctr"/>
            <a:r>
              <a:rPr lang="en-US" sz="2000" dirty="0">
                <a:latin typeface="Sitka Heading Semibold" pitchFamily="2" charset="0"/>
              </a:rPr>
              <a:t> </a:t>
            </a:r>
            <a:endParaRPr lang="en-IN" sz="2000" dirty="0">
              <a:latin typeface="Sitka Heading Semibold" pitchFamily="2" charset="0"/>
            </a:endParaRPr>
          </a:p>
          <a:p>
            <a:pPr algn="ctr"/>
            <a:r>
              <a:rPr lang="en-IN" sz="2000" dirty="0">
                <a:latin typeface="Sitka Heading Semibold" pitchFamily="2" charset="0"/>
              </a:rPr>
              <a:t>Hari Raja </a:t>
            </a:r>
            <a:r>
              <a:rPr lang="en-IN" sz="2000" dirty="0" err="1">
                <a:latin typeface="Sitka Heading Semibold" pitchFamily="2" charset="0"/>
              </a:rPr>
              <a:t>Prabhu.P</a:t>
            </a:r>
            <a:endParaRPr lang="en-IN" sz="2000" dirty="0">
              <a:latin typeface="Sitka Heading Semibold" pitchFamily="2" charset="0"/>
            </a:endParaRPr>
          </a:p>
          <a:p>
            <a:pPr algn="ctr"/>
            <a:r>
              <a:rPr lang="en-IN" sz="2000" dirty="0">
                <a:latin typeface="Sitka Heading Semibold" pitchFamily="2" charset="0"/>
              </a:rPr>
              <a:t>hariprabhu571@gmail.com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IN" sz="2000" dirty="0">
                <a:latin typeface="Sitka Heading Semibold" pitchFamily="2" charset="0"/>
              </a:rPr>
              <a:t>Backend &amp; Data Analyst</a:t>
            </a:r>
          </a:p>
          <a:p>
            <a:pPr marL="342900" indent="-342900" algn="ctr">
              <a:buFont typeface="Arial" panose="020B0604020202020204" pitchFamily="34" charset="0"/>
              <a:buChar char="•"/>
            </a:pPr>
            <a:endParaRPr lang="en-US" sz="2000" dirty="0">
              <a:latin typeface="Sitka Heading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45683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D49407F-A1F6-61DA-A8B1-A3B22E1007E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F3EAF8">
                  <a:shade val="30000"/>
                  <a:satMod val="115000"/>
                  <a:alpha val="0"/>
                </a:srgbClr>
              </a:gs>
              <a:gs pos="29000">
                <a:srgbClr val="F3EAF8">
                  <a:shade val="67500"/>
                  <a:satMod val="115000"/>
                </a:srgbClr>
              </a:gs>
              <a:gs pos="70000">
                <a:srgbClr val="F3EAF8">
                  <a:shade val="100000"/>
                  <a:satMod val="115000"/>
                </a:srgbClr>
              </a:gs>
            </a:gsLst>
            <a:path path="circle">
              <a:fillToRect l="100000" t="100000"/>
            </a:path>
            <a:tileRect r="-100000" b="-100000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93E0B0-A9A9-2656-76F1-C75897B86E22}"/>
              </a:ext>
            </a:extLst>
          </p:cNvPr>
          <p:cNvSpPr txBox="1"/>
          <p:nvPr/>
        </p:nvSpPr>
        <p:spPr>
          <a:xfrm>
            <a:off x="5906147" y="1132555"/>
            <a:ext cx="5766033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50000"/>
                  </a:schemeClr>
                </a:solidFill>
                <a:latin typeface="Sitka Heading Semibold" pitchFamily="2" charset="0"/>
              </a:rPr>
              <a:t>Problem Statement:-</a:t>
            </a:r>
          </a:p>
          <a:p>
            <a:endParaRPr lang="en-US" sz="2400" b="1" dirty="0">
              <a:solidFill>
                <a:schemeClr val="accent1">
                  <a:lumMod val="50000"/>
                </a:schemeClr>
              </a:solidFill>
              <a:latin typeface="Sitka Heading Semibold" pitchFamily="2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itka Heading Semibold" pitchFamily="2" charset="0"/>
              </a:rPr>
              <a:t>The management of small clinics in India remains largely manual, leading to inefficiencies for both doctors and patients.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itka Heading Semibold" pitchFamily="2" charset="0"/>
              </a:rPr>
              <a:t> Manual processes hinder timely access to healthcare services and compromise the accuracy of medical records.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accent1">
                    <a:lumMod val="50000"/>
                  </a:schemeClr>
                </a:solidFill>
                <a:latin typeface="Sitka Heading Semibold" pitchFamily="2" charset="0"/>
              </a:rPr>
              <a:t>To address these challenges, there is a critical need for a modernized approach to clinic management.</a:t>
            </a:r>
            <a:endParaRPr lang="en-IN" sz="2400" dirty="0">
              <a:solidFill>
                <a:schemeClr val="accent1">
                  <a:lumMod val="50000"/>
                </a:schemeClr>
              </a:solidFill>
              <a:latin typeface="Sitka Heading Semibold" pitchFamily="2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4ED887-612B-D99B-F4AB-481F55032CED}"/>
              </a:ext>
            </a:extLst>
          </p:cNvPr>
          <p:cNvSpPr txBox="1"/>
          <p:nvPr/>
        </p:nvSpPr>
        <p:spPr>
          <a:xfrm>
            <a:off x="4121024" y="273890"/>
            <a:ext cx="76591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rgbClr val="7F18B8"/>
                </a:solidFill>
                <a:latin typeface="Sitka Text Semibold" pitchFamily="2" charset="0"/>
              </a:rPr>
              <a:t> The Manual Mayhem in Small Clinics</a:t>
            </a:r>
          </a:p>
        </p:txBody>
      </p:sp>
      <mc:AlternateContent xmlns:mc="http://schemas.openxmlformats.org/markup-compatibility/2006">
        <mc:Choice xmlns:am3d="http://schemas.microsoft.com/office/drawing/2017/model3d" Requires="am3d">
          <p:graphicFrame>
            <p:nvGraphicFramePr>
              <p:cNvPr id="10" name="3D Model 9">
                <a:extLst>
                  <a:ext uri="{FF2B5EF4-FFF2-40B4-BE49-F238E27FC236}">
                    <a16:creationId xmlns:a16="http://schemas.microsoft.com/office/drawing/2014/main" id="{4A8474FD-F41D-4D32-6F67-AA95DEA2DF2C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3927968090"/>
                  </p:ext>
                </p:extLst>
              </p:nvPr>
            </p:nvGraphicFramePr>
            <p:xfrm>
              <a:off x="217293" y="-963959"/>
              <a:ext cx="4850254" cy="4246378"/>
            </p:xfrm>
            <a:graphic>
              <a:graphicData uri="http://schemas.microsoft.com/office/drawing/2017/model3d">
                <am3d:model3d r:embed="rId2">
                  <am3d:spPr>
                    <a:xfrm>
                      <a:off x="0" y="0"/>
                      <a:ext cx="4850254" cy="4246378"/>
                    </a:xfrm>
                    <a:prstGeom prst="rect">
                      <a:avLst/>
                    </a:prstGeom>
                  </am3d:spPr>
                  <am3d:camera>
                    <am3d:pos x="0" y="0" z="56962459"/>
                    <am3d:up dx="0" dy="36000000" dz="0"/>
                    <am3d:lookAt x="0" y="0" z="0"/>
                    <am3d:perspective fov="2700000"/>
                  </am3d:camera>
                  <am3d:trans>
                    <am3d:meterPerModelUnit n="8226378" d="1000000"/>
                    <am3d:preTrans dx="-1452619" dy="-5615854" dz="-84556"/>
                    <am3d:scale>
                      <am3d:sx n="1000000" d="1000000"/>
                      <am3d:sy n="1000000" d="1000000"/>
                      <am3d:sz n="1000000" d="1000000"/>
                    </am3d:scale>
                    <am3d:rot ax="1804628" ay="-1915302" az="-1021577"/>
                    <am3d:postTrans dx="0" dy="0" dz="0"/>
                  </am3d:trans>
                  <am3d:raster rName="Office3DRenderer" rVer="16.0.8326">
                    <am3d:blip r:embed="rId3"/>
                  </am3d:raster>
                  <am3d:objViewport viewportSz="5477518"/>
                  <am3d:ambientLight>
                    <am3d:clr>
                      <a:scrgbClr r="50000" g="50000" b="50000"/>
                    </am3d:clr>
                    <am3d:illuminance n="500000" d="1000000"/>
                  </am3d:ambientLight>
                  <am3d:ptLight rad="0">
                    <am3d:clr>
                      <a:scrgbClr r="100000" g="75000" b="50000"/>
                    </am3d:clr>
                    <am3d:intensity n="9765625" d="1000000"/>
                    <am3d:pos x="21959998" y="70920001" z="16344003"/>
                  </am3d:ptLight>
                  <am3d:ptLight rad="0">
                    <am3d:clr>
                      <a:scrgbClr r="40000" g="60000" b="95000"/>
                    </am3d:clr>
                    <am3d:intensity n="12250000" d="1000000"/>
                    <am3d:pos x="-37964106" y="51130435" z="57631972"/>
                  </am3d:ptLight>
                  <am3d:ptLight rad="0">
                    <am3d:clr>
                      <a:scrgbClr r="86837" g="72700" b="100000"/>
                    </am3d:clr>
                    <am3d:intensity n="3125000" d="1000000"/>
                    <am3d:pos x="-37739122" y="58056624" z="-34769649"/>
                  </am3d:ptLight>
                </am3d:model3d>
              </a:graphicData>
            </a:graphic>
          </p:graphicFrame>
        </mc:Choice>
        <mc:Fallback>
          <p:pic>
            <p:nvPicPr>
              <p:cNvPr id="10" name="3D Model 9">
                <a:extLst>
                  <a:ext uri="{FF2B5EF4-FFF2-40B4-BE49-F238E27FC236}">
                    <a16:creationId xmlns:a16="http://schemas.microsoft.com/office/drawing/2014/main" id="{4A8474FD-F41D-4D32-6F67-AA95DEA2DF2C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 noCrop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17293" y="-963959"/>
                <a:ext cx="4850254" cy="4246378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704FBA55-798D-BAFC-2DD9-C84DAB6483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17" y="3429000"/>
            <a:ext cx="4726430" cy="31509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317500" dist="38100" dir="2700000" sx="101000" sy="101000" algn="tl" rotWithShape="0">
              <a:srgbClr val="000000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9582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Oval 37">
            <a:extLst>
              <a:ext uri="{FF2B5EF4-FFF2-40B4-BE49-F238E27FC236}">
                <a16:creationId xmlns:a16="http://schemas.microsoft.com/office/drawing/2014/main" id="{7D186806-D36F-AA2B-4DBF-0C188338CB5E}"/>
              </a:ext>
            </a:extLst>
          </p:cNvPr>
          <p:cNvSpPr/>
          <p:nvPr/>
        </p:nvSpPr>
        <p:spPr>
          <a:xfrm>
            <a:off x="-1352550" y="-3843875"/>
            <a:ext cx="14897100" cy="1454575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39" name="Oval 38">
            <a:extLst>
              <a:ext uri="{FF2B5EF4-FFF2-40B4-BE49-F238E27FC236}">
                <a16:creationId xmlns:a16="http://schemas.microsoft.com/office/drawing/2014/main" id="{AC512FC4-091C-5D71-4029-2E94696016E6}"/>
              </a:ext>
            </a:extLst>
          </p:cNvPr>
          <p:cNvSpPr/>
          <p:nvPr/>
        </p:nvSpPr>
        <p:spPr>
          <a:xfrm>
            <a:off x="-147248" y="-2667000"/>
            <a:ext cx="12486496" cy="1219200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0" name="Oval 39">
            <a:extLst>
              <a:ext uri="{FF2B5EF4-FFF2-40B4-BE49-F238E27FC236}">
                <a16:creationId xmlns:a16="http://schemas.microsoft.com/office/drawing/2014/main" id="{C38158E5-1E1E-0302-2DA9-5CDFBE30EA69}"/>
              </a:ext>
            </a:extLst>
          </p:cNvPr>
          <p:cNvSpPr/>
          <p:nvPr/>
        </p:nvSpPr>
        <p:spPr>
          <a:xfrm>
            <a:off x="964830" y="-1581150"/>
            <a:ext cx="10262338" cy="1002030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1" name="Oval 40">
            <a:extLst>
              <a:ext uri="{FF2B5EF4-FFF2-40B4-BE49-F238E27FC236}">
                <a16:creationId xmlns:a16="http://schemas.microsoft.com/office/drawing/2014/main" id="{EF6ECFDB-728A-A51B-D175-52B1EA7A84BF}"/>
              </a:ext>
            </a:extLst>
          </p:cNvPr>
          <p:cNvSpPr/>
          <p:nvPr/>
        </p:nvSpPr>
        <p:spPr>
          <a:xfrm>
            <a:off x="2311031" y="-266700"/>
            <a:ext cx="7569938" cy="739140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2" name="Oval 41">
            <a:extLst>
              <a:ext uri="{FF2B5EF4-FFF2-40B4-BE49-F238E27FC236}">
                <a16:creationId xmlns:a16="http://schemas.microsoft.com/office/drawing/2014/main" id="{663F8C6F-7DA1-9DD2-3FFE-1DC618207BA6}"/>
              </a:ext>
            </a:extLst>
          </p:cNvPr>
          <p:cNvSpPr/>
          <p:nvPr/>
        </p:nvSpPr>
        <p:spPr>
          <a:xfrm>
            <a:off x="3618211" y="1009650"/>
            <a:ext cx="4955578" cy="483870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937A419-FB9D-CC60-7622-3FF70971DBF0}"/>
              </a:ext>
            </a:extLst>
          </p:cNvPr>
          <p:cNvGrpSpPr/>
          <p:nvPr/>
        </p:nvGrpSpPr>
        <p:grpSpPr>
          <a:xfrm>
            <a:off x="3978613" y="1429966"/>
            <a:ext cx="4367719" cy="4231531"/>
            <a:chOff x="4295999" y="1643743"/>
            <a:chExt cx="3600001" cy="3600001"/>
          </a:xfrm>
        </p:grpSpPr>
        <p:sp>
          <p:nvSpPr>
            <p:cNvPr id="2" name="in">
              <a:extLst>
                <a:ext uri="{FF2B5EF4-FFF2-40B4-BE49-F238E27FC236}">
                  <a16:creationId xmlns:a16="http://schemas.microsoft.com/office/drawing/2014/main" id="{AAE6E272-A884-6794-5DEA-614A29322713}"/>
                </a:ext>
              </a:extLst>
            </p:cNvPr>
            <p:cNvSpPr/>
            <p:nvPr/>
          </p:nvSpPr>
          <p:spPr>
            <a:xfrm>
              <a:off x="4296000" y="1643743"/>
              <a:ext cx="3600000" cy="3600000"/>
            </a:xfrm>
            <a:prstGeom prst="roundRect">
              <a:avLst/>
            </a:prstGeom>
            <a:solidFill>
              <a:srgbClr val="121212"/>
            </a:solidFill>
            <a:effectLst>
              <a:outerShdw blurRad="1016000" dist="889000" dir="2700000" algn="tl" rotWithShape="0">
                <a:prstClr val="black"/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3" name="out">
              <a:extLst>
                <a:ext uri="{FF2B5EF4-FFF2-40B4-BE49-F238E27FC236}">
                  <a16:creationId xmlns:a16="http://schemas.microsoft.com/office/drawing/2014/main" id="{1B539ACE-59E1-2A64-0840-26B8ACEC7D32}"/>
                </a:ext>
              </a:extLst>
            </p:cNvPr>
            <p:cNvSpPr/>
            <p:nvPr/>
          </p:nvSpPr>
          <p:spPr>
            <a:xfrm>
              <a:off x="4295999" y="1643744"/>
              <a:ext cx="3600000" cy="3600000"/>
            </a:xfrm>
            <a:prstGeom prst="roundRect">
              <a:avLst/>
            </a:prstGeom>
            <a:solidFill>
              <a:srgbClr val="121212"/>
            </a:solidFill>
            <a:effectLst>
              <a:outerShdw blurRad="1016000" dist="889000" dir="13500000" algn="br" rotWithShape="0">
                <a:schemeClr val="bg1">
                  <a:alpha val="27000"/>
                </a:schemeClr>
              </a:outerShdw>
            </a:effectLst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0B9E8DE2-6C15-9C98-61A7-BAE2C4314E67}"/>
                </a:ext>
              </a:extLst>
            </p:cNvPr>
            <p:cNvSpPr txBox="1"/>
            <p:nvPr/>
          </p:nvSpPr>
          <p:spPr>
            <a:xfrm>
              <a:off x="4346450" y="1754857"/>
              <a:ext cx="3499098" cy="3377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Sitka Small Semibold" pitchFamily="2" charset="0"/>
                </a:rPr>
                <a:t>Our Solution:</a:t>
              </a:r>
            </a:p>
            <a:p>
              <a:pPr algn="ctr"/>
              <a:br>
                <a:rPr lang="en-US" dirty="0">
                  <a:solidFill>
                    <a:schemeClr val="bg1"/>
                  </a:solidFill>
                  <a:latin typeface="Sitka Small Semibold" pitchFamily="2" charset="0"/>
                </a:rPr>
              </a:br>
              <a:r>
                <a:rPr lang="en-US" dirty="0">
                  <a:solidFill>
                    <a:schemeClr val="bg1"/>
                  </a:solidFill>
                  <a:latin typeface="Sitka Small Semibold" pitchFamily="2" charset="0"/>
                </a:rPr>
                <a:t>"Sanitas Curae" is our answer to the challenges faced by small clinics. It’s a comprehensive web application designed to automate and streamline clinic management, improving efficiency and patient care. Our goal is to empower clinics with a digital ecosystem that makes managing appointments, prescriptions, billing, and patient records effortless.</a:t>
              </a:r>
              <a:endParaRPr lang="en-IN" dirty="0">
                <a:solidFill>
                  <a:schemeClr val="bg1"/>
                </a:solidFill>
                <a:latin typeface="Sitka Small Semibold" pitchFamily="2" charset="0"/>
              </a:endParaRPr>
            </a:p>
          </p:txBody>
        </p: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4186ADBE-2C53-CD54-0928-F4684CE00089}"/>
              </a:ext>
            </a:extLst>
          </p:cNvPr>
          <p:cNvSpPr/>
          <p:nvPr/>
        </p:nvSpPr>
        <p:spPr>
          <a:xfrm>
            <a:off x="12192000" y="0"/>
            <a:ext cx="6096000" cy="6858000"/>
          </a:xfrm>
          <a:prstGeom prst="rect">
            <a:avLst/>
          </a:prstGeom>
          <a:gradFill flip="none" rotWithShape="1">
            <a:gsLst>
              <a:gs pos="99000">
                <a:srgbClr val="F3EAF8"/>
              </a:gs>
              <a:gs pos="93000">
                <a:srgbClr val="8D819F"/>
              </a:gs>
              <a:gs pos="0">
                <a:srgbClr val="CFC9D9"/>
              </a:gs>
              <a:gs pos="97000">
                <a:srgbClr val="817494"/>
              </a:gs>
            </a:gsLst>
            <a:path path="shape">
              <a:fillToRect l="50000" t="50000" r="50000" b="50000"/>
            </a:path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3D988F-DD7C-2E12-D756-1C29B7869517}"/>
              </a:ext>
            </a:extLst>
          </p:cNvPr>
          <p:cNvSpPr txBox="1"/>
          <p:nvPr/>
        </p:nvSpPr>
        <p:spPr>
          <a:xfrm>
            <a:off x="12509377" y="335845"/>
            <a:ext cx="5461245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Intelligent Appointment Scheduling: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Automates bookings, sends reminders, and optimizes doctor availability, minimizing no-shows.</a:t>
            </a:r>
          </a:p>
          <a:p>
            <a:pPr algn="l"/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Digital Prescription Management: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Generates, stores, and shares prescriptions electronically, enhancing accuracy and patient compliance.</a:t>
            </a:r>
          </a:p>
          <a:p>
            <a:pPr algn="l"/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Automated Billing and Payments: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Simplifies billing with integrated online payment options, making it easy for both staff and patients.</a:t>
            </a:r>
          </a:p>
          <a:p>
            <a:pPr algn="l"/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Patient Portal: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Allows patients secure online access to their medical records, test results, and appointment history.</a:t>
            </a:r>
          </a:p>
          <a:p>
            <a:pPr algn="l"/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Integrated Messaging: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Facilitates secure communication between patients and clinic staff, improving engagement.</a:t>
            </a:r>
          </a:p>
          <a:p>
            <a:pPr algn="l"/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Centralized Electronic Medical Records: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Ensures accurate and confidential data storage, accessible anytime, anywhere.</a:t>
            </a:r>
          </a:p>
          <a:p>
            <a:pPr algn="l"/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Data Analytics: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b="0" i="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127000" dist="38100" algn="l" rotWithShape="0">
                    <a:prstClr val="black">
                      <a:alpha val="23000"/>
                    </a:prstClr>
                  </a:outerShdw>
                </a:effectLst>
                <a:latin typeface="Söhne"/>
              </a:rPr>
              <a:t>Provides actionable insights on clinic performance and patient care, supporting better decision-making.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802A8F0-1A06-BBE1-17B6-2CE65C1205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9112" y="7340169"/>
            <a:ext cx="3870035" cy="518424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31903804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2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4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repeatCount="2000" accel="50000" decel="50000" autoRev="1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4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repeatCount="2000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2000" accel="50000" decel="50000" autoRev="1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repeatCount="2000" accel="50000" decel="50000" autoRev="1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5" presetID="6" presetClass="emph" presetSubtype="0" repeatCount="2000" accel="50000" decel="50000" autoRev="1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animScale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971850-CA4C-5FB3-B4B4-85FBD7B805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rgbClr val="CFC9D9">
                  <a:shade val="30000"/>
                  <a:satMod val="115000"/>
                </a:srgbClr>
              </a:gs>
              <a:gs pos="50000">
                <a:srgbClr val="CFC9D9">
                  <a:shade val="67500"/>
                  <a:satMod val="115000"/>
                </a:srgbClr>
              </a:gs>
              <a:gs pos="100000">
                <a:srgbClr val="CFC9D9">
                  <a:shade val="100000"/>
                  <a:satMod val="115000"/>
                </a:srgbClr>
              </a:gs>
            </a:gsLst>
            <a:lin ang="162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9363AC-F649-9512-552F-6EBB446AA2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2983" y="1437044"/>
            <a:ext cx="3870035" cy="518424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  <a:softEdge rad="38100"/>
          </a:effectLst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23EE1AB-1B50-30C3-52A9-2432B31050EA}"/>
              </a:ext>
            </a:extLst>
          </p:cNvPr>
          <p:cNvGrpSpPr/>
          <p:nvPr/>
        </p:nvGrpSpPr>
        <p:grpSpPr>
          <a:xfrm>
            <a:off x="6096000" y="0"/>
            <a:ext cx="6096000" cy="6858000"/>
            <a:chOff x="6096000" y="0"/>
            <a:chExt cx="6096000" cy="685800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85F196F-6D60-9782-7BCD-A6467EE78CA2}"/>
                </a:ext>
              </a:extLst>
            </p:cNvPr>
            <p:cNvSpPr/>
            <p:nvPr/>
          </p:nvSpPr>
          <p:spPr>
            <a:xfrm>
              <a:off x="6096000" y="0"/>
              <a:ext cx="6096000" cy="6858000"/>
            </a:xfrm>
            <a:prstGeom prst="rect">
              <a:avLst/>
            </a:prstGeom>
            <a:gradFill flip="none" rotWithShape="1">
              <a:gsLst>
                <a:gs pos="99000">
                  <a:srgbClr val="F3EAF8"/>
                </a:gs>
                <a:gs pos="93000">
                  <a:srgbClr val="8D819F"/>
                </a:gs>
                <a:gs pos="0">
                  <a:srgbClr val="CFC9D9"/>
                </a:gs>
                <a:gs pos="97000">
                  <a:srgbClr val="817494"/>
                </a:gs>
              </a:gsLst>
              <a:path path="shape">
                <a:fillToRect l="50000" t="50000" r="50000" b="50000"/>
              </a:path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2EFCB6C-3131-7D44-3E3C-3F1A5F215FE1}"/>
                </a:ext>
              </a:extLst>
            </p:cNvPr>
            <p:cNvSpPr txBox="1"/>
            <p:nvPr/>
          </p:nvSpPr>
          <p:spPr>
            <a:xfrm>
              <a:off x="6413377" y="335845"/>
              <a:ext cx="5461245" cy="618630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Intelligent Appointment Scheduling:</a:t>
              </a:r>
            </a:p>
            <a:p>
              <a:pPr marL="342900" indent="-342900" algn="l">
                <a:buFont typeface="Wingdings" panose="05000000000000000000" pitchFamily="2" charset="2"/>
                <a:buChar char="ü"/>
              </a:pPr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Automates bookings, sends reminders, and optimizes doctor availability, minimizing no-shows.</a:t>
              </a:r>
            </a:p>
            <a:p>
              <a:pPr algn="l"/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Digital Prescription Management:</a:t>
              </a:r>
            </a:p>
            <a:p>
              <a:pPr marL="342900" indent="-342900" algn="l">
                <a:buFont typeface="Wingdings" panose="05000000000000000000" pitchFamily="2" charset="2"/>
                <a:buChar char="ü"/>
              </a:pPr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Generates, stores, and shares prescriptions electronically, enhancing accuracy and patient compliance.</a:t>
              </a:r>
            </a:p>
            <a:p>
              <a:pPr algn="l"/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Automated Billing and Payments:</a:t>
              </a:r>
            </a:p>
            <a:p>
              <a:pPr marL="342900" indent="-342900" algn="l">
                <a:buFont typeface="Wingdings" panose="05000000000000000000" pitchFamily="2" charset="2"/>
                <a:buChar char="ü"/>
              </a:pPr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Simplifies billing with integrated online payment options, making it easy for both staff and patients.</a:t>
              </a:r>
            </a:p>
            <a:p>
              <a:pPr algn="l"/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Patient Portal:</a:t>
              </a:r>
            </a:p>
            <a:p>
              <a:pPr marL="342900" indent="-342900" algn="l">
                <a:buFont typeface="Wingdings" panose="05000000000000000000" pitchFamily="2" charset="2"/>
                <a:buChar char="ü"/>
              </a:pPr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Allows patients secure online access to their medical records, test results, and appointment history.</a:t>
              </a:r>
            </a:p>
            <a:p>
              <a:pPr algn="l"/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Integrated Messaging:</a:t>
              </a:r>
            </a:p>
            <a:p>
              <a:pPr marL="342900" indent="-342900" algn="l">
                <a:buFont typeface="Wingdings" panose="05000000000000000000" pitchFamily="2" charset="2"/>
                <a:buChar char="ü"/>
              </a:pPr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Facilitates secure communication between patients and clinic staff, improving engagement.</a:t>
              </a:r>
            </a:p>
            <a:p>
              <a:pPr algn="l"/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Centralized Electronic Medical Records:</a:t>
              </a:r>
            </a:p>
            <a:p>
              <a:pPr marL="342900" indent="-342900" algn="l">
                <a:buFont typeface="Wingdings" panose="05000000000000000000" pitchFamily="2" charset="2"/>
                <a:buChar char="ü"/>
              </a:pPr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Ensures accurate and confidential data storage, accessible anytime, anywhere.</a:t>
              </a:r>
            </a:p>
            <a:p>
              <a:pPr algn="l"/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Data Analytics:</a:t>
              </a:r>
            </a:p>
            <a:p>
              <a:pPr marL="342900" indent="-342900" algn="l">
                <a:buFont typeface="Wingdings" panose="05000000000000000000" pitchFamily="2" charset="2"/>
                <a:buChar char="ü"/>
              </a:pPr>
              <a:r>
                <a:rPr lang="en-US" b="0" i="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127000" dist="38100" algn="l" rotWithShape="0">
                      <a:prstClr val="black">
                        <a:alpha val="23000"/>
                      </a:prstClr>
                    </a:outerShdw>
                  </a:effectLst>
                  <a:latin typeface="Söhne"/>
                </a:rPr>
                <a:t>Provides actionable insights on clinic performance and patient care, supporting better decision-making.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FFCE7278-14A5-CA82-0C7D-897D14184212}"/>
              </a:ext>
            </a:extLst>
          </p:cNvPr>
          <p:cNvSpPr txBox="1"/>
          <p:nvPr/>
        </p:nvSpPr>
        <p:spPr>
          <a:xfrm>
            <a:off x="585014" y="118358"/>
            <a:ext cx="492597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5B63AD"/>
                </a:solidFill>
                <a:effectLst>
                  <a:outerShdw blurRad="114300" dist="38100" algn="l" rotWithShape="0">
                    <a:prstClr val="black">
                      <a:alpha val="40000"/>
                    </a:prstClr>
                  </a:outerShdw>
                </a:effectLs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Key Features:</a:t>
            </a:r>
          </a:p>
          <a:p>
            <a:pPr algn="ctr"/>
            <a:r>
              <a:rPr lang="en-US" sz="2400" dirty="0">
                <a:solidFill>
                  <a:srgbClr val="5B63AD"/>
                </a:solidFill>
                <a:effectLst>
                  <a:outerShdw blurRad="114300" dist="38100" algn="l" rotWithShape="0">
                    <a:prstClr val="black">
                      <a:alpha val="40000"/>
                    </a:prstClr>
                  </a:outerShdw>
                </a:effectLst>
                <a:latin typeface="Cascadia Code SemiLight" panose="020B0609020000020004" pitchFamily="49" charset="0"/>
                <a:ea typeface="Cascadia Code SemiLight" panose="020B0609020000020004" pitchFamily="49" charset="0"/>
                <a:cs typeface="Cascadia Code SemiLight" panose="020B0609020000020004" pitchFamily="49" charset="0"/>
              </a:rPr>
              <a:t>What Makes Sanitas Curae Stand Out?</a:t>
            </a:r>
            <a:endParaRPr lang="en-IN" sz="2400" dirty="0">
              <a:solidFill>
                <a:srgbClr val="5B63AD"/>
              </a:solidFill>
              <a:effectLst>
                <a:outerShdw blurRad="114300" dist="38100" algn="l" rotWithShape="0">
                  <a:prstClr val="black">
                    <a:alpha val="40000"/>
                  </a:prstClr>
                </a:outerShdw>
              </a:effectLst>
              <a:latin typeface="Cascadia Code SemiLight" panose="020B0609020000020004" pitchFamily="49" charset="0"/>
              <a:ea typeface="Cascadia Code SemiLight" panose="020B0609020000020004" pitchFamily="49" charset="0"/>
              <a:cs typeface="Cascadia Code SemiLight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212760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43B7B0-4B66-9987-4FDD-FF4C1FFD0CB2}"/>
              </a:ext>
            </a:extLst>
          </p:cNvPr>
          <p:cNvSpPr/>
          <p:nvPr/>
        </p:nvSpPr>
        <p:spPr>
          <a:xfrm>
            <a:off x="172230" y="3013061"/>
            <a:ext cx="2780523" cy="348827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E85AD6-533E-B2A7-5750-1559249A0932}"/>
              </a:ext>
            </a:extLst>
          </p:cNvPr>
          <p:cNvSpPr txBox="1"/>
          <p:nvPr/>
        </p:nvSpPr>
        <p:spPr>
          <a:xfrm>
            <a:off x="334031" y="3672559"/>
            <a:ext cx="24153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effectLst/>
                <a:latin typeface="Sitka Heading Semibold" pitchFamily="2" charset="0"/>
              </a:rPr>
              <a:t>Boosting Efficiency:</a:t>
            </a:r>
          </a:p>
          <a:p>
            <a:endParaRPr lang="en-US" b="1" i="0" dirty="0">
              <a:effectLst/>
              <a:latin typeface="Sitka Heading Semibold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itka Heading Semibold" pitchFamily="2" charset="0"/>
              </a:rPr>
              <a:t>Reducing the administrative workload so staff can focus more on patient care.</a:t>
            </a:r>
            <a:endParaRPr lang="en-IN" dirty="0">
              <a:latin typeface="Sitka Heading Semibold" pitchFamily="2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1E8B43E-5391-0749-7034-608DB51F75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0" y="1673760"/>
            <a:ext cx="3870035" cy="5184240"/>
          </a:xfrm>
          <a:prstGeom prst="rect">
            <a:avLst/>
          </a:prstGeom>
          <a:effectLst>
            <a:outerShdw blurRad="50800" dist="38100" dir="16200000" rotWithShape="0">
              <a:prstClr val="black">
                <a:alpha val="40000"/>
              </a:prstClr>
            </a:outerShdw>
          </a:effec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FDC0D9D-639A-A628-6541-597FDB4295B5}"/>
              </a:ext>
            </a:extLst>
          </p:cNvPr>
          <p:cNvSpPr/>
          <p:nvPr/>
        </p:nvSpPr>
        <p:spPr>
          <a:xfrm>
            <a:off x="-6155864" y="1426028"/>
            <a:ext cx="6096000" cy="6858000"/>
          </a:xfrm>
          <a:prstGeom prst="rect">
            <a:avLst/>
          </a:prstGeom>
          <a:gradFill flip="none" rotWithShape="1">
            <a:gsLst>
              <a:gs pos="0">
                <a:srgbClr val="817494">
                  <a:shade val="30000"/>
                  <a:satMod val="115000"/>
                </a:srgbClr>
              </a:gs>
              <a:gs pos="50000">
                <a:srgbClr val="817494">
                  <a:shade val="67500"/>
                  <a:satMod val="115000"/>
                </a:srgbClr>
              </a:gs>
              <a:gs pos="100000">
                <a:srgbClr val="817494">
                  <a:shade val="100000"/>
                  <a:satMod val="115000"/>
                </a:srgbClr>
              </a:gs>
            </a:gsLst>
            <a:lin ang="1080000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77C9CF-13E2-44A4-58F1-AF2231AAB9FD}"/>
              </a:ext>
            </a:extLst>
          </p:cNvPr>
          <p:cNvSpPr txBox="1"/>
          <p:nvPr/>
        </p:nvSpPr>
        <p:spPr>
          <a:xfrm>
            <a:off x="-6020070" y="2038872"/>
            <a:ext cx="5824411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Engage in an interactive and educational quiz experience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Multiple-choice questions (MCQs) on various topics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Easy-to-use interface for seamless navigation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Wide range of categories to cater to different interests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Challenge yourself with timed quizzes or relax with untimed quizzes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Earn points for correct answers and track your progress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Share your achievements and compete with friends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Learn fascinating facts and expand your knowledge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Perfect for trivia enthusiasts and those looking to learn something new</a:t>
            </a:r>
          </a:p>
          <a:p>
            <a:pPr marL="342900" indent="-342900" algn="l">
              <a:buFont typeface="Wingdings" panose="05000000000000000000" pitchFamily="2" charset="2"/>
              <a:buChar char="ü"/>
            </a:pPr>
            <a:r>
              <a:rPr lang="en-US" sz="2000" b="0" i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Söhne"/>
              </a:rPr>
              <a:t>Get ready to test your knowledge and have fun with our Simple Quiz App!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A1CEF3-9E49-7720-2BF7-E7555D7991CF}"/>
              </a:ext>
            </a:extLst>
          </p:cNvPr>
          <p:cNvSpPr txBox="1"/>
          <p:nvPr/>
        </p:nvSpPr>
        <p:spPr>
          <a:xfrm>
            <a:off x="334031" y="483248"/>
            <a:ext cx="1096515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EXPECTED IMPACT</a:t>
            </a:r>
            <a:b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</a:br>
            <a:r>
              <a:rPr lang="en-US" sz="4000" dirty="0">
                <a:solidFill>
                  <a:schemeClr val="bg1"/>
                </a:solidFill>
              </a:rPr>
              <a:t>"Sanitas Curae" is set to revolutionize small clinics by:</a:t>
            </a:r>
            <a:endParaRPr lang="en-IN" sz="5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000B51A-AD95-474E-5B40-DD4EF0E181E1}"/>
              </a:ext>
            </a:extLst>
          </p:cNvPr>
          <p:cNvSpPr txBox="1"/>
          <p:nvPr/>
        </p:nvSpPr>
        <p:spPr>
          <a:xfrm>
            <a:off x="3213225" y="3538350"/>
            <a:ext cx="28458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effectLst/>
                <a:latin typeface="Söhne"/>
              </a:rPr>
              <a:t>Improving Patient Outcomes: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dirty="0"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öhne"/>
              </a:rPr>
              <a:t>Offering streamlined booking, accessible medical records, and better communication for enhanced patient satisfaction.</a:t>
            </a:r>
          </a:p>
        </p:txBody>
      </p:sp>
    </p:spTree>
    <p:extLst>
      <p:ext uri="{BB962C8B-B14F-4D97-AF65-F5344CB8AC3E}">
        <p14:creationId xmlns:p14="http://schemas.microsoft.com/office/powerpoint/2010/main" val="9655557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 advTm="750">
        <p159:morph option="byObject"/>
      </p:transition>
    </mc:Choice>
    <mc:Fallback>
      <p:transition spd="slow" advClick="0" advTm="75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43B7B0-4B66-9987-4FDD-FF4C1FFD0CB2}"/>
              </a:ext>
            </a:extLst>
          </p:cNvPr>
          <p:cNvSpPr/>
          <p:nvPr/>
        </p:nvSpPr>
        <p:spPr>
          <a:xfrm>
            <a:off x="3097762" y="3086873"/>
            <a:ext cx="2780523" cy="3488278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C53EF4-DA89-B158-80ED-06849E163623}"/>
              </a:ext>
            </a:extLst>
          </p:cNvPr>
          <p:cNvSpPr txBox="1"/>
          <p:nvPr/>
        </p:nvSpPr>
        <p:spPr>
          <a:xfrm>
            <a:off x="334031" y="483248"/>
            <a:ext cx="1096515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EXPECTED IMPACT</a:t>
            </a:r>
            <a:b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</a:br>
            <a:r>
              <a:rPr lang="en-US" sz="4000" dirty="0">
                <a:solidFill>
                  <a:schemeClr val="bg1"/>
                </a:solidFill>
              </a:rPr>
              <a:t>"Sanitas Curae" is set to revolutionize small clinics by:</a:t>
            </a:r>
            <a:endParaRPr lang="en-IN" sz="5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AB09A6-F7D1-374F-86AE-2AC9920F6945}"/>
              </a:ext>
            </a:extLst>
          </p:cNvPr>
          <p:cNvSpPr txBox="1"/>
          <p:nvPr/>
        </p:nvSpPr>
        <p:spPr>
          <a:xfrm>
            <a:off x="3213225" y="3538350"/>
            <a:ext cx="28458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effectLst/>
                <a:latin typeface="Söhne"/>
              </a:rPr>
              <a:t>Improving Patient Outcomes: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dirty="0"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öhne"/>
              </a:rPr>
              <a:t>Offering streamlined booking, accessible medical records, and better communication for enhanced patient satisfaction.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EE9E06-51C4-7272-5BE1-DEDBAF2E4458}"/>
              </a:ext>
            </a:extLst>
          </p:cNvPr>
          <p:cNvSpPr txBox="1"/>
          <p:nvPr/>
        </p:nvSpPr>
        <p:spPr>
          <a:xfrm>
            <a:off x="334031" y="3672559"/>
            <a:ext cx="24153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Sitka Heading Semibold" pitchFamily="2" charset="0"/>
              </a:rPr>
              <a:t>Boosting Efficiency:</a:t>
            </a:r>
          </a:p>
          <a:p>
            <a:endParaRPr lang="en-US" b="1" i="0" dirty="0">
              <a:solidFill>
                <a:schemeClr val="bg1"/>
              </a:solidFill>
              <a:effectLst/>
              <a:latin typeface="Sitka Heading Semibold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bg1"/>
                </a:solidFill>
                <a:effectLst/>
                <a:latin typeface="Sitka Heading Semibold" pitchFamily="2" charset="0"/>
              </a:rPr>
              <a:t>Reducing the administrative workload so staff can focus more on patient care.</a:t>
            </a:r>
            <a:endParaRPr lang="en-IN" dirty="0">
              <a:solidFill>
                <a:schemeClr val="bg1"/>
              </a:solidFill>
              <a:latin typeface="Sitka Heading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81087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 advTm="750">
        <p159:morph option="byObject"/>
      </p:transition>
    </mc:Choice>
    <mc:Fallback>
      <p:transition spd="slow" advClick="0" advTm="75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43B7B0-4B66-9987-4FDD-FF4C1FFD0CB2}"/>
              </a:ext>
            </a:extLst>
          </p:cNvPr>
          <p:cNvSpPr/>
          <p:nvPr/>
        </p:nvSpPr>
        <p:spPr>
          <a:xfrm>
            <a:off x="6030684" y="3119824"/>
            <a:ext cx="2780523" cy="3488278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174BE5-6909-BF85-5B4B-F4772EE79F26}"/>
              </a:ext>
            </a:extLst>
          </p:cNvPr>
          <p:cNvSpPr txBox="1"/>
          <p:nvPr/>
        </p:nvSpPr>
        <p:spPr>
          <a:xfrm>
            <a:off x="6160146" y="3538349"/>
            <a:ext cx="25215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effectLst/>
                <a:latin typeface="Söhne"/>
              </a:rPr>
              <a:t>Elevating Healthcare Standards:</a:t>
            </a:r>
          </a:p>
          <a:p>
            <a:pPr algn="l"/>
            <a:endParaRPr lang="en-US" dirty="0"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öhne"/>
              </a:rPr>
              <a:t>Minimizing errors, ensuring data security, and promoting informed clinical decisions with accurate records.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80C03B6-F06D-8DBB-9A19-1B5EB55E196F}"/>
              </a:ext>
            </a:extLst>
          </p:cNvPr>
          <p:cNvSpPr txBox="1"/>
          <p:nvPr/>
        </p:nvSpPr>
        <p:spPr>
          <a:xfrm>
            <a:off x="334031" y="483248"/>
            <a:ext cx="1096515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EXPECTED IMPACT</a:t>
            </a:r>
            <a:b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</a:br>
            <a:r>
              <a:rPr lang="en-US" sz="4000" dirty="0">
                <a:solidFill>
                  <a:schemeClr val="bg1"/>
                </a:solidFill>
              </a:rPr>
              <a:t>"Sanitas Curae" is set to revolutionize small clinics by:</a:t>
            </a:r>
            <a:endParaRPr lang="en-IN" sz="5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0F8A42-EE0D-5A85-F7B4-646563C35C7F}"/>
              </a:ext>
            </a:extLst>
          </p:cNvPr>
          <p:cNvSpPr txBox="1"/>
          <p:nvPr/>
        </p:nvSpPr>
        <p:spPr>
          <a:xfrm>
            <a:off x="3213225" y="3538350"/>
            <a:ext cx="28458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Improving Patient Outcomes: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Offering streamlined booking, accessible medical records, and better communication for enhanced patient satisfaction.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DFEBB3-8A8C-D166-5458-B85C3744E861}"/>
              </a:ext>
            </a:extLst>
          </p:cNvPr>
          <p:cNvSpPr txBox="1"/>
          <p:nvPr/>
        </p:nvSpPr>
        <p:spPr>
          <a:xfrm>
            <a:off x="334031" y="3672559"/>
            <a:ext cx="24153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Sitka Heading Semibold" pitchFamily="2" charset="0"/>
              </a:rPr>
              <a:t>Boosting Efficiency:</a:t>
            </a:r>
          </a:p>
          <a:p>
            <a:endParaRPr lang="en-US" b="1" i="0" dirty="0">
              <a:solidFill>
                <a:schemeClr val="bg1"/>
              </a:solidFill>
              <a:effectLst/>
              <a:latin typeface="Sitka Heading Semibold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bg1"/>
                </a:solidFill>
                <a:effectLst/>
                <a:latin typeface="Sitka Heading Semibold" pitchFamily="2" charset="0"/>
              </a:rPr>
              <a:t>Reducing the administrative workload so staff can focus more on patient care.</a:t>
            </a:r>
            <a:endParaRPr lang="en-IN" dirty="0">
              <a:solidFill>
                <a:schemeClr val="bg1"/>
              </a:solidFill>
              <a:latin typeface="Sitka Heading Semibold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A095E3-BAD5-4628-F3E7-B6C7C4E67BD3}"/>
              </a:ext>
            </a:extLst>
          </p:cNvPr>
          <p:cNvSpPr txBox="1"/>
          <p:nvPr/>
        </p:nvSpPr>
        <p:spPr>
          <a:xfrm>
            <a:off x="9045932" y="3220184"/>
            <a:ext cx="26996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effectLst/>
                <a:latin typeface="Söhne"/>
              </a:rPr>
              <a:t>Enhancing Patient Trust:</a:t>
            </a:r>
          </a:p>
          <a:p>
            <a:pPr algn="l"/>
            <a:endParaRPr lang="en-US" dirty="0"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öhne"/>
              </a:rPr>
              <a:t>By providing transparent and easily accessible medical records, "</a:t>
            </a:r>
            <a:r>
              <a:rPr lang="en-US" b="1" i="0" dirty="0">
                <a:effectLst/>
                <a:latin typeface="Söhne"/>
              </a:rPr>
              <a:t>Sanitas Curae</a:t>
            </a:r>
            <a:r>
              <a:rPr lang="en-US" b="0" i="0" dirty="0">
                <a:effectLst/>
                <a:latin typeface="Söhne"/>
              </a:rPr>
              <a:t>" fosters trust between patients and clinics, ensuring that patients feel more informed and confident in their care.</a:t>
            </a:r>
          </a:p>
        </p:txBody>
      </p:sp>
    </p:spTree>
    <p:extLst>
      <p:ext uri="{BB962C8B-B14F-4D97-AF65-F5344CB8AC3E}">
        <p14:creationId xmlns:p14="http://schemas.microsoft.com/office/powerpoint/2010/main" val="32700353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 advClick="0" advTm="750">
        <p159:morph option="byObject"/>
      </p:transition>
    </mc:Choice>
    <mc:Fallback>
      <p:transition spd="slow" advClick="0" advTm="75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0743B7B0-4B66-9987-4FDD-FF4C1FFD0CB2}"/>
              </a:ext>
            </a:extLst>
          </p:cNvPr>
          <p:cNvSpPr/>
          <p:nvPr/>
        </p:nvSpPr>
        <p:spPr>
          <a:xfrm>
            <a:off x="8963606" y="3148226"/>
            <a:ext cx="2780523" cy="3488278"/>
          </a:xfrm>
          <a:prstGeom prst="round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DF0E9-4911-70A6-65FA-71A674713AA9}"/>
              </a:ext>
            </a:extLst>
          </p:cNvPr>
          <p:cNvSpPr txBox="1"/>
          <p:nvPr/>
        </p:nvSpPr>
        <p:spPr>
          <a:xfrm>
            <a:off x="9045932" y="3220184"/>
            <a:ext cx="269965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effectLst/>
                <a:latin typeface="Söhne"/>
              </a:rPr>
              <a:t>Enhancing Patient Trust:</a:t>
            </a:r>
          </a:p>
          <a:p>
            <a:pPr algn="l"/>
            <a:endParaRPr lang="en-US" dirty="0"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0" i="0" dirty="0">
                <a:effectLst/>
                <a:latin typeface="Söhne"/>
              </a:rPr>
              <a:t>By providing transparent and easily accessible medical records, "</a:t>
            </a:r>
            <a:r>
              <a:rPr lang="en-US" b="1" i="0" dirty="0">
                <a:effectLst/>
                <a:latin typeface="Söhne"/>
              </a:rPr>
              <a:t>Sanitas Curae</a:t>
            </a:r>
            <a:r>
              <a:rPr lang="en-US" b="0" i="0" dirty="0">
                <a:effectLst/>
                <a:latin typeface="Söhne"/>
              </a:rPr>
              <a:t>" fosters trust between patients and clinics, ensuring that patients feel more informed and confident in their care.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7F8277D-EFF7-845C-D65E-C91073574DDE}"/>
              </a:ext>
            </a:extLst>
          </p:cNvPr>
          <p:cNvSpPr txBox="1"/>
          <p:nvPr/>
        </p:nvSpPr>
        <p:spPr>
          <a:xfrm>
            <a:off x="334031" y="483248"/>
            <a:ext cx="10965152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  <a:t>EXPECTED IMPACT</a:t>
            </a:r>
            <a:br>
              <a:rPr lang="en-US" sz="5400" dirty="0">
                <a:solidFill>
                  <a:schemeClr val="bg1"/>
                </a:solidFill>
                <a:latin typeface="Impact" panose="020B0806030902050204" pitchFamily="34" charset="0"/>
              </a:rPr>
            </a:br>
            <a:r>
              <a:rPr lang="en-US" sz="4000" dirty="0">
                <a:solidFill>
                  <a:schemeClr val="bg1"/>
                </a:solidFill>
              </a:rPr>
              <a:t>"Sanitas Curae" is set to revolutionize small clinics by:</a:t>
            </a:r>
            <a:endParaRPr lang="en-IN" sz="54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66D9CF4-9882-907C-BD47-5641F4E2E6C8}"/>
              </a:ext>
            </a:extLst>
          </p:cNvPr>
          <p:cNvSpPr txBox="1"/>
          <p:nvPr/>
        </p:nvSpPr>
        <p:spPr>
          <a:xfrm>
            <a:off x="6160146" y="3538349"/>
            <a:ext cx="2521598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Elevating Healthcare Standards:</a:t>
            </a:r>
          </a:p>
          <a:p>
            <a:pPr algn="l"/>
            <a:endParaRPr lang="en-US" dirty="0">
              <a:solidFill>
                <a:schemeClr val="bg1"/>
              </a:solidFill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Minimizing errors, ensuring data security, and promoting informed clinical decisions with accurate records.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30F648-6CD3-0A53-0183-DEA16E40FEF0}"/>
              </a:ext>
            </a:extLst>
          </p:cNvPr>
          <p:cNvSpPr txBox="1"/>
          <p:nvPr/>
        </p:nvSpPr>
        <p:spPr>
          <a:xfrm>
            <a:off x="3213225" y="3538350"/>
            <a:ext cx="284583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Improving Patient Outcomes: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dirty="0">
              <a:solidFill>
                <a:schemeClr val="bg1"/>
              </a:solidFill>
              <a:latin typeface="Söhne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bg1"/>
                </a:solidFill>
                <a:effectLst/>
                <a:latin typeface="Söhne"/>
              </a:rPr>
              <a:t>Offering streamlined booking, accessible medical records, and better communication for enhanced patient satisfaction.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A3CD79-DCFE-D3F9-FCC3-B2DCFA1DF124}"/>
              </a:ext>
            </a:extLst>
          </p:cNvPr>
          <p:cNvSpPr txBox="1"/>
          <p:nvPr/>
        </p:nvSpPr>
        <p:spPr>
          <a:xfrm>
            <a:off x="334031" y="3672559"/>
            <a:ext cx="2415326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0" dirty="0">
                <a:solidFill>
                  <a:schemeClr val="bg1"/>
                </a:solidFill>
                <a:effectLst/>
                <a:latin typeface="Sitka Heading Semibold" pitchFamily="2" charset="0"/>
              </a:rPr>
              <a:t>Boosting Efficiency:</a:t>
            </a:r>
          </a:p>
          <a:p>
            <a:endParaRPr lang="en-US" b="1" i="0" dirty="0">
              <a:solidFill>
                <a:schemeClr val="bg1"/>
              </a:solidFill>
              <a:effectLst/>
              <a:latin typeface="Sitka Heading Semibold" pitchFamily="2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b="0" i="0" dirty="0">
                <a:solidFill>
                  <a:schemeClr val="bg1"/>
                </a:solidFill>
                <a:effectLst/>
                <a:latin typeface="Sitka Heading Semibold" pitchFamily="2" charset="0"/>
              </a:rPr>
              <a:t>Reducing the administrative workload so staff can focus more on patient care.</a:t>
            </a:r>
            <a:endParaRPr lang="en-IN" dirty="0">
              <a:solidFill>
                <a:schemeClr val="bg1"/>
              </a:solidFill>
              <a:latin typeface="Sitka Heading Semibold" pitchFamily="2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3FD4670-DF10-1225-2CF8-8EE014EB66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91404" y="18187"/>
            <a:ext cx="3924261" cy="2619497"/>
          </a:xfrm>
          <a:prstGeom prst="rect">
            <a:avLst/>
          </a:prstGeom>
          <a:ln>
            <a:noFill/>
          </a:ln>
          <a:effectLst>
            <a:softEdge rad="38100"/>
          </a:effectLst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A948D18-E71F-955B-1BF2-CF6683770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2122" y="7147046"/>
            <a:ext cx="4669282" cy="2626471"/>
          </a:xfrm>
          <a:prstGeom prst="rect">
            <a:avLst/>
          </a:prstGeom>
          <a:ln>
            <a:noFill/>
          </a:ln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16303171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D62D1A4-F9B2-A2D7-DFF1-494D71C373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2CF72A8A-B1B5-4D50-DFFC-2D37CE45DDF4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032965" y="5874512"/>
                </a:moveTo>
                <a:lnTo>
                  <a:pt x="8032965" y="5929541"/>
                </a:lnTo>
                <a:lnTo>
                  <a:pt x="8091636" y="5929541"/>
                </a:lnTo>
                <a:lnTo>
                  <a:pt x="8091636" y="5874512"/>
                </a:lnTo>
                <a:close/>
                <a:moveTo>
                  <a:pt x="7737694" y="5815571"/>
                </a:moveTo>
                <a:cubicBezTo>
                  <a:pt x="7745247" y="5815571"/>
                  <a:pt x="7751339" y="5817864"/>
                  <a:pt x="7755970" y="5822450"/>
                </a:cubicBezTo>
                <a:cubicBezTo>
                  <a:pt x="7760601" y="5827036"/>
                  <a:pt x="7763456" y="5834634"/>
                  <a:pt x="7764535" y="5845244"/>
                </a:cubicBezTo>
                <a:lnTo>
                  <a:pt x="7710450" y="5845244"/>
                </a:lnTo>
                <a:cubicBezTo>
                  <a:pt x="7711349" y="5836702"/>
                  <a:pt x="7713462" y="5830273"/>
                  <a:pt x="7716789" y="5825957"/>
                </a:cubicBezTo>
                <a:cubicBezTo>
                  <a:pt x="7722004" y="5819033"/>
                  <a:pt x="7728972" y="5815571"/>
                  <a:pt x="7737694" y="5815571"/>
                </a:cubicBezTo>
                <a:close/>
                <a:moveTo>
                  <a:pt x="6918544" y="5815571"/>
                </a:moveTo>
                <a:cubicBezTo>
                  <a:pt x="6926098" y="5815571"/>
                  <a:pt x="6932189" y="5817864"/>
                  <a:pt x="6936820" y="5822450"/>
                </a:cubicBezTo>
                <a:cubicBezTo>
                  <a:pt x="6941451" y="5827036"/>
                  <a:pt x="6944306" y="5834634"/>
                  <a:pt x="6945385" y="5845244"/>
                </a:cubicBezTo>
                <a:lnTo>
                  <a:pt x="6891300" y="5845244"/>
                </a:lnTo>
                <a:cubicBezTo>
                  <a:pt x="6892199" y="5836702"/>
                  <a:pt x="6894312" y="5830273"/>
                  <a:pt x="6897639" y="5825957"/>
                </a:cubicBezTo>
                <a:cubicBezTo>
                  <a:pt x="6902854" y="5819033"/>
                  <a:pt x="6909822" y="5815571"/>
                  <a:pt x="6918544" y="5815571"/>
                </a:cubicBezTo>
                <a:close/>
                <a:moveTo>
                  <a:pt x="7368103" y="5786303"/>
                </a:moveTo>
                <a:lnTo>
                  <a:pt x="7368103" y="5929541"/>
                </a:lnTo>
                <a:lnTo>
                  <a:pt x="7422997" y="5929541"/>
                </a:lnTo>
                <a:lnTo>
                  <a:pt x="7422997" y="5786303"/>
                </a:lnTo>
                <a:close/>
                <a:moveTo>
                  <a:pt x="7168920" y="5786303"/>
                </a:moveTo>
                <a:lnTo>
                  <a:pt x="7228488" y="5929541"/>
                </a:lnTo>
                <a:lnTo>
                  <a:pt x="7277176" y="5929541"/>
                </a:lnTo>
                <a:lnTo>
                  <a:pt x="7338054" y="5786303"/>
                </a:lnTo>
                <a:lnTo>
                  <a:pt x="7282658" y="5786303"/>
                </a:lnTo>
                <a:lnTo>
                  <a:pt x="7253824" y="5877075"/>
                </a:lnTo>
                <a:lnTo>
                  <a:pt x="7226035" y="5786303"/>
                </a:lnTo>
                <a:close/>
                <a:moveTo>
                  <a:pt x="7917809" y="5783066"/>
                </a:moveTo>
                <a:cubicBezTo>
                  <a:pt x="7901624" y="5783066"/>
                  <a:pt x="7888721" y="5784751"/>
                  <a:pt x="7879100" y="5788119"/>
                </a:cubicBezTo>
                <a:cubicBezTo>
                  <a:pt x="7869479" y="5791487"/>
                  <a:pt x="7861926" y="5796585"/>
                  <a:pt x="7856441" y="5803412"/>
                </a:cubicBezTo>
                <a:cubicBezTo>
                  <a:pt x="7850956" y="5810238"/>
                  <a:pt x="7848213" y="5818368"/>
                  <a:pt x="7848213" y="5827801"/>
                </a:cubicBezTo>
                <a:cubicBezTo>
                  <a:pt x="7848213" y="5836424"/>
                  <a:pt x="7850753" y="5844105"/>
                  <a:pt x="7855834" y="5850841"/>
                </a:cubicBezTo>
                <a:cubicBezTo>
                  <a:pt x="7860914" y="5857578"/>
                  <a:pt x="7867163" y="5862361"/>
                  <a:pt x="7874581" y="5865191"/>
                </a:cubicBezTo>
                <a:cubicBezTo>
                  <a:pt x="7882000" y="5868020"/>
                  <a:pt x="7895240" y="5871097"/>
                  <a:pt x="7914302" y="5874419"/>
                </a:cubicBezTo>
                <a:cubicBezTo>
                  <a:pt x="7927071" y="5876664"/>
                  <a:pt x="7934938" y="5878550"/>
                  <a:pt x="7937905" y="5880076"/>
                </a:cubicBezTo>
                <a:cubicBezTo>
                  <a:pt x="7942042" y="5882231"/>
                  <a:pt x="7944110" y="5885284"/>
                  <a:pt x="7944110" y="5889235"/>
                </a:cubicBezTo>
                <a:cubicBezTo>
                  <a:pt x="7944110" y="5892736"/>
                  <a:pt x="7942536" y="5895653"/>
                  <a:pt x="7939389" y="5897987"/>
                </a:cubicBezTo>
                <a:cubicBezTo>
                  <a:pt x="7935343" y="5901129"/>
                  <a:pt x="7929633" y="5902701"/>
                  <a:pt x="7922260" y="5902701"/>
                </a:cubicBezTo>
                <a:cubicBezTo>
                  <a:pt x="7915516" y="5902701"/>
                  <a:pt x="7910121" y="5901307"/>
                  <a:pt x="7906075" y="5898520"/>
                </a:cubicBezTo>
                <a:cubicBezTo>
                  <a:pt x="7902029" y="5895732"/>
                  <a:pt x="7898882" y="5891102"/>
                  <a:pt x="7896634" y="5884628"/>
                </a:cubicBezTo>
                <a:lnTo>
                  <a:pt x="7842144" y="5889753"/>
                </a:lnTo>
                <a:cubicBezTo>
                  <a:pt x="7845291" y="5903510"/>
                  <a:pt x="7852417" y="5914121"/>
                  <a:pt x="7863522" y="5921583"/>
                </a:cubicBezTo>
                <a:cubicBezTo>
                  <a:pt x="7874627" y="5929047"/>
                  <a:pt x="7893262" y="5932778"/>
                  <a:pt x="7919428" y="5932778"/>
                </a:cubicBezTo>
                <a:cubicBezTo>
                  <a:pt x="7937951" y="5932778"/>
                  <a:pt x="7952585" y="5930465"/>
                  <a:pt x="7963330" y="5925840"/>
                </a:cubicBezTo>
                <a:cubicBezTo>
                  <a:pt x="7974075" y="5921214"/>
                  <a:pt x="7981942" y="5914993"/>
                  <a:pt x="7986933" y="5907178"/>
                </a:cubicBezTo>
                <a:cubicBezTo>
                  <a:pt x="7991923" y="5899363"/>
                  <a:pt x="7994418" y="5891324"/>
                  <a:pt x="7994418" y="5883060"/>
                </a:cubicBezTo>
                <a:cubicBezTo>
                  <a:pt x="7994418" y="5874886"/>
                  <a:pt x="7992058" y="5867385"/>
                  <a:pt x="7987337" y="5860559"/>
                </a:cubicBezTo>
                <a:cubicBezTo>
                  <a:pt x="7982617" y="5853732"/>
                  <a:pt x="7975806" y="5848477"/>
                  <a:pt x="7966904" y="5844794"/>
                </a:cubicBezTo>
                <a:cubicBezTo>
                  <a:pt x="7958002" y="5841111"/>
                  <a:pt x="7944425" y="5838237"/>
                  <a:pt x="7926171" y="5836172"/>
                </a:cubicBezTo>
                <a:cubicBezTo>
                  <a:pt x="7914122" y="5834734"/>
                  <a:pt x="7906300" y="5833118"/>
                  <a:pt x="7902703" y="5831322"/>
                </a:cubicBezTo>
                <a:cubicBezTo>
                  <a:pt x="7899106" y="5829527"/>
                  <a:pt x="7897308" y="5826879"/>
                  <a:pt x="7897308" y="5823377"/>
                </a:cubicBezTo>
                <a:cubicBezTo>
                  <a:pt x="7897308" y="5820234"/>
                  <a:pt x="7898724" y="5817563"/>
                  <a:pt x="7901557" y="5815364"/>
                </a:cubicBezTo>
                <a:cubicBezTo>
                  <a:pt x="7904389" y="5813165"/>
                  <a:pt x="7908907" y="5812065"/>
                  <a:pt x="7915112" y="5812065"/>
                </a:cubicBezTo>
                <a:cubicBezTo>
                  <a:pt x="7921226" y="5812065"/>
                  <a:pt x="7926441" y="5813503"/>
                  <a:pt x="7930757" y="5816381"/>
                </a:cubicBezTo>
                <a:cubicBezTo>
                  <a:pt x="7933904" y="5818539"/>
                  <a:pt x="7936152" y="5821910"/>
                  <a:pt x="7937501" y="5826496"/>
                </a:cubicBezTo>
                <a:lnTo>
                  <a:pt x="7989563" y="5821371"/>
                </a:lnTo>
                <a:cubicBezTo>
                  <a:pt x="7985966" y="5812020"/>
                  <a:pt x="7981448" y="5804602"/>
                  <a:pt x="7976008" y="5799117"/>
                </a:cubicBezTo>
                <a:cubicBezTo>
                  <a:pt x="7970568" y="5793632"/>
                  <a:pt x="7963779" y="5789585"/>
                  <a:pt x="7955642" y="5786978"/>
                </a:cubicBezTo>
                <a:cubicBezTo>
                  <a:pt x="7947504" y="5784370"/>
                  <a:pt x="7934893" y="5783066"/>
                  <a:pt x="7917809" y="5783066"/>
                </a:cubicBezTo>
                <a:close/>
                <a:moveTo>
                  <a:pt x="7735402" y="5783066"/>
                </a:moveTo>
                <a:cubicBezTo>
                  <a:pt x="7710135" y="5783066"/>
                  <a:pt x="7690331" y="5789990"/>
                  <a:pt x="7675989" y="5803837"/>
                </a:cubicBezTo>
                <a:cubicBezTo>
                  <a:pt x="7661647" y="5817685"/>
                  <a:pt x="7654476" y="5835803"/>
                  <a:pt x="7654476" y="5858192"/>
                </a:cubicBezTo>
                <a:cubicBezTo>
                  <a:pt x="7654476" y="5873928"/>
                  <a:pt x="7658050" y="5887618"/>
                  <a:pt x="7665199" y="5899262"/>
                </a:cubicBezTo>
                <a:cubicBezTo>
                  <a:pt x="7672347" y="5910906"/>
                  <a:pt x="7681361" y="5919403"/>
                  <a:pt x="7692241" y="5924753"/>
                </a:cubicBezTo>
                <a:cubicBezTo>
                  <a:pt x="7703121" y="5930103"/>
                  <a:pt x="7718048" y="5932778"/>
                  <a:pt x="7737020" y="5932778"/>
                </a:cubicBezTo>
                <a:cubicBezTo>
                  <a:pt x="7758870" y="5932778"/>
                  <a:pt x="7775639" y="5929654"/>
                  <a:pt x="7787329" y="5923404"/>
                </a:cubicBezTo>
                <a:cubicBezTo>
                  <a:pt x="7799018" y="5917155"/>
                  <a:pt x="7808999" y="5906837"/>
                  <a:pt x="7817271" y="5892450"/>
                </a:cubicBezTo>
                <a:lnTo>
                  <a:pt x="7763186" y="5887460"/>
                </a:lnTo>
                <a:cubicBezTo>
                  <a:pt x="7759769" y="5891776"/>
                  <a:pt x="7756577" y="5894788"/>
                  <a:pt x="7753610" y="5896497"/>
                </a:cubicBezTo>
                <a:cubicBezTo>
                  <a:pt x="7748754" y="5899194"/>
                  <a:pt x="7743629" y="5900543"/>
                  <a:pt x="7738234" y="5900543"/>
                </a:cubicBezTo>
                <a:cubicBezTo>
                  <a:pt x="7729692" y="5900543"/>
                  <a:pt x="7722768" y="5897441"/>
                  <a:pt x="7717463" y="5891236"/>
                </a:cubicBezTo>
                <a:cubicBezTo>
                  <a:pt x="7713687" y="5886920"/>
                  <a:pt x="7711304" y="5880357"/>
                  <a:pt x="7710315" y="5871545"/>
                </a:cubicBezTo>
                <a:lnTo>
                  <a:pt x="7820373" y="5871545"/>
                </a:lnTo>
                <a:lnTo>
                  <a:pt x="7820373" y="5865340"/>
                </a:lnTo>
                <a:cubicBezTo>
                  <a:pt x="7820373" y="5846458"/>
                  <a:pt x="7817271" y="5831127"/>
                  <a:pt x="7811067" y="5819348"/>
                </a:cubicBezTo>
                <a:cubicBezTo>
                  <a:pt x="7804862" y="5807569"/>
                  <a:pt x="7795826" y="5798577"/>
                  <a:pt x="7783957" y="5792373"/>
                </a:cubicBezTo>
                <a:cubicBezTo>
                  <a:pt x="7772088" y="5786168"/>
                  <a:pt x="7755903" y="5783066"/>
                  <a:pt x="7735402" y="5783066"/>
                </a:cubicBezTo>
                <a:close/>
                <a:moveTo>
                  <a:pt x="7547734" y="5783066"/>
                </a:moveTo>
                <a:cubicBezTo>
                  <a:pt x="7531009" y="5783066"/>
                  <a:pt x="7517297" y="5785267"/>
                  <a:pt x="7506597" y="5789669"/>
                </a:cubicBezTo>
                <a:cubicBezTo>
                  <a:pt x="7499853" y="5792454"/>
                  <a:pt x="7493289" y="5796698"/>
                  <a:pt x="7486905" y="5802403"/>
                </a:cubicBezTo>
                <a:cubicBezTo>
                  <a:pt x="7480521" y="5808108"/>
                  <a:pt x="7475486" y="5814554"/>
                  <a:pt x="7471799" y="5821740"/>
                </a:cubicBezTo>
                <a:cubicBezTo>
                  <a:pt x="7466764" y="5831532"/>
                  <a:pt x="7464246" y="5843795"/>
                  <a:pt x="7464246" y="5858529"/>
                </a:cubicBezTo>
                <a:cubicBezTo>
                  <a:pt x="7464246" y="5872634"/>
                  <a:pt x="7466314" y="5883953"/>
                  <a:pt x="7470450" y="5892487"/>
                </a:cubicBezTo>
                <a:cubicBezTo>
                  <a:pt x="7474586" y="5901022"/>
                  <a:pt x="7480296" y="5908456"/>
                  <a:pt x="7487579" y="5914789"/>
                </a:cubicBezTo>
                <a:cubicBezTo>
                  <a:pt x="7494863" y="5921123"/>
                  <a:pt x="7503562" y="5925704"/>
                  <a:pt x="7513678" y="5928534"/>
                </a:cubicBezTo>
                <a:cubicBezTo>
                  <a:pt x="7523794" y="5931363"/>
                  <a:pt x="7536449" y="5932778"/>
                  <a:pt x="7551645" y="5932778"/>
                </a:cubicBezTo>
                <a:cubicBezTo>
                  <a:pt x="7567381" y="5932778"/>
                  <a:pt x="7580351" y="5930575"/>
                  <a:pt x="7590557" y="5926169"/>
                </a:cubicBezTo>
                <a:cubicBezTo>
                  <a:pt x="7600762" y="5921763"/>
                  <a:pt x="7609147" y="5915582"/>
                  <a:pt x="7615711" y="5907624"/>
                </a:cubicBezTo>
                <a:cubicBezTo>
                  <a:pt x="7622275" y="5899666"/>
                  <a:pt x="7626996" y="5890248"/>
                  <a:pt x="7629873" y="5879367"/>
                </a:cubicBezTo>
                <a:lnTo>
                  <a:pt x="7577676" y="5873433"/>
                </a:lnTo>
                <a:cubicBezTo>
                  <a:pt x="7575249" y="5881076"/>
                  <a:pt x="7571584" y="5886741"/>
                  <a:pt x="7566684" y="5890427"/>
                </a:cubicBezTo>
                <a:cubicBezTo>
                  <a:pt x="7561783" y="5894114"/>
                  <a:pt x="7555737" y="5895957"/>
                  <a:pt x="7548543" y="5895957"/>
                </a:cubicBezTo>
                <a:cubicBezTo>
                  <a:pt x="7539911" y="5895957"/>
                  <a:pt x="7532808" y="5892906"/>
                  <a:pt x="7527233" y="5886802"/>
                </a:cubicBezTo>
                <a:cubicBezTo>
                  <a:pt x="7521658" y="5880699"/>
                  <a:pt x="7518871" y="5871769"/>
                  <a:pt x="7518871" y="5860011"/>
                </a:cubicBezTo>
                <a:cubicBezTo>
                  <a:pt x="7518871" y="5846815"/>
                  <a:pt x="7521680" y="5836964"/>
                  <a:pt x="7527300" y="5830457"/>
                </a:cubicBezTo>
                <a:cubicBezTo>
                  <a:pt x="7532920" y="5823950"/>
                  <a:pt x="7540271" y="5820697"/>
                  <a:pt x="7549352" y="5820697"/>
                </a:cubicBezTo>
                <a:cubicBezTo>
                  <a:pt x="7556546" y="5820697"/>
                  <a:pt x="7562278" y="5822248"/>
                  <a:pt x="7566549" y="5825350"/>
                </a:cubicBezTo>
                <a:cubicBezTo>
                  <a:pt x="7570820" y="5828452"/>
                  <a:pt x="7573765" y="5833060"/>
                  <a:pt x="7575383" y="5839175"/>
                </a:cubicBezTo>
                <a:lnTo>
                  <a:pt x="7627041" y="5832296"/>
                </a:lnTo>
                <a:cubicBezTo>
                  <a:pt x="7622095" y="5816201"/>
                  <a:pt x="7613486" y="5803972"/>
                  <a:pt x="7601212" y="5795610"/>
                </a:cubicBezTo>
                <a:cubicBezTo>
                  <a:pt x="7588938" y="5787247"/>
                  <a:pt x="7571112" y="5783066"/>
                  <a:pt x="7547734" y="5783066"/>
                </a:cubicBezTo>
                <a:close/>
                <a:moveTo>
                  <a:pt x="7119430" y="5783066"/>
                </a:moveTo>
                <a:cubicBezTo>
                  <a:pt x="7111697" y="5783066"/>
                  <a:pt x="7105201" y="5784977"/>
                  <a:pt x="7099940" y="5788799"/>
                </a:cubicBezTo>
                <a:cubicBezTo>
                  <a:pt x="7094680" y="5792620"/>
                  <a:pt x="7089577" y="5799611"/>
                  <a:pt x="7084632" y="5809772"/>
                </a:cubicBezTo>
                <a:lnTo>
                  <a:pt x="7084632" y="5786303"/>
                </a:lnTo>
                <a:lnTo>
                  <a:pt x="7033244" y="5786303"/>
                </a:lnTo>
                <a:lnTo>
                  <a:pt x="7033244" y="5929541"/>
                </a:lnTo>
                <a:lnTo>
                  <a:pt x="7088408" y="5929541"/>
                </a:lnTo>
                <a:lnTo>
                  <a:pt x="7088408" y="5881525"/>
                </a:lnTo>
                <a:cubicBezTo>
                  <a:pt x="7088408" y="5858597"/>
                  <a:pt x="7091241" y="5842951"/>
                  <a:pt x="7096906" y="5834589"/>
                </a:cubicBezTo>
                <a:cubicBezTo>
                  <a:pt x="7100862" y="5828654"/>
                  <a:pt x="7106437" y="5825687"/>
                  <a:pt x="7113630" y="5825687"/>
                </a:cubicBezTo>
                <a:cubicBezTo>
                  <a:pt x="7117407" y="5825687"/>
                  <a:pt x="7122532" y="5827036"/>
                  <a:pt x="7129006" y="5829733"/>
                </a:cubicBezTo>
                <a:lnTo>
                  <a:pt x="7146000" y="5790619"/>
                </a:lnTo>
                <a:cubicBezTo>
                  <a:pt x="7136379" y="5785584"/>
                  <a:pt x="7127522" y="5783066"/>
                  <a:pt x="7119430" y="5783066"/>
                </a:cubicBezTo>
                <a:close/>
                <a:moveTo>
                  <a:pt x="6916252" y="5783066"/>
                </a:moveTo>
                <a:cubicBezTo>
                  <a:pt x="6890985" y="5783066"/>
                  <a:pt x="6871181" y="5789990"/>
                  <a:pt x="6856839" y="5803837"/>
                </a:cubicBezTo>
                <a:cubicBezTo>
                  <a:pt x="6842497" y="5817685"/>
                  <a:pt x="6835326" y="5835803"/>
                  <a:pt x="6835326" y="5858192"/>
                </a:cubicBezTo>
                <a:cubicBezTo>
                  <a:pt x="6835326" y="5873928"/>
                  <a:pt x="6838900" y="5887618"/>
                  <a:pt x="6846049" y="5899262"/>
                </a:cubicBezTo>
                <a:cubicBezTo>
                  <a:pt x="6853197" y="5910906"/>
                  <a:pt x="6862211" y="5919403"/>
                  <a:pt x="6873091" y="5924753"/>
                </a:cubicBezTo>
                <a:cubicBezTo>
                  <a:pt x="6883971" y="5930103"/>
                  <a:pt x="6898898" y="5932778"/>
                  <a:pt x="6917870" y="5932778"/>
                </a:cubicBezTo>
                <a:cubicBezTo>
                  <a:pt x="6939720" y="5932778"/>
                  <a:pt x="6956489" y="5929654"/>
                  <a:pt x="6968179" y="5923404"/>
                </a:cubicBezTo>
                <a:cubicBezTo>
                  <a:pt x="6979868" y="5917155"/>
                  <a:pt x="6989849" y="5906837"/>
                  <a:pt x="6998121" y="5892450"/>
                </a:cubicBezTo>
                <a:lnTo>
                  <a:pt x="6944036" y="5887460"/>
                </a:lnTo>
                <a:cubicBezTo>
                  <a:pt x="6940619" y="5891776"/>
                  <a:pt x="6937427" y="5894788"/>
                  <a:pt x="6934460" y="5896497"/>
                </a:cubicBezTo>
                <a:cubicBezTo>
                  <a:pt x="6929604" y="5899194"/>
                  <a:pt x="6924479" y="5900543"/>
                  <a:pt x="6919084" y="5900543"/>
                </a:cubicBezTo>
                <a:cubicBezTo>
                  <a:pt x="6910542" y="5900543"/>
                  <a:pt x="6903618" y="5897441"/>
                  <a:pt x="6898313" y="5891236"/>
                </a:cubicBezTo>
                <a:cubicBezTo>
                  <a:pt x="6894537" y="5886920"/>
                  <a:pt x="6892154" y="5880357"/>
                  <a:pt x="6891165" y="5871545"/>
                </a:cubicBezTo>
                <a:lnTo>
                  <a:pt x="7001223" y="5871545"/>
                </a:lnTo>
                <a:lnTo>
                  <a:pt x="7001223" y="5865340"/>
                </a:lnTo>
                <a:cubicBezTo>
                  <a:pt x="7001223" y="5846458"/>
                  <a:pt x="6998121" y="5831127"/>
                  <a:pt x="6991917" y="5819348"/>
                </a:cubicBezTo>
                <a:cubicBezTo>
                  <a:pt x="6985712" y="5807569"/>
                  <a:pt x="6976676" y="5798577"/>
                  <a:pt x="6964807" y="5792373"/>
                </a:cubicBezTo>
                <a:cubicBezTo>
                  <a:pt x="6952938" y="5786168"/>
                  <a:pt x="6936753" y="5783066"/>
                  <a:pt x="6916252" y="5783066"/>
                </a:cubicBezTo>
                <a:close/>
                <a:moveTo>
                  <a:pt x="6727184" y="5783066"/>
                </a:moveTo>
                <a:cubicBezTo>
                  <a:pt x="6710999" y="5783066"/>
                  <a:pt x="6698096" y="5784751"/>
                  <a:pt x="6688475" y="5788119"/>
                </a:cubicBezTo>
                <a:cubicBezTo>
                  <a:pt x="6678854" y="5791487"/>
                  <a:pt x="6671301" y="5796585"/>
                  <a:pt x="6665816" y="5803412"/>
                </a:cubicBezTo>
                <a:cubicBezTo>
                  <a:pt x="6660331" y="5810238"/>
                  <a:pt x="6657588" y="5818368"/>
                  <a:pt x="6657588" y="5827801"/>
                </a:cubicBezTo>
                <a:cubicBezTo>
                  <a:pt x="6657588" y="5836424"/>
                  <a:pt x="6660128" y="5844105"/>
                  <a:pt x="6665209" y="5850841"/>
                </a:cubicBezTo>
                <a:cubicBezTo>
                  <a:pt x="6670289" y="5857578"/>
                  <a:pt x="6676538" y="5862361"/>
                  <a:pt x="6683956" y="5865191"/>
                </a:cubicBezTo>
                <a:cubicBezTo>
                  <a:pt x="6691375" y="5868020"/>
                  <a:pt x="6704615" y="5871097"/>
                  <a:pt x="6723677" y="5874419"/>
                </a:cubicBezTo>
                <a:cubicBezTo>
                  <a:pt x="6736446" y="5876664"/>
                  <a:pt x="6744313" y="5878550"/>
                  <a:pt x="6747280" y="5880076"/>
                </a:cubicBezTo>
                <a:cubicBezTo>
                  <a:pt x="6751417" y="5882231"/>
                  <a:pt x="6753485" y="5885284"/>
                  <a:pt x="6753485" y="5889235"/>
                </a:cubicBezTo>
                <a:cubicBezTo>
                  <a:pt x="6753485" y="5892736"/>
                  <a:pt x="6751911" y="5895653"/>
                  <a:pt x="6748764" y="5897987"/>
                </a:cubicBezTo>
                <a:cubicBezTo>
                  <a:pt x="6744718" y="5901129"/>
                  <a:pt x="6739008" y="5902701"/>
                  <a:pt x="6731635" y="5902701"/>
                </a:cubicBezTo>
                <a:cubicBezTo>
                  <a:pt x="6724891" y="5902701"/>
                  <a:pt x="6719496" y="5901307"/>
                  <a:pt x="6715450" y="5898520"/>
                </a:cubicBezTo>
                <a:cubicBezTo>
                  <a:pt x="6711404" y="5895732"/>
                  <a:pt x="6708257" y="5891102"/>
                  <a:pt x="6706009" y="5884628"/>
                </a:cubicBezTo>
                <a:lnTo>
                  <a:pt x="6651519" y="5889753"/>
                </a:lnTo>
                <a:cubicBezTo>
                  <a:pt x="6654666" y="5903510"/>
                  <a:pt x="6661792" y="5914121"/>
                  <a:pt x="6672897" y="5921583"/>
                </a:cubicBezTo>
                <a:cubicBezTo>
                  <a:pt x="6684001" y="5929047"/>
                  <a:pt x="6702637" y="5932778"/>
                  <a:pt x="6728803" y="5932778"/>
                </a:cubicBezTo>
                <a:cubicBezTo>
                  <a:pt x="6747325" y="5932778"/>
                  <a:pt x="6761959" y="5930465"/>
                  <a:pt x="6772704" y="5925840"/>
                </a:cubicBezTo>
                <a:cubicBezTo>
                  <a:pt x="6783450" y="5921214"/>
                  <a:pt x="6791317" y="5914993"/>
                  <a:pt x="6796308" y="5907178"/>
                </a:cubicBezTo>
                <a:cubicBezTo>
                  <a:pt x="6801298" y="5899363"/>
                  <a:pt x="6803793" y="5891324"/>
                  <a:pt x="6803793" y="5883060"/>
                </a:cubicBezTo>
                <a:cubicBezTo>
                  <a:pt x="6803793" y="5874886"/>
                  <a:pt x="6801433" y="5867385"/>
                  <a:pt x="6796712" y="5860559"/>
                </a:cubicBezTo>
                <a:cubicBezTo>
                  <a:pt x="6791992" y="5853732"/>
                  <a:pt x="6785181" y="5848477"/>
                  <a:pt x="6776279" y="5844794"/>
                </a:cubicBezTo>
                <a:cubicBezTo>
                  <a:pt x="6767377" y="5841111"/>
                  <a:pt x="6753799" y="5838237"/>
                  <a:pt x="6735546" y="5836172"/>
                </a:cubicBezTo>
                <a:cubicBezTo>
                  <a:pt x="6723497" y="5834734"/>
                  <a:pt x="6715675" y="5833118"/>
                  <a:pt x="6712078" y="5831322"/>
                </a:cubicBezTo>
                <a:cubicBezTo>
                  <a:pt x="6708481" y="5829527"/>
                  <a:pt x="6706683" y="5826879"/>
                  <a:pt x="6706683" y="5823377"/>
                </a:cubicBezTo>
                <a:cubicBezTo>
                  <a:pt x="6706683" y="5820234"/>
                  <a:pt x="6708099" y="5817563"/>
                  <a:pt x="6710932" y="5815364"/>
                </a:cubicBezTo>
                <a:cubicBezTo>
                  <a:pt x="6713764" y="5813165"/>
                  <a:pt x="6718282" y="5812065"/>
                  <a:pt x="6724486" y="5812065"/>
                </a:cubicBezTo>
                <a:cubicBezTo>
                  <a:pt x="6730601" y="5812065"/>
                  <a:pt x="6735816" y="5813503"/>
                  <a:pt x="6740132" y="5816381"/>
                </a:cubicBezTo>
                <a:cubicBezTo>
                  <a:pt x="6743279" y="5818539"/>
                  <a:pt x="6745527" y="5821910"/>
                  <a:pt x="6746876" y="5826496"/>
                </a:cubicBezTo>
                <a:lnTo>
                  <a:pt x="6798938" y="5821371"/>
                </a:lnTo>
                <a:cubicBezTo>
                  <a:pt x="6795341" y="5812020"/>
                  <a:pt x="6790823" y="5804602"/>
                  <a:pt x="6785383" y="5799117"/>
                </a:cubicBezTo>
                <a:cubicBezTo>
                  <a:pt x="6779943" y="5793632"/>
                  <a:pt x="6773154" y="5789585"/>
                  <a:pt x="6765017" y="5786978"/>
                </a:cubicBezTo>
                <a:cubicBezTo>
                  <a:pt x="6756879" y="5784370"/>
                  <a:pt x="6744268" y="5783066"/>
                  <a:pt x="6727184" y="5783066"/>
                </a:cubicBezTo>
                <a:close/>
                <a:moveTo>
                  <a:pt x="7368103" y="5731814"/>
                </a:moveTo>
                <a:lnTo>
                  <a:pt x="7368103" y="5769174"/>
                </a:lnTo>
                <a:lnTo>
                  <a:pt x="7422997" y="5769174"/>
                </a:lnTo>
                <a:lnTo>
                  <a:pt x="7422997" y="5731814"/>
                </a:lnTo>
                <a:close/>
                <a:moveTo>
                  <a:pt x="8063805" y="5528189"/>
                </a:moveTo>
                <a:lnTo>
                  <a:pt x="8063805" y="5536956"/>
                </a:lnTo>
                <a:cubicBezTo>
                  <a:pt x="8063805" y="5543790"/>
                  <a:pt x="8062704" y="5549342"/>
                  <a:pt x="8060500" y="5553613"/>
                </a:cubicBezTo>
                <a:cubicBezTo>
                  <a:pt x="8058297" y="5557884"/>
                  <a:pt x="8054566" y="5561503"/>
                  <a:pt x="8049306" y="5564470"/>
                </a:cubicBezTo>
                <a:cubicBezTo>
                  <a:pt x="8044046" y="5567438"/>
                  <a:pt x="8038358" y="5568921"/>
                  <a:pt x="8032244" y="5568921"/>
                </a:cubicBezTo>
                <a:cubicBezTo>
                  <a:pt x="8026399" y="5568921"/>
                  <a:pt x="8021971" y="5567550"/>
                  <a:pt x="8018959" y="5564808"/>
                </a:cubicBezTo>
                <a:cubicBezTo>
                  <a:pt x="8015947" y="5562065"/>
                  <a:pt x="8014440" y="5558536"/>
                  <a:pt x="8014440" y="5554220"/>
                </a:cubicBezTo>
                <a:cubicBezTo>
                  <a:pt x="8014440" y="5550443"/>
                  <a:pt x="8015969" y="5547071"/>
                  <a:pt x="8019026" y="5544104"/>
                </a:cubicBezTo>
                <a:cubicBezTo>
                  <a:pt x="8021993" y="5541227"/>
                  <a:pt x="8029052" y="5538305"/>
                  <a:pt x="8040202" y="5535337"/>
                </a:cubicBezTo>
                <a:cubicBezTo>
                  <a:pt x="8048384" y="5533269"/>
                  <a:pt x="8056252" y="5530886"/>
                  <a:pt x="8063805" y="5528189"/>
                </a:cubicBezTo>
                <a:close/>
                <a:moveTo>
                  <a:pt x="7292280" y="5528189"/>
                </a:moveTo>
                <a:lnTo>
                  <a:pt x="7292280" y="5536956"/>
                </a:lnTo>
                <a:cubicBezTo>
                  <a:pt x="7292280" y="5543790"/>
                  <a:pt x="7291178" y="5549342"/>
                  <a:pt x="7288975" y="5553613"/>
                </a:cubicBezTo>
                <a:cubicBezTo>
                  <a:pt x="7286772" y="5557884"/>
                  <a:pt x="7283041" y="5561503"/>
                  <a:pt x="7277781" y="5564470"/>
                </a:cubicBezTo>
                <a:cubicBezTo>
                  <a:pt x="7272521" y="5567438"/>
                  <a:pt x="7266833" y="5568921"/>
                  <a:pt x="7260719" y="5568921"/>
                </a:cubicBezTo>
                <a:cubicBezTo>
                  <a:pt x="7254874" y="5568921"/>
                  <a:pt x="7250446" y="5567550"/>
                  <a:pt x="7247434" y="5564808"/>
                </a:cubicBezTo>
                <a:cubicBezTo>
                  <a:pt x="7244421" y="5562065"/>
                  <a:pt x="7242915" y="5558536"/>
                  <a:pt x="7242915" y="5554220"/>
                </a:cubicBezTo>
                <a:cubicBezTo>
                  <a:pt x="7242915" y="5550443"/>
                  <a:pt x="7244444" y="5547071"/>
                  <a:pt x="7247501" y="5544104"/>
                </a:cubicBezTo>
                <a:cubicBezTo>
                  <a:pt x="7250468" y="5541227"/>
                  <a:pt x="7257527" y="5538305"/>
                  <a:pt x="7268677" y="5535337"/>
                </a:cubicBezTo>
                <a:cubicBezTo>
                  <a:pt x="7276859" y="5533269"/>
                  <a:pt x="7284727" y="5530886"/>
                  <a:pt x="7292280" y="5528189"/>
                </a:cubicBezTo>
                <a:close/>
                <a:moveTo>
                  <a:pt x="10560820" y="5490694"/>
                </a:moveTo>
                <a:cubicBezTo>
                  <a:pt x="10568103" y="5490694"/>
                  <a:pt x="10574127" y="5493458"/>
                  <a:pt x="10578893" y="5498988"/>
                </a:cubicBezTo>
                <a:cubicBezTo>
                  <a:pt x="10583658" y="5504518"/>
                  <a:pt x="10586042" y="5512903"/>
                  <a:pt x="10586042" y="5524143"/>
                </a:cubicBezTo>
                <a:cubicBezTo>
                  <a:pt x="10586042" y="5536551"/>
                  <a:pt x="10583704" y="5545498"/>
                  <a:pt x="10579028" y="5550983"/>
                </a:cubicBezTo>
                <a:cubicBezTo>
                  <a:pt x="10574352" y="5556468"/>
                  <a:pt x="10568508" y="5559210"/>
                  <a:pt x="10561494" y="5559210"/>
                </a:cubicBezTo>
                <a:cubicBezTo>
                  <a:pt x="10554930" y="5559210"/>
                  <a:pt x="10549422" y="5556490"/>
                  <a:pt x="10544972" y="5551050"/>
                </a:cubicBezTo>
                <a:cubicBezTo>
                  <a:pt x="10540521" y="5545610"/>
                  <a:pt x="10538296" y="5537046"/>
                  <a:pt x="10538296" y="5525357"/>
                </a:cubicBezTo>
                <a:cubicBezTo>
                  <a:pt x="10538296" y="5512858"/>
                  <a:pt x="10540454" y="5503956"/>
                  <a:pt x="10544770" y="5498651"/>
                </a:cubicBezTo>
                <a:cubicBezTo>
                  <a:pt x="10549086" y="5493346"/>
                  <a:pt x="10554436" y="5490694"/>
                  <a:pt x="10560820" y="5490694"/>
                </a:cubicBezTo>
                <a:close/>
                <a:moveTo>
                  <a:pt x="8417694" y="5490694"/>
                </a:moveTo>
                <a:cubicBezTo>
                  <a:pt x="8424978" y="5490694"/>
                  <a:pt x="8431002" y="5493458"/>
                  <a:pt x="8435768" y="5498988"/>
                </a:cubicBezTo>
                <a:cubicBezTo>
                  <a:pt x="8440534" y="5504518"/>
                  <a:pt x="8442916" y="5512903"/>
                  <a:pt x="8442916" y="5524143"/>
                </a:cubicBezTo>
                <a:cubicBezTo>
                  <a:pt x="8442916" y="5536551"/>
                  <a:pt x="8440578" y="5545498"/>
                  <a:pt x="8435903" y="5550983"/>
                </a:cubicBezTo>
                <a:cubicBezTo>
                  <a:pt x="8431227" y="5556468"/>
                  <a:pt x="8425382" y="5559210"/>
                  <a:pt x="8418369" y="5559210"/>
                </a:cubicBezTo>
                <a:cubicBezTo>
                  <a:pt x="8411805" y="5559210"/>
                  <a:pt x="8406298" y="5556490"/>
                  <a:pt x="8401847" y="5551050"/>
                </a:cubicBezTo>
                <a:cubicBezTo>
                  <a:pt x="8397396" y="5545610"/>
                  <a:pt x="8395170" y="5537046"/>
                  <a:pt x="8395170" y="5525357"/>
                </a:cubicBezTo>
                <a:cubicBezTo>
                  <a:pt x="8395170" y="5512858"/>
                  <a:pt x="8397328" y="5503956"/>
                  <a:pt x="8401644" y="5498651"/>
                </a:cubicBezTo>
                <a:cubicBezTo>
                  <a:pt x="8405960" y="5493346"/>
                  <a:pt x="8411310" y="5490694"/>
                  <a:pt x="8417694" y="5490694"/>
                </a:cubicBezTo>
                <a:close/>
                <a:moveTo>
                  <a:pt x="7465785" y="5490694"/>
                </a:moveTo>
                <a:cubicBezTo>
                  <a:pt x="7471990" y="5490694"/>
                  <a:pt x="7477272" y="5493346"/>
                  <a:pt x="7481633" y="5498651"/>
                </a:cubicBezTo>
                <a:cubicBezTo>
                  <a:pt x="7485994" y="5503956"/>
                  <a:pt x="7488175" y="5512274"/>
                  <a:pt x="7488175" y="5523603"/>
                </a:cubicBezTo>
                <a:cubicBezTo>
                  <a:pt x="7488175" y="5536461"/>
                  <a:pt x="7485949" y="5545610"/>
                  <a:pt x="7481498" y="5551050"/>
                </a:cubicBezTo>
                <a:cubicBezTo>
                  <a:pt x="7477048" y="5556490"/>
                  <a:pt x="7471540" y="5559210"/>
                  <a:pt x="7464976" y="5559210"/>
                </a:cubicBezTo>
                <a:cubicBezTo>
                  <a:pt x="7457873" y="5559210"/>
                  <a:pt x="7452006" y="5556445"/>
                  <a:pt x="7447375" y="5550915"/>
                </a:cubicBezTo>
                <a:cubicBezTo>
                  <a:pt x="7442744" y="5545386"/>
                  <a:pt x="7440429" y="5536461"/>
                  <a:pt x="7440429" y="5524143"/>
                </a:cubicBezTo>
                <a:cubicBezTo>
                  <a:pt x="7440429" y="5512903"/>
                  <a:pt x="7442789" y="5504518"/>
                  <a:pt x="7447510" y="5498988"/>
                </a:cubicBezTo>
                <a:cubicBezTo>
                  <a:pt x="7452230" y="5493458"/>
                  <a:pt x="7458322" y="5490694"/>
                  <a:pt x="7465785" y="5490694"/>
                </a:cubicBezTo>
                <a:close/>
                <a:moveTo>
                  <a:pt x="10185215" y="5487456"/>
                </a:moveTo>
                <a:cubicBezTo>
                  <a:pt x="10192768" y="5487456"/>
                  <a:pt x="10199107" y="5490491"/>
                  <a:pt x="10204232" y="5496561"/>
                </a:cubicBezTo>
                <a:cubicBezTo>
                  <a:pt x="10209357" y="5502630"/>
                  <a:pt x="10211920" y="5511869"/>
                  <a:pt x="10211920" y="5524277"/>
                </a:cubicBezTo>
                <a:cubicBezTo>
                  <a:pt x="10211920" y="5537585"/>
                  <a:pt x="10209380" y="5547251"/>
                  <a:pt x="10204300" y="5553276"/>
                </a:cubicBezTo>
                <a:cubicBezTo>
                  <a:pt x="10199219" y="5559300"/>
                  <a:pt x="10192722" y="5562312"/>
                  <a:pt x="10184810" y="5562312"/>
                </a:cubicBezTo>
                <a:cubicBezTo>
                  <a:pt x="10176987" y="5562312"/>
                  <a:pt x="10170491" y="5559255"/>
                  <a:pt x="10165320" y="5553141"/>
                </a:cubicBezTo>
                <a:cubicBezTo>
                  <a:pt x="10160150" y="5547027"/>
                  <a:pt x="10157565" y="5537585"/>
                  <a:pt x="10157565" y="5524817"/>
                </a:cubicBezTo>
                <a:cubicBezTo>
                  <a:pt x="10157565" y="5512229"/>
                  <a:pt x="10160173" y="5502855"/>
                  <a:pt x="10165388" y="5496695"/>
                </a:cubicBezTo>
                <a:cubicBezTo>
                  <a:pt x="10170603" y="5490536"/>
                  <a:pt x="10177212" y="5487456"/>
                  <a:pt x="10185215" y="5487456"/>
                </a:cubicBezTo>
                <a:close/>
                <a:moveTo>
                  <a:pt x="9604594" y="5482196"/>
                </a:moveTo>
                <a:cubicBezTo>
                  <a:pt x="9612147" y="5482196"/>
                  <a:pt x="9618239" y="5484489"/>
                  <a:pt x="9622870" y="5489075"/>
                </a:cubicBezTo>
                <a:cubicBezTo>
                  <a:pt x="9627500" y="5493661"/>
                  <a:pt x="9630356" y="5501259"/>
                  <a:pt x="9631434" y="5511869"/>
                </a:cubicBezTo>
                <a:lnTo>
                  <a:pt x="9577350" y="5511869"/>
                </a:lnTo>
                <a:cubicBezTo>
                  <a:pt x="9578248" y="5503327"/>
                  <a:pt x="9580362" y="5496898"/>
                  <a:pt x="9583688" y="5492582"/>
                </a:cubicBezTo>
                <a:cubicBezTo>
                  <a:pt x="9588904" y="5485658"/>
                  <a:pt x="9595872" y="5482196"/>
                  <a:pt x="9604594" y="5482196"/>
                </a:cubicBezTo>
                <a:close/>
                <a:moveTo>
                  <a:pt x="8899744" y="5482196"/>
                </a:moveTo>
                <a:cubicBezTo>
                  <a:pt x="8907297" y="5482196"/>
                  <a:pt x="8913389" y="5484489"/>
                  <a:pt x="8918020" y="5489075"/>
                </a:cubicBezTo>
                <a:cubicBezTo>
                  <a:pt x="8922651" y="5493661"/>
                  <a:pt x="8925506" y="5501259"/>
                  <a:pt x="8926584" y="5511869"/>
                </a:cubicBezTo>
                <a:lnTo>
                  <a:pt x="8872500" y="5511869"/>
                </a:lnTo>
                <a:cubicBezTo>
                  <a:pt x="8873398" y="5503327"/>
                  <a:pt x="8875512" y="5496898"/>
                  <a:pt x="8878838" y="5492582"/>
                </a:cubicBezTo>
                <a:cubicBezTo>
                  <a:pt x="8884054" y="5485658"/>
                  <a:pt x="8891022" y="5482196"/>
                  <a:pt x="8899744" y="5482196"/>
                </a:cubicBezTo>
                <a:close/>
                <a:moveTo>
                  <a:pt x="7756744" y="5482196"/>
                </a:moveTo>
                <a:cubicBezTo>
                  <a:pt x="7764297" y="5482196"/>
                  <a:pt x="7770389" y="5484489"/>
                  <a:pt x="7775020" y="5489075"/>
                </a:cubicBezTo>
                <a:cubicBezTo>
                  <a:pt x="7779651" y="5493661"/>
                  <a:pt x="7782506" y="5501259"/>
                  <a:pt x="7783585" y="5511869"/>
                </a:cubicBezTo>
                <a:lnTo>
                  <a:pt x="7729500" y="5511869"/>
                </a:lnTo>
                <a:cubicBezTo>
                  <a:pt x="7730399" y="5503327"/>
                  <a:pt x="7732512" y="5496898"/>
                  <a:pt x="7735839" y="5492582"/>
                </a:cubicBezTo>
                <a:cubicBezTo>
                  <a:pt x="7741054" y="5485658"/>
                  <a:pt x="7748023" y="5482196"/>
                  <a:pt x="7756744" y="5482196"/>
                </a:cubicBezTo>
                <a:close/>
                <a:moveTo>
                  <a:pt x="6870919" y="5482196"/>
                </a:moveTo>
                <a:cubicBezTo>
                  <a:pt x="6878473" y="5482196"/>
                  <a:pt x="6884564" y="5484489"/>
                  <a:pt x="6889195" y="5489075"/>
                </a:cubicBezTo>
                <a:cubicBezTo>
                  <a:pt x="6893826" y="5493661"/>
                  <a:pt x="6896681" y="5501259"/>
                  <a:pt x="6897760" y="5511869"/>
                </a:cubicBezTo>
                <a:lnTo>
                  <a:pt x="6843675" y="5511869"/>
                </a:lnTo>
                <a:cubicBezTo>
                  <a:pt x="6844574" y="5503327"/>
                  <a:pt x="6846687" y="5496898"/>
                  <a:pt x="6850014" y="5492582"/>
                </a:cubicBezTo>
                <a:cubicBezTo>
                  <a:pt x="6855229" y="5485658"/>
                  <a:pt x="6862198" y="5482196"/>
                  <a:pt x="6870919" y="5482196"/>
                </a:cubicBezTo>
                <a:close/>
                <a:moveTo>
                  <a:pt x="10299240" y="5452928"/>
                </a:moveTo>
                <a:lnTo>
                  <a:pt x="10299240" y="5544104"/>
                </a:lnTo>
                <a:cubicBezTo>
                  <a:pt x="10299240" y="5562897"/>
                  <a:pt x="10303534" y="5576812"/>
                  <a:pt x="10312121" y="5585848"/>
                </a:cubicBezTo>
                <a:cubicBezTo>
                  <a:pt x="10320708" y="5594885"/>
                  <a:pt x="10332554" y="5599403"/>
                  <a:pt x="10347660" y="5599403"/>
                </a:cubicBezTo>
                <a:cubicBezTo>
                  <a:pt x="10358990" y="5599403"/>
                  <a:pt x="10368544" y="5597380"/>
                  <a:pt x="10376322" y="5593334"/>
                </a:cubicBezTo>
                <a:cubicBezTo>
                  <a:pt x="10384100" y="5589287"/>
                  <a:pt x="10391810" y="5582499"/>
                  <a:pt x="10399452" y="5572968"/>
                </a:cubicBezTo>
                <a:lnTo>
                  <a:pt x="10399452" y="5596166"/>
                </a:lnTo>
                <a:lnTo>
                  <a:pt x="10450706" y="5596166"/>
                </a:lnTo>
                <a:lnTo>
                  <a:pt x="10450706" y="5452928"/>
                </a:lnTo>
                <a:lnTo>
                  <a:pt x="10395811" y="5452928"/>
                </a:lnTo>
                <a:lnTo>
                  <a:pt x="10395811" y="5521850"/>
                </a:lnTo>
                <a:cubicBezTo>
                  <a:pt x="10395811" y="5534888"/>
                  <a:pt x="10393720" y="5543925"/>
                  <a:pt x="10389540" y="5548960"/>
                </a:cubicBezTo>
                <a:cubicBezTo>
                  <a:pt x="10385358" y="5553995"/>
                  <a:pt x="10379986" y="5556513"/>
                  <a:pt x="10373422" y="5556513"/>
                </a:cubicBezTo>
                <a:cubicBezTo>
                  <a:pt x="10367398" y="5556513"/>
                  <a:pt x="10362722" y="5554624"/>
                  <a:pt x="10359394" y="5550848"/>
                </a:cubicBezTo>
                <a:cubicBezTo>
                  <a:pt x="10356068" y="5547071"/>
                  <a:pt x="10354404" y="5540688"/>
                  <a:pt x="10354404" y="5531696"/>
                </a:cubicBezTo>
                <a:lnTo>
                  <a:pt x="10354404" y="5452928"/>
                </a:lnTo>
                <a:close/>
                <a:moveTo>
                  <a:pt x="9203865" y="5452928"/>
                </a:moveTo>
                <a:lnTo>
                  <a:pt x="9203865" y="5544104"/>
                </a:lnTo>
                <a:cubicBezTo>
                  <a:pt x="9203865" y="5562897"/>
                  <a:pt x="9208159" y="5576812"/>
                  <a:pt x="9216746" y="5585848"/>
                </a:cubicBezTo>
                <a:cubicBezTo>
                  <a:pt x="9225333" y="5594885"/>
                  <a:pt x="9237180" y="5599403"/>
                  <a:pt x="9252286" y="5599403"/>
                </a:cubicBezTo>
                <a:cubicBezTo>
                  <a:pt x="9263615" y="5599403"/>
                  <a:pt x="9273169" y="5597380"/>
                  <a:pt x="9280946" y="5593334"/>
                </a:cubicBezTo>
                <a:cubicBezTo>
                  <a:pt x="9288724" y="5589287"/>
                  <a:pt x="9296435" y="5582499"/>
                  <a:pt x="9304078" y="5572968"/>
                </a:cubicBezTo>
                <a:lnTo>
                  <a:pt x="9304078" y="5596166"/>
                </a:lnTo>
                <a:lnTo>
                  <a:pt x="9355330" y="5596166"/>
                </a:lnTo>
                <a:lnTo>
                  <a:pt x="9355330" y="5452928"/>
                </a:lnTo>
                <a:lnTo>
                  <a:pt x="9300436" y="5452928"/>
                </a:lnTo>
                <a:lnTo>
                  <a:pt x="9300436" y="5521850"/>
                </a:lnTo>
                <a:cubicBezTo>
                  <a:pt x="9300436" y="5534888"/>
                  <a:pt x="9298346" y="5543925"/>
                  <a:pt x="9294164" y="5548960"/>
                </a:cubicBezTo>
                <a:cubicBezTo>
                  <a:pt x="9289983" y="5553995"/>
                  <a:pt x="9284610" y="5556513"/>
                  <a:pt x="9278047" y="5556513"/>
                </a:cubicBezTo>
                <a:cubicBezTo>
                  <a:pt x="9272022" y="5556513"/>
                  <a:pt x="9267346" y="5554624"/>
                  <a:pt x="9264020" y="5550848"/>
                </a:cubicBezTo>
                <a:cubicBezTo>
                  <a:pt x="9260692" y="5547071"/>
                  <a:pt x="9259029" y="5540688"/>
                  <a:pt x="9259029" y="5531696"/>
                </a:cubicBezTo>
                <a:lnTo>
                  <a:pt x="9259029" y="5452928"/>
                </a:lnTo>
                <a:close/>
                <a:moveTo>
                  <a:pt x="7091878" y="5452928"/>
                </a:moveTo>
                <a:lnTo>
                  <a:pt x="7091878" y="5596166"/>
                </a:lnTo>
                <a:lnTo>
                  <a:pt x="7146772" y="5596166"/>
                </a:lnTo>
                <a:lnTo>
                  <a:pt x="7146772" y="5452928"/>
                </a:lnTo>
                <a:close/>
                <a:moveTo>
                  <a:pt x="10184406" y="5449691"/>
                </a:moveTo>
                <a:cubicBezTo>
                  <a:pt x="10159318" y="5449691"/>
                  <a:pt x="10139402" y="5456772"/>
                  <a:pt x="10124656" y="5470934"/>
                </a:cubicBezTo>
                <a:cubicBezTo>
                  <a:pt x="10109909" y="5485096"/>
                  <a:pt x="10102536" y="5503102"/>
                  <a:pt x="10102536" y="5524952"/>
                </a:cubicBezTo>
                <a:cubicBezTo>
                  <a:pt x="10102536" y="5548420"/>
                  <a:pt x="10111258" y="5567393"/>
                  <a:pt x="10128702" y="5581869"/>
                </a:cubicBezTo>
                <a:cubicBezTo>
                  <a:pt x="10142909" y="5593559"/>
                  <a:pt x="10161522" y="5599403"/>
                  <a:pt x="10184540" y="5599403"/>
                </a:cubicBezTo>
                <a:cubicBezTo>
                  <a:pt x="10210346" y="5599403"/>
                  <a:pt x="10230555" y="5592367"/>
                  <a:pt x="10245167" y="5578295"/>
                </a:cubicBezTo>
                <a:cubicBezTo>
                  <a:pt x="10259778" y="5564223"/>
                  <a:pt x="10267084" y="5546172"/>
                  <a:pt x="10267084" y="5524143"/>
                </a:cubicBezTo>
                <a:cubicBezTo>
                  <a:pt x="10267084" y="5504541"/>
                  <a:pt x="10261194" y="5488041"/>
                  <a:pt x="10249416" y="5474643"/>
                </a:cubicBezTo>
                <a:cubicBezTo>
                  <a:pt x="10234759" y="5458009"/>
                  <a:pt x="10213089" y="5449691"/>
                  <a:pt x="10184406" y="5449691"/>
                </a:cubicBezTo>
                <a:close/>
                <a:moveTo>
                  <a:pt x="9900409" y="5449691"/>
                </a:moveTo>
                <a:cubicBezTo>
                  <a:pt x="9883684" y="5449691"/>
                  <a:pt x="9869972" y="5451892"/>
                  <a:pt x="9859272" y="5456294"/>
                </a:cubicBezTo>
                <a:cubicBezTo>
                  <a:pt x="9852528" y="5459079"/>
                  <a:pt x="9845964" y="5463323"/>
                  <a:pt x="9839580" y="5469028"/>
                </a:cubicBezTo>
                <a:cubicBezTo>
                  <a:pt x="9833196" y="5474733"/>
                  <a:pt x="9828160" y="5481179"/>
                  <a:pt x="9824474" y="5488365"/>
                </a:cubicBezTo>
                <a:cubicBezTo>
                  <a:pt x="9819439" y="5498157"/>
                  <a:pt x="9816921" y="5510420"/>
                  <a:pt x="9816921" y="5525154"/>
                </a:cubicBezTo>
                <a:cubicBezTo>
                  <a:pt x="9816921" y="5539259"/>
                  <a:pt x="9818989" y="5550578"/>
                  <a:pt x="9823125" y="5559112"/>
                </a:cubicBezTo>
                <a:cubicBezTo>
                  <a:pt x="9827262" y="5567647"/>
                  <a:pt x="9832971" y="5575081"/>
                  <a:pt x="9840254" y="5581414"/>
                </a:cubicBezTo>
                <a:cubicBezTo>
                  <a:pt x="9847538" y="5587748"/>
                  <a:pt x="9856237" y="5592329"/>
                  <a:pt x="9866353" y="5595159"/>
                </a:cubicBezTo>
                <a:cubicBezTo>
                  <a:pt x="9876468" y="5597988"/>
                  <a:pt x="9889124" y="5599403"/>
                  <a:pt x="9904320" y="5599403"/>
                </a:cubicBezTo>
                <a:cubicBezTo>
                  <a:pt x="9920056" y="5599403"/>
                  <a:pt x="9933026" y="5597200"/>
                  <a:pt x="9943232" y="5592794"/>
                </a:cubicBezTo>
                <a:cubicBezTo>
                  <a:pt x="9953438" y="5588388"/>
                  <a:pt x="9961822" y="5582207"/>
                  <a:pt x="9968386" y="5574249"/>
                </a:cubicBezTo>
                <a:cubicBezTo>
                  <a:pt x="9974950" y="5566291"/>
                  <a:pt x="9979671" y="5556873"/>
                  <a:pt x="9982548" y="5545992"/>
                </a:cubicBezTo>
                <a:lnTo>
                  <a:pt x="9930351" y="5540058"/>
                </a:lnTo>
                <a:cubicBezTo>
                  <a:pt x="9927923" y="5547701"/>
                  <a:pt x="9924259" y="5553366"/>
                  <a:pt x="9919359" y="5557052"/>
                </a:cubicBezTo>
                <a:cubicBezTo>
                  <a:pt x="9914458" y="5560739"/>
                  <a:pt x="9908412" y="5562582"/>
                  <a:pt x="9901218" y="5562582"/>
                </a:cubicBezTo>
                <a:cubicBezTo>
                  <a:pt x="9892586" y="5562582"/>
                  <a:pt x="9885483" y="5559531"/>
                  <a:pt x="9879908" y="5553427"/>
                </a:cubicBezTo>
                <a:cubicBezTo>
                  <a:pt x="9874333" y="5547324"/>
                  <a:pt x="9871546" y="5538394"/>
                  <a:pt x="9871546" y="5526636"/>
                </a:cubicBezTo>
                <a:cubicBezTo>
                  <a:pt x="9871546" y="5513440"/>
                  <a:pt x="9874356" y="5503589"/>
                  <a:pt x="9879975" y="5497082"/>
                </a:cubicBezTo>
                <a:cubicBezTo>
                  <a:pt x="9885595" y="5490575"/>
                  <a:pt x="9892946" y="5487322"/>
                  <a:pt x="9902027" y="5487322"/>
                </a:cubicBezTo>
                <a:cubicBezTo>
                  <a:pt x="9909221" y="5487322"/>
                  <a:pt x="9914953" y="5488873"/>
                  <a:pt x="9919224" y="5491975"/>
                </a:cubicBezTo>
                <a:cubicBezTo>
                  <a:pt x="9923495" y="5495077"/>
                  <a:pt x="9926440" y="5499685"/>
                  <a:pt x="9928058" y="5505800"/>
                </a:cubicBezTo>
                <a:lnTo>
                  <a:pt x="9979716" y="5498921"/>
                </a:lnTo>
                <a:cubicBezTo>
                  <a:pt x="9974770" y="5482826"/>
                  <a:pt x="9966160" y="5470597"/>
                  <a:pt x="9953887" y="5462235"/>
                </a:cubicBezTo>
                <a:cubicBezTo>
                  <a:pt x="9941613" y="5453872"/>
                  <a:pt x="9923787" y="5449691"/>
                  <a:pt x="9900409" y="5449691"/>
                </a:cubicBezTo>
                <a:close/>
                <a:moveTo>
                  <a:pt x="9602302" y="5449691"/>
                </a:moveTo>
                <a:cubicBezTo>
                  <a:pt x="9577034" y="5449691"/>
                  <a:pt x="9557230" y="5456615"/>
                  <a:pt x="9542889" y="5470462"/>
                </a:cubicBezTo>
                <a:cubicBezTo>
                  <a:pt x="9528547" y="5484310"/>
                  <a:pt x="9521376" y="5502428"/>
                  <a:pt x="9521376" y="5524817"/>
                </a:cubicBezTo>
                <a:cubicBezTo>
                  <a:pt x="9521376" y="5540553"/>
                  <a:pt x="9524950" y="5554243"/>
                  <a:pt x="9532099" y="5565887"/>
                </a:cubicBezTo>
                <a:cubicBezTo>
                  <a:pt x="9539247" y="5577531"/>
                  <a:pt x="9548261" y="5586028"/>
                  <a:pt x="9559141" y="5591378"/>
                </a:cubicBezTo>
                <a:cubicBezTo>
                  <a:pt x="9570021" y="5596728"/>
                  <a:pt x="9584947" y="5599403"/>
                  <a:pt x="9603920" y="5599403"/>
                </a:cubicBezTo>
                <a:cubicBezTo>
                  <a:pt x="9625770" y="5599403"/>
                  <a:pt x="9642539" y="5596279"/>
                  <a:pt x="9654228" y="5590029"/>
                </a:cubicBezTo>
                <a:cubicBezTo>
                  <a:pt x="9665918" y="5583780"/>
                  <a:pt x="9675898" y="5573462"/>
                  <a:pt x="9684171" y="5559075"/>
                </a:cubicBezTo>
                <a:lnTo>
                  <a:pt x="9630086" y="5554085"/>
                </a:lnTo>
                <a:cubicBezTo>
                  <a:pt x="9626669" y="5558401"/>
                  <a:pt x="9623477" y="5561413"/>
                  <a:pt x="9620510" y="5563122"/>
                </a:cubicBezTo>
                <a:cubicBezTo>
                  <a:pt x="9615654" y="5565819"/>
                  <a:pt x="9610529" y="5567168"/>
                  <a:pt x="9605134" y="5567168"/>
                </a:cubicBezTo>
                <a:cubicBezTo>
                  <a:pt x="9596592" y="5567168"/>
                  <a:pt x="9589668" y="5564066"/>
                  <a:pt x="9584363" y="5557861"/>
                </a:cubicBezTo>
                <a:cubicBezTo>
                  <a:pt x="9580586" y="5553545"/>
                  <a:pt x="9578204" y="5546982"/>
                  <a:pt x="9577214" y="5538170"/>
                </a:cubicBezTo>
                <a:lnTo>
                  <a:pt x="9687273" y="5538170"/>
                </a:lnTo>
                <a:lnTo>
                  <a:pt x="9687273" y="5531965"/>
                </a:lnTo>
                <a:cubicBezTo>
                  <a:pt x="9687273" y="5513083"/>
                  <a:pt x="9684171" y="5497752"/>
                  <a:pt x="9677966" y="5485973"/>
                </a:cubicBezTo>
                <a:cubicBezTo>
                  <a:pt x="9671762" y="5474194"/>
                  <a:pt x="9662726" y="5465202"/>
                  <a:pt x="9650856" y="5458998"/>
                </a:cubicBezTo>
                <a:cubicBezTo>
                  <a:pt x="9638988" y="5452793"/>
                  <a:pt x="9622802" y="5449691"/>
                  <a:pt x="9602302" y="5449691"/>
                </a:cubicBezTo>
                <a:close/>
                <a:moveTo>
                  <a:pt x="9481630" y="5449691"/>
                </a:moveTo>
                <a:cubicBezTo>
                  <a:pt x="9473897" y="5449691"/>
                  <a:pt x="9467400" y="5451602"/>
                  <a:pt x="9462140" y="5455423"/>
                </a:cubicBezTo>
                <a:cubicBezTo>
                  <a:pt x="9456880" y="5459245"/>
                  <a:pt x="9451777" y="5466236"/>
                  <a:pt x="9446832" y="5476397"/>
                </a:cubicBezTo>
                <a:lnTo>
                  <a:pt x="9446832" y="5452928"/>
                </a:lnTo>
                <a:lnTo>
                  <a:pt x="9395444" y="5452928"/>
                </a:lnTo>
                <a:lnTo>
                  <a:pt x="9395444" y="5596166"/>
                </a:lnTo>
                <a:lnTo>
                  <a:pt x="9450608" y="5596166"/>
                </a:lnTo>
                <a:lnTo>
                  <a:pt x="9450608" y="5548150"/>
                </a:lnTo>
                <a:cubicBezTo>
                  <a:pt x="9450608" y="5525222"/>
                  <a:pt x="9453441" y="5509576"/>
                  <a:pt x="9459106" y="5501214"/>
                </a:cubicBezTo>
                <a:cubicBezTo>
                  <a:pt x="9463062" y="5495279"/>
                  <a:pt x="9468636" y="5492312"/>
                  <a:pt x="9475830" y="5492312"/>
                </a:cubicBezTo>
                <a:cubicBezTo>
                  <a:pt x="9479606" y="5492312"/>
                  <a:pt x="9484732" y="5493661"/>
                  <a:pt x="9491206" y="5496358"/>
                </a:cubicBezTo>
                <a:lnTo>
                  <a:pt x="9508200" y="5457244"/>
                </a:lnTo>
                <a:cubicBezTo>
                  <a:pt x="9498579" y="5452209"/>
                  <a:pt x="9489722" y="5449691"/>
                  <a:pt x="9481630" y="5449691"/>
                </a:cubicBezTo>
                <a:close/>
                <a:moveTo>
                  <a:pt x="9090784" y="5449691"/>
                </a:moveTo>
                <a:cubicBezTo>
                  <a:pt x="9074059" y="5449691"/>
                  <a:pt x="9060347" y="5451892"/>
                  <a:pt x="9049647" y="5456294"/>
                </a:cubicBezTo>
                <a:cubicBezTo>
                  <a:pt x="9042903" y="5459079"/>
                  <a:pt x="9036339" y="5463323"/>
                  <a:pt x="9029955" y="5469028"/>
                </a:cubicBezTo>
                <a:cubicBezTo>
                  <a:pt x="9023571" y="5474733"/>
                  <a:pt x="9018536" y="5481179"/>
                  <a:pt x="9014849" y="5488365"/>
                </a:cubicBezTo>
                <a:cubicBezTo>
                  <a:pt x="9009814" y="5498157"/>
                  <a:pt x="9007296" y="5510420"/>
                  <a:pt x="9007296" y="5525154"/>
                </a:cubicBezTo>
                <a:cubicBezTo>
                  <a:pt x="9007296" y="5539259"/>
                  <a:pt x="9009364" y="5550578"/>
                  <a:pt x="9013500" y="5559112"/>
                </a:cubicBezTo>
                <a:cubicBezTo>
                  <a:pt x="9017636" y="5567647"/>
                  <a:pt x="9023346" y="5575081"/>
                  <a:pt x="9030629" y="5581414"/>
                </a:cubicBezTo>
                <a:cubicBezTo>
                  <a:pt x="9037912" y="5587748"/>
                  <a:pt x="9046612" y="5592329"/>
                  <a:pt x="9056728" y="5595159"/>
                </a:cubicBezTo>
                <a:cubicBezTo>
                  <a:pt x="9066843" y="5597988"/>
                  <a:pt x="9079499" y="5599403"/>
                  <a:pt x="9094695" y="5599403"/>
                </a:cubicBezTo>
                <a:cubicBezTo>
                  <a:pt x="9110430" y="5599403"/>
                  <a:pt x="9123401" y="5597200"/>
                  <a:pt x="9133607" y="5592794"/>
                </a:cubicBezTo>
                <a:cubicBezTo>
                  <a:pt x="9143812" y="5588388"/>
                  <a:pt x="9152197" y="5582207"/>
                  <a:pt x="9158761" y="5574249"/>
                </a:cubicBezTo>
                <a:cubicBezTo>
                  <a:pt x="9165325" y="5566291"/>
                  <a:pt x="9170046" y="5556873"/>
                  <a:pt x="9172923" y="5545992"/>
                </a:cubicBezTo>
                <a:lnTo>
                  <a:pt x="9120726" y="5540058"/>
                </a:lnTo>
                <a:cubicBezTo>
                  <a:pt x="9118298" y="5547701"/>
                  <a:pt x="9114634" y="5553366"/>
                  <a:pt x="9109734" y="5557052"/>
                </a:cubicBezTo>
                <a:cubicBezTo>
                  <a:pt x="9104833" y="5560739"/>
                  <a:pt x="9098786" y="5562582"/>
                  <a:pt x="9091593" y="5562582"/>
                </a:cubicBezTo>
                <a:cubicBezTo>
                  <a:pt x="9082961" y="5562582"/>
                  <a:pt x="9075858" y="5559531"/>
                  <a:pt x="9070283" y="5553427"/>
                </a:cubicBezTo>
                <a:cubicBezTo>
                  <a:pt x="9064708" y="5547324"/>
                  <a:pt x="9061920" y="5538394"/>
                  <a:pt x="9061920" y="5526636"/>
                </a:cubicBezTo>
                <a:cubicBezTo>
                  <a:pt x="9061920" y="5513440"/>
                  <a:pt x="9064730" y="5503589"/>
                  <a:pt x="9070350" y="5497082"/>
                </a:cubicBezTo>
                <a:cubicBezTo>
                  <a:pt x="9075970" y="5490575"/>
                  <a:pt x="9083320" y="5487322"/>
                  <a:pt x="9092402" y="5487322"/>
                </a:cubicBezTo>
                <a:cubicBezTo>
                  <a:pt x="9099596" y="5487322"/>
                  <a:pt x="9105328" y="5488873"/>
                  <a:pt x="9109599" y="5491975"/>
                </a:cubicBezTo>
                <a:cubicBezTo>
                  <a:pt x="9113870" y="5495077"/>
                  <a:pt x="9116815" y="5499685"/>
                  <a:pt x="9118433" y="5505800"/>
                </a:cubicBezTo>
                <a:lnTo>
                  <a:pt x="9170090" y="5498921"/>
                </a:lnTo>
                <a:cubicBezTo>
                  <a:pt x="9165145" y="5482826"/>
                  <a:pt x="9156536" y="5470597"/>
                  <a:pt x="9144262" y="5462235"/>
                </a:cubicBezTo>
                <a:cubicBezTo>
                  <a:pt x="9131988" y="5453872"/>
                  <a:pt x="9114162" y="5449691"/>
                  <a:pt x="9090784" y="5449691"/>
                </a:cubicBezTo>
                <a:close/>
                <a:moveTo>
                  <a:pt x="8897452" y="5449691"/>
                </a:moveTo>
                <a:cubicBezTo>
                  <a:pt x="8872184" y="5449691"/>
                  <a:pt x="8852380" y="5456615"/>
                  <a:pt x="8838039" y="5470462"/>
                </a:cubicBezTo>
                <a:cubicBezTo>
                  <a:pt x="8823697" y="5484310"/>
                  <a:pt x="8816526" y="5502428"/>
                  <a:pt x="8816526" y="5524817"/>
                </a:cubicBezTo>
                <a:cubicBezTo>
                  <a:pt x="8816526" y="5540553"/>
                  <a:pt x="8820100" y="5554243"/>
                  <a:pt x="8827249" y="5565887"/>
                </a:cubicBezTo>
                <a:cubicBezTo>
                  <a:pt x="8834397" y="5577531"/>
                  <a:pt x="8843411" y="5586028"/>
                  <a:pt x="8854291" y="5591378"/>
                </a:cubicBezTo>
                <a:cubicBezTo>
                  <a:pt x="8865171" y="5596728"/>
                  <a:pt x="8880098" y="5599403"/>
                  <a:pt x="8899070" y="5599403"/>
                </a:cubicBezTo>
                <a:cubicBezTo>
                  <a:pt x="8920920" y="5599403"/>
                  <a:pt x="8937689" y="5596279"/>
                  <a:pt x="8949378" y="5590029"/>
                </a:cubicBezTo>
                <a:cubicBezTo>
                  <a:pt x="8961068" y="5583780"/>
                  <a:pt x="8971048" y="5573462"/>
                  <a:pt x="8979321" y="5559075"/>
                </a:cubicBezTo>
                <a:lnTo>
                  <a:pt x="8925236" y="5554085"/>
                </a:lnTo>
                <a:cubicBezTo>
                  <a:pt x="8921819" y="5558401"/>
                  <a:pt x="8918627" y="5561413"/>
                  <a:pt x="8915660" y="5563122"/>
                </a:cubicBezTo>
                <a:cubicBezTo>
                  <a:pt x="8910804" y="5565819"/>
                  <a:pt x="8905679" y="5567168"/>
                  <a:pt x="8900284" y="5567168"/>
                </a:cubicBezTo>
                <a:cubicBezTo>
                  <a:pt x="8891742" y="5567168"/>
                  <a:pt x="8884818" y="5564066"/>
                  <a:pt x="8879513" y="5557861"/>
                </a:cubicBezTo>
                <a:cubicBezTo>
                  <a:pt x="8875736" y="5553545"/>
                  <a:pt x="8873354" y="5546982"/>
                  <a:pt x="8872364" y="5538170"/>
                </a:cubicBezTo>
                <a:lnTo>
                  <a:pt x="8982423" y="5538170"/>
                </a:lnTo>
                <a:lnTo>
                  <a:pt x="8982423" y="5531965"/>
                </a:lnTo>
                <a:cubicBezTo>
                  <a:pt x="8982423" y="5513083"/>
                  <a:pt x="8979321" y="5497752"/>
                  <a:pt x="8973116" y="5485973"/>
                </a:cubicBezTo>
                <a:cubicBezTo>
                  <a:pt x="8966912" y="5474194"/>
                  <a:pt x="8957876" y="5465202"/>
                  <a:pt x="8946006" y="5458998"/>
                </a:cubicBezTo>
                <a:cubicBezTo>
                  <a:pt x="8934138" y="5452793"/>
                  <a:pt x="8917952" y="5449691"/>
                  <a:pt x="8897452" y="5449691"/>
                </a:cubicBezTo>
                <a:close/>
                <a:moveTo>
                  <a:pt x="8708384" y="5449691"/>
                </a:moveTo>
                <a:cubicBezTo>
                  <a:pt x="8692199" y="5449691"/>
                  <a:pt x="8679296" y="5451375"/>
                  <a:pt x="8669674" y="5454744"/>
                </a:cubicBezTo>
                <a:cubicBezTo>
                  <a:pt x="8660054" y="5458112"/>
                  <a:pt x="8652500" y="5463210"/>
                  <a:pt x="8647016" y="5470037"/>
                </a:cubicBezTo>
                <a:cubicBezTo>
                  <a:pt x="8641530" y="5476863"/>
                  <a:pt x="8638788" y="5484993"/>
                  <a:pt x="8638788" y="5494426"/>
                </a:cubicBezTo>
                <a:cubicBezTo>
                  <a:pt x="8638788" y="5503049"/>
                  <a:pt x="8641328" y="5510730"/>
                  <a:pt x="8646408" y="5517466"/>
                </a:cubicBezTo>
                <a:cubicBezTo>
                  <a:pt x="8651489" y="5524203"/>
                  <a:pt x="8657738" y="5528986"/>
                  <a:pt x="8665156" y="5531816"/>
                </a:cubicBezTo>
                <a:cubicBezTo>
                  <a:pt x="8672574" y="5534645"/>
                  <a:pt x="8685814" y="5537722"/>
                  <a:pt x="8704877" y="5541044"/>
                </a:cubicBezTo>
                <a:cubicBezTo>
                  <a:pt x="8717645" y="5543289"/>
                  <a:pt x="8725513" y="5545175"/>
                  <a:pt x="8728480" y="5546701"/>
                </a:cubicBezTo>
                <a:cubicBezTo>
                  <a:pt x="8732616" y="5548856"/>
                  <a:pt x="8734684" y="5551909"/>
                  <a:pt x="8734684" y="5555860"/>
                </a:cubicBezTo>
                <a:cubicBezTo>
                  <a:pt x="8734684" y="5559361"/>
                  <a:pt x="8733111" y="5562278"/>
                  <a:pt x="8729964" y="5564612"/>
                </a:cubicBezTo>
                <a:cubicBezTo>
                  <a:pt x="8725918" y="5567754"/>
                  <a:pt x="8720208" y="5569326"/>
                  <a:pt x="8712835" y="5569326"/>
                </a:cubicBezTo>
                <a:cubicBezTo>
                  <a:pt x="8706091" y="5569326"/>
                  <a:pt x="8700696" y="5567932"/>
                  <a:pt x="8696650" y="5565145"/>
                </a:cubicBezTo>
                <a:cubicBezTo>
                  <a:pt x="8692604" y="5562357"/>
                  <a:pt x="8689456" y="5557727"/>
                  <a:pt x="8687208" y="5551253"/>
                </a:cubicBezTo>
                <a:lnTo>
                  <a:pt x="8632719" y="5556378"/>
                </a:lnTo>
                <a:cubicBezTo>
                  <a:pt x="8635866" y="5570135"/>
                  <a:pt x="8642992" y="5580746"/>
                  <a:pt x="8654096" y="5588208"/>
                </a:cubicBezTo>
                <a:cubicBezTo>
                  <a:pt x="8665201" y="5595672"/>
                  <a:pt x="8683836" y="5599403"/>
                  <a:pt x="8710002" y="5599403"/>
                </a:cubicBezTo>
                <a:cubicBezTo>
                  <a:pt x="8728525" y="5599403"/>
                  <a:pt x="8743159" y="5597090"/>
                  <a:pt x="8753904" y="5592465"/>
                </a:cubicBezTo>
                <a:cubicBezTo>
                  <a:pt x="8764649" y="5587839"/>
                  <a:pt x="8772517" y="5581618"/>
                  <a:pt x="8777508" y="5573803"/>
                </a:cubicBezTo>
                <a:cubicBezTo>
                  <a:pt x="8782498" y="5565988"/>
                  <a:pt x="8784993" y="5557949"/>
                  <a:pt x="8784993" y="5549685"/>
                </a:cubicBezTo>
                <a:cubicBezTo>
                  <a:pt x="8784993" y="5541511"/>
                  <a:pt x="8782633" y="5534010"/>
                  <a:pt x="8777912" y="5527184"/>
                </a:cubicBezTo>
                <a:cubicBezTo>
                  <a:pt x="8773192" y="5520357"/>
                  <a:pt x="8766380" y="5515102"/>
                  <a:pt x="8757478" y="5511419"/>
                </a:cubicBezTo>
                <a:cubicBezTo>
                  <a:pt x="8748577" y="5507736"/>
                  <a:pt x="8734999" y="5504862"/>
                  <a:pt x="8716746" y="5502797"/>
                </a:cubicBezTo>
                <a:cubicBezTo>
                  <a:pt x="8704697" y="5501359"/>
                  <a:pt x="8696874" y="5499743"/>
                  <a:pt x="8693278" y="5497947"/>
                </a:cubicBezTo>
                <a:cubicBezTo>
                  <a:pt x="8689681" y="5496152"/>
                  <a:pt x="8687883" y="5493504"/>
                  <a:pt x="8687883" y="5490002"/>
                </a:cubicBezTo>
                <a:cubicBezTo>
                  <a:pt x="8687883" y="5486859"/>
                  <a:pt x="8689299" y="5484188"/>
                  <a:pt x="8692131" y="5481989"/>
                </a:cubicBezTo>
                <a:cubicBezTo>
                  <a:pt x="8694964" y="5479790"/>
                  <a:pt x="8699482" y="5478690"/>
                  <a:pt x="8705686" y="5478690"/>
                </a:cubicBezTo>
                <a:cubicBezTo>
                  <a:pt x="8711800" y="5478690"/>
                  <a:pt x="8717016" y="5480128"/>
                  <a:pt x="8721332" y="5483006"/>
                </a:cubicBezTo>
                <a:cubicBezTo>
                  <a:pt x="8724479" y="5485164"/>
                  <a:pt x="8726727" y="5488535"/>
                  <a:pt x="8728076" y="5493121"/>
                </a:cubicBezTo>
                <a:lnTo>
                  <a:pt x="8780138" y="5487996"/>
                </a:lnTo>
                <a:cubicBezTo>
                  <a:pt x="8776541" y="5478645"/>
                  <a:pt x="8772022" y="5471227"/>
                  <a:pt x="8766583" y="5465742"/>
                </a:cubicBezTo>
                <a:cubicBezTo>
                  <a:pt x="8761142" y="5460257"/>
                  <a:pt x="8754354" y="5456210"/>
                  <a:pt x="8746216" y="5453603"/>
                </a:cubicBezTo>
                <a:cubicBezTo>
                  <a:pt x="8738079" y="5450995"/>
                  <a:pt x="8725468" y="5449691"/>
                  <a:pt x="8708384" y="5449691"/>
                </a:cubicBezTo>
                <a:close/>
                <a:moveTo>
                  <a:pt x="8259565" y="5449691"/>
                </a:moveTo>
                <a:cubicBezTo>
                  <a:pt x="8248325" y="5449691"/>
                  <a:pt x="8238794" y="5451737"/>
                  <a:pt x="8230971" y="5455828"/>
                </a:cubicBezTo>
                <a:cubicBezTo>
                  <a:pt x="8223148" y="5459920"/>
                  <a:pt x="8215416" y="5466731"/>
                  <a:pt x="8207773" y="5476262"/>
                </a:cubicBezTo>
                <a:lnTo>
                  <a:pt x="8207773" y="5452928"/>
                </a:lnTo>
                <a:lnTo>
                  <a:pt x="8156655" y="5452928"/>
                </a:lnTo>
                <a:lnTo>
                  <a:pt x="8156655" y="5596166"/>
                </a:lnTo>
                <a:lnTo>
                  <a:pt x="8211549" y="5596166"/>
                </a:lnTo>
                <a:lnTo>
                  <a:pt x="8211549" y="5527380"/>
                </a:lnTo>
                <a:cubicBezTo>
                  <a:pt x="8211549" y="5514342"/>
                  <a:pt x="8213617" y="5505305"/>
                  <a:pt x="8217753" y="5500270"/>
                </a:cubicBezTo>
                <a:cubicBezTo>
                  <a:pt x="8221890" y="5495235"/>
                  <a:pt x="8227285" y="5492717"/>
                  <a:pt x="8233939" y="5492717"/>
                </a:cubicBezTo>
                <a:cubicBezTo>
                  <a:pt x="8239963" y="5492717"/>
                  <a:pt x="8244639" y="5494583"/>
                  <a:pt x="8247966" y="5498314"/>
                </a:cubicBezTo>
                <a:cubicBezTo>
                  <a:pt x="8251293" y="5502046"/>
                  <a:pt x="8252956" y="5508407"/>
                  <a:pt x="8252956" y="5517399"/>
                </a:cubicBezTo>
                <a:lnTo>
                  <a:pt x="8252956" y="5596166"/>
                </a:lnTo>
                <a:lnTo>
                  <a:pt x="8308120" y="5596166"/>
                </a:lnTo>
                <a:lnTo>
                  <a:pt x="8308120" y="5505125"/>
                </a:lnTo>
                <a:cubicBezTo>
                  <a:pt x="8308120" y="5486243"/>
                  <a:pt x="8303827" y="5472283"/>
                  <a:pt x="8295239" y="5463246"/>
                </a:cubicBezTo>
                <a:cubicBezTo>
                  <a:pt x="8286652" y="5454210"/>
                  <a:pt x="8274761" y="5449691"/>
                  <a:pt x="8259565" y="5449691"/>
                </a:cubicBezTo>
                <a:close/>
                <a:moveTo>
                  <a:pt x="8037774" y="5449691"/>
                </a:moveTo>
                <a:cubicBezTo>
                  <a:pt x="8027523" y="5449691"/>
                  <a:pt x="8017992" y="5450456"/>
                  <a:pt x="8009180" y="5451984"/>
                </a:cubicBezTo>
                <a:cubicBezTo>
                  <a:pt x="8000368" y="5453513"/>
                  <a:pt x="7993445" y="5455671"/>
                  <a:pt x="7988410" y="5458458"/>
                </a:cubicBezTo>
                <a:cubicBezTo>
                  <a:pt x="7981396" y="5462325"/>
                  <a:pt x="7976024" y="5466888"/>
                  <a:pt x="7972292" y="5472148"/>
                </a:cubicBezTo>
                <a:cubicBezTo>
                  <a:pt x="7968560" y="5477408"/>
                  <a:pt x="7965705" y="5484624"/>
                  <a:pt x="7963727" y="5493796"/>
                </a:cubicBezTo>
                <a:lnTo>
                  <a:pt x="8016194" y="5499326"/>
                </a:lnTo>
                <a:cubicBezTo>
                  <a:pt x="8018352" y="5493121"/>
                  <a:pt x="8021184" y="5488895"/>
                  <a:pt x="8024691" y="5486647"/>
                </a:cubicBezTo>
                <a:cubicBezTo>
                  <a:pt x="8029187" y="5483770"/>
                  <a:pt x="8035931" y="5482331"/>
                  <a:pt x="8044922" y="5482331"/>
                </a:cubicBezTo>
                <a:cubicBezTo>
                  <a:pt x="8051936" y="5482331"/>
                  <a:pt x="8056836" y="5483680"/>
                  <a:pt x="8059624" y="5486377"/>
                </a:cubicBezTo>
                <a:cubicBezTo>
                  <a:pt x="8062411" y="5489075"/>
                  <a:pt x="8063805" y="5493796"/>
                  <a:pt x="8063805" y="5500539"/>
                </a:cubicBezTo>
                <a:cubicBezTo>
                  <a:pt x="8056971" y="5503237"/>
                  <a:pt x="8050497" y="5505418"/>
                  <a:pt x="8044383" y="5507081"/>
                </a:cubicBezTo>
                <a:cubicBezTo>
                  <a:pt x="8038268" y="5508744"/>
                  <a:pt x="8024916" y="5511644"/>
                  <a:pt x="8004325" y="5515780"/>
                </a:cubicBezTo>
                <a:cubicBezTo>
                  <a:pt x="7987151" y="5519197"/>
                  <a:pt x="7975372" y="5524412"/>
                  <a:pt x="7968987" y="5531426"/>
                </a:cubicBezTo>
                <a:cubicBezTo>
                  <a:pt x="7962603" y="5538439"/>
                  <a:pt x="7959411" y="5547386"/>
                  <a:pt x="7959411" y="5558266"/>
                </a:cubicBezTo>
                <a:cubicBezTo>
                  <a:pt x="7959411" y="5569865"/>
                  <a:pt x="7963840" y="5579622"/>
                  <a:pt x="7972696" y="5587534"/>
                </a:cubicBezTo>
                <a:cubicBezTo>
                  <a:pt x="7981553" y="5595447"/>
                  <a:pt x="7994524" y="5599403"/>
                  <a:pt x="8011608" y="5599403"/>
                </a:cubicBezTo>
                <a:cubicBezTo>
                  <a:pt x="8024466" y="5599403"/>
                  <a:pt x="8035751" y="5597425"/>
                  <a:pt x="8045462" y="5593469"/>
                </a:cubicBezTo>
                <a:cubicBezTo>
                  <a:pt x="8052565" y="5590501"/>
                  <a:pt x="8059714" y="5585556"/>
                  <a:pt x="8066907" y="5578632"/>
                </a:cubicBezTo>
                <a:cubicBezTo>
                  <a:pt x="8067537" y="5582769"/>
                  <a:pt x="8068166" y="5585803"/>
                  <a:pt x="8068795" y="5587736"/>
                </a:cubicBezTo>
                <a:cubicBezTo>
                  <a:pt x="8069425" y="5589670"/>
                  <a:pt x="8070773" y="5592480"/>
                  <a:pt x="8072842" y="5596166"/>
                </a:cubicBezTo>
                <a:lnTo>
                  <a:pt x="8124364" y="5596166"/>
                </a:lnTo>
                <a:cubicBezTo>
                  <a:pt x="8121487" y="5590232"/>
                  <a:pt x="8119621" y="5585354"/>
                  <a:pt x="8118767" y="5581532"/>
                </a:cubicBezTo>
                <a:cubicBezTo>
                  <a:pt x="8117913" y="5577711"/>
                  <a:pt x="8117485" y="5572428"/>
                  <a:pt x="8117485" y="5565684"/>
                </a:cubicBezTo>
                <a:lnTo>
                  <a:pt x="8117485" y="5502428"/>
                </a:lnTo>
                <a:cubicBezTo>
                  <a:pt x="8117485" y="5495684"/>
                  <a:pt x="8116136" y="5488603"/>
                  <a:pt x="8113439" y="5481185"/>
                </a:cubicBezTo>
                <a:cubicBezTo>
                  <a:pt x="8110742" y="5473767"/>
                  <a:pt x="8107055" y="5468034"/>
                  <a:pt x="8102379" y="5463988"/>
                </a:cubicBezTo>
                <a:cubicBezTo>
                  <a:pt x="8095725" y="5458144"/>
                  <a:pt x="8087408" y="5454300"/>
                  <a:pt x="8077427" y="5452456"/>
                </a:cubicBezTo>
                <a:cubicBezTo>
                  <a:pt x="8067446" y="5450613"/>
                  <a:pt x="8054229" y="5449691"/>
                  <a:pt x="8037774" y="5449691"/>
                </a:cubicBezTo>
                <a:close/>
                <a:moveTo>
                  <a:pt x="7754452" y="5449691"/>
                </a:moveTo>
                <a:cubicBezTo>
                  <a:pt x="7729185" y="5449691"/>
                  <a:pt x="7709381" y="5456615"/>
                  <a:pt x="7695039" y="5470462"/>
                </a:cubicBezTo>
                <a:cubicBezTo>
                  <a:pt x="7680697" y="5484310"/>
                  <a:pt x="7673526" y="5502428"/>
                  <a:pt x="7673526" y="5524817"/>
                </a:cubicBezTo>
                <a:cubicBezTo>
                  <a:pt x="7673526" y="5540553"/>
                  <a:pt x="7677100" y="5554243"/>
                  <a:pt x="7684249" y="5565887"/>
                </a:cubicBezTo>
                <a:cubicBezTo>
                  <a:pt x="7691397" y="5577531"/>
                  <a:pt x="7700411" y="5586028"/>
                  <a:pt x="7711291" y="5591378"/>
                </a:cubicBezTo>
                <a:cubicBezTo>
                  <a:pt x="7722171" y="5596728"/>
                  <a:pt x="7737098" y="5599403"/>
                  <a:pt x="7756070" y="5599403"/>
                </a:cubicBezTo>
                <a:cubicBezTo>
                  <a:pt x="7777920" y="5599403"/>
                  <a:pt x="7794690" y="5596279"/>
                  <a:pt x="7806379" y="5590029"/>
                </a:cubicBezTo>
                <a:cubicBezTo>
                  <a:pt x="7818068" y="5583780"/>
                  <a:pt x="7828049" y="5573462"/>
                  <a:pt x="7836321" y="5559075"/>
                </a:cubicBezTo>
                <a:lnTo>
                  <a:pt x="7782236" y="5554085"/>
                </a:lnTo>
                <a:cubicBezTo>
                  <a:pt x="7778819" y="5558401"/>
                  <a:pt x="7775627" y="5561413"/>
                  <a:pt x="7772660" y="5563122"/>
                </a:cubicBezTo>
                <a:cubicBezTo>
                  <a:pt x="7767804" y="5565819"/>
                  <a:pt x="7762679" y="5567168"/>
                  <a:pt x="7757284" y="5567168"/>
                </a:cubicBezTo>
                <a:cubicBezTo>
                  <a:pt x="7748742" y="5567168"/>
                  <a:pt x="7741818" y="5564066"/>
                  <a:pt x="7736513" y="5557861"/>
                </a:cubicBezTo>
                <a:cubicBezTo>
                  <a:pt x="7732737" y="5553545"/>
                  <a:pt x="7730354" y="5546982"/>
                  <a:pt x="7729365" y="5538170"/>
                </a:cubicBezTo>
                <a:lnTo>
                  <a:pt x="7839423" y="5538170"/>
                </a:lnTo>
                <a:lnTo>
                  <a:pt x="7839423" y="5531965"/>
                </a:lnTo>
                <a:cubicBezTo>
                  <a:pt x="7839423" y="5513083"/>
                  <a:pt x="7836321" y="5497752"/>
                  <a:pt x="7830117" y="5485973"/>
                </a:cubicBezTo>
                <a:cubicBezTo>
                  <a:pt x="7823912" y="5474194"/>
                  <a:pt x="7814876" y="5465202"/>
                  <a:pt x="7803007" y="5458998"/>
                </a:cubicBezTo>
                <a:cubicBezTo>
                  <a:pt x="7791138" y="5452793"/>
                  <a:pt x="7774953" y="5449691"/>
                  <a:pt x="7754452" y="5449691"/>
                </a:cubicBezTo>
                <a:close/>
                <a:moveTo>
                  <a:pt x="7266249" y="5449691"/>
                </a:moveTo>
                <a:cubicBezTo>
                  <a:pt x="7255998" y="5449691"/>
                  <a:pt x="7246467" y="5450456"/>
                  <a:pt x="7237655" y="5451984"/>
                </a:cubicBezTo>
                <a:cubicBezTo>
                  <a:pt x="7228843" y="5453513"/>
                  <a:pt x="7221920" y="5455671"/>
                  <a:pt x="7216884" y="5458458"/>
                </a:cubicBezTo>
                <a:cubicBezTo>
                  <a:pt x="7209871" y="5462325"/>
                  <a:pt x="7204498" y="5466888"/>
                  <a:pt x="7200767" y="5472148"/>
                </a:cubicBezTo>
                <a:cubicBezTo>
                  <a:pt x="7197035" y="5477408"/>
                  <a:pt x="7194180" y="5484624"/>
                  <a:pt x="7192202" y="5493796"/>
                </a:cubicBezTo>
                <a:lnTo>
                  <a:pt x="7244669" y="5499326"/>
                </a:lnTo>
                <a:cubicBezTo>
                  <a:pt x="7246827" y="5493121"/>
                  <a:pt x="7249659" y="5488895"/>
                  <a:pt x="7253166" y="5486647"/>
                </a:cubicBezTo>
                <a:cubicBezTo>
                  <a:pt x="7257662" y="5483770"/>
                  <a:pt x="7264405" y="5482331"/>
                  <a:pt x="7273397" y="5482331"/>
                </a:cubicBezTo>
                <a:cubicBezTo>
                  <a:pt x="7280411" y="5482331"/>
                  <a:pt x="7285311" y="5483680"/>
                  <a:pt x="7288099" y="5486377"/>
                </a:cubicBezTo>
                <a:cubicBezTo>
                  <a:pt x="7290886" y="5489075"/>
                  <a:pt x="7292280" y="5493796"/>
                  <a:pt x="7292280" y="5500539"/>
                </a:cubicBezTo>
                <a:cubicBezTo>
                  <a:pt x="7285446" y="5503237"/>
                  <a:pt x="7278972" y="5505418"/>
                  <a:pt x="7272858" y="5507081"/>
                </a:cubicBezTo>
                <a:cubicBezTo>
                  <a:pt x="7266743" y="5508744"/>
                  <a:pt x="7253391" y="5511644"/>
                  <a:pt x="7232800" y="5515780"/>
                </a:cubicBezTo>
                <a:cubicBezTo>
                  <a:pt x="7215626" y="5519197"/>
                  <a:pt x="7203846" y="5524412"/>
                  <a:pt x="7197462" y="5531426"/>
                </a:cubicBezTo>
                <a:cubicBezTo>
                  <a:pt x="7191078" y="5538439"/>
                  <a:pt x="7187886" y="5547386"/>
                  <a:pt x="7187886" y="5558266"/>
                </a:cubicBezTo>
                <a:cubicBezTo>
                  <a:pt x="7187886" y="5569865"/>
                  <a:pt x="7192315" y="5579622"/>
                  <a:pt x="7201171" y="5587534"/>
                </a:cubicBezTo>
                <a:cubicBezTo>
                  <a:pt x="7210028" y="5595447"/>
                  <a:pt x="7222999" y="5599403"/>
                  <a:pt x="7240083" y="5599403"/>
                </a:cubicBezTo>
                <a:cubicBezTo>
                  <a:pt x="7252941" y="5599403"/>
                  <a:pt x="7264226" y="5597425"/>
                  <a:pt x="7273937" y="5593469"/>
                </a:cubicBezTo>
                <a:cubicBezTo>
                  <a:pt x="7281040" y="5590501"/>
                  <a:pt x="7288189" y="5585556"/>
                  <a:pt x="7295382" y="5578632"/>
                </a:cubicBezTo>
                <a:cubicBezTo>
                  <a:pt x="7296011" y="5582769"/>
                  <a:pt x="7296641" y="5585803"/>
                  <a:pt x="7297270" y="5587736"/>
                </a:cubicBezTo>
                <a:cubicBezTo>
                  <a:pt x="7297900" y="5589670"/>
                  <a:pt x="7299248" y="5592480"/>
                  <a:pt x="7301316" y="5596166"/>
                </a:cubicBezTo>
                <a:lnTo>
                  <a:pt x="7352839" y="5596166"/>
                </a:lnTo>
                <a:cubicBezTo>
                  <a:pt x="7349962" y="5590232"/>
                  <a:pt x="7348096" y="5585354"/>
                  <a:pt x="7347242" y="5581532"/>
                </a:cubicBezTo>
                <a:cubicBezTo>
                  <a:pt x="7346387" y="5577711"/>
                  <a:pt x="7345960" y="5572428"/>
                  <a:pt x="7345960" y="5565684"/>
                </a:cubicBezTo>
                <a:lnTo>
                  <a:pt x="7345960" y="5502428"/>
                </a:lnTo>
                <a:cubicBezTo>
                  <a:pt x="7345960" y="5495684"/>
                  <a:pt x="7344611" y="5488603"/>
                  <a:pt x="7341914" y="5481185"/>
                </a:cubicBezTo>
                <a:cubicBezTo>
                  <a:pt x="7339216" y="5473767"/>
                  <a:pt x="7335530" y="5468034"/>
                  <a:pt x="7330854" y="5463988"/>
                </a:cubicBezTo>
                <a:cubicBezTo>
                  <a:pt x="7324200" y="5458144"/>
                  <a:pt x="7315883" y="5454300"/>
                  <a:pt x="7305902" y="5452456"/>
                </a:cubicBezTo>
                <a:cubicBezTo>
                  <a:pt x="7295921" y="5450613"/>
                  <a:pt x="7282704" y="5449691"/>
                  <a:pt x="7266249" y="5449691"/>
                </a:cubicBezTo>
                <a:close/>
                <a:moveTo>
                  <a:pt x="6868627" y="5449691"/>
                </a:moveTo>
                <a:cubicBezTo>
                  <a:pt x="6843360" y="5449691"/>
                  <a:pt x="6823556" y="5456615"/>
                  <a:pt x="6809214" y="5470462"/>
                </a:cubicBezTo>
                <a:cubicBezTo>
                  <a:pt x="6794872" y="5484310"/>
                  <a:pt x="6787701" y="5502428"/>
                  <a:pt x="6787701" y="5524817"/>
                </a:cubicBezTo>
                <a:cubicBezTo>
                  <a:pt x="6787701" y="5540553"/>
                  <a:pt x="6791276" y="5554243"/>
                  <a:pt x="6798424" y="5565887"/>
                </a:cubicBezTo>
                <a:cubicBezTo>
                  <a:pt x="6805572" y="5577531"/>
                  <a:pt x="6814586" y="5586028"/>
                  <a:pt x="6825466" y="5591378"/>
                </a:cubicBezTo>
                <a:cubicBezTo>
                  <a:pt x="6836346" y="5596728"/>
                  <a:pt x="6851273" y="5599403"/>
                  <a:pt x="6870245" y="5599403"/>
                </a:cubicBezTo>
                <a:cubicBezTo>
                  <a:pt x="6892095" y="5599403"/>
                  <a:pt x="6908864" y="5596279"/>
                  <a:pt x="6920554" y="5590029"/>
                </a:cubicBezTo>
                <a:cubicBezTo>
                  <a:pt x="6932243" y="5583780"/>
                  <a:pt x="6942224" y="5573462"/>
                  <a:pt x="6950496" y="5559075"/>
                </a:cubicBezTo>
                <a:lnTo>
                  <a:pt x="6896411" y="5554085"/>
                </a:lnTo>
                <a:cubicBezTo>
                  <a:pt x="6892994" y="5558401"/>
                  <a:pt x="6889802" y="5561413"/>
                  <a:pt x="6886835" y="5563122"/>
                </a:cubicBezTo>
                <a:cubicBezTo>
                  <a:pt x="6881979" y="5565819"/>
                  <a:pt x="6876854" y="5567168"/>
                  <a:pt x="6871459" y="5567168"/>
                </a:cubicBezTo>
                <a:cubicBezTo>
                  <a:pt x="6862917" y="5567168"/>
                  <a:pt x="6855993" y="5564066"/>
                  <a:pt x="6850688" y="5557861"/>
                </a:cubicBezTo>
                <a:cubicBezTo>
                  <a:pt x="6846912" y="5553545"/>
                  <a:pt x="6844529" y="5546982"/>
                  <a:pt x="6843540" y="5538170"/>
                </a:cubicBezTo>
                <a:lnTo>
                  <a:pt x="6953598" y="5538170"/>
                </a:lnTo>
                <a:lnTo>
                  <a:pt x="6953598" y="5531965"/>
                </a:lnTo>
                <a:cubicBezTo>
                  <a:pt x="6953598" y="5513083"/>
                  <a:pt x="6950496" y="5497752"/>
                  <a:pt x="6944292" y="5485973"/>
                </a:cubicBezTo>
                <a:cubicBezTo>
                  <a:pt x="6938087" y="5474194"/>
                  <a:pt x="6929051" y="5465202"/>
                  <a:pt x="6917182" y="5458998"/>
                </a:cubicBezTo>
                <a:cubicBezTo>
                  <a:pt x="6905313" y="5452793"/>
                  <a:pt x="6889128" y="5449691"/>
                  <a:pt x="6868627" y="5449691"/>
                </a:cubicBezTo>
                <a:close/>
                <a:moveTo>
                  <a:pt x="6747955" y="5449691"/>
                </a:moveTo>
                <a:cubicBezTo>
                  <a:pt x="6740222" y="5449691"/>
                  <a:pt x="6733726" y="5451602"/>
                  <a:pt x="6728465" y="5455423"/>
                </a:cubicBezTo>
                <a:cubicBezTo>
                  <a:pt x="6723205" y="5459245"/>
                  <a:pt x="6718103" y="5466236"/>
                  <a:pt x="6713157" y="5476397"/>
                </a:cubicBezTo>
                <a:lnTo>
                  <a:pt x="6713157" y="5452928"/>
                </a:lnTo>
                <a:lnTo>
                  <a:pt x="6661769" y="5452928"/>
                </a:lnTo>
                <a:lnTo>
                  <a:pt x="6661769" y="5596166"/>
                </a:lnTo>
                <a:lnTo>
                  <a:pt x="6716934" y="5596166"/>
                </a:lnTo>
                <a:lnTo>
                  <a:pt x="6716934" y="5548150"/>
                </a:lnTo>
                <a:cubicBezTo>
                  <a:pt x="6716934" y="5525222"/>
                  <a:pt x="6719766" y="5509576"/>
                  <a:pt x="6725431" y="5501214"/>
                </a:cubicBezTo>
                <a:cubicBezTo>
                  <a:pt x="6729387" y="5495279"/>
                  <a:pt x="6734962" y="5492312"/>
                  <a:pt x="6742155" y="5492312"/>
                </a:cubicBezTo>
                <a:cubicBezTo>
                  <a:pt x="6745932" y="5492312"/>
                  <a:pt x="6751057" y="5493661"/>
                  <a:pt x="6757531" y="5496358"/>
                </a:cubicBezTo>
                <a:lnTo>
                  <a:pt x="6774525" y="5457244"/>
                </a:lnTo>
                <a:cubicBezTo>
                  <a:pt x="6764904" y="5452209"/>
                  <a:pt x="6756047" y="5449691"/>
                  <a:pt x="6747955" y="5449691"/>
                </a:cubicBezTo>
                <a:close/>
                <a:moveTo>
                  <a:pt x="10585636" y="5398439"/>
                </a:moveTo>
                <a:lnTo>
                  <a:pt x="10585636" y="5466955"/>
                </a:lnTo>
                <a:cubicBezTo>
                  <a:pt x="10580242" y="5461201"/>
                  <a:pt x="10574060" y="5456885"/>
                  <a:pt x="10567092" y="5454007"/>
                </a:cubicBezTo>
                <a:cubicBezTo>
                  <a:pt x="10560122" y="5451130"/>
                  <a:pt x="10552368" y="5449691"/>
                  <a:pt x="10543826" y="5449691"/>
                </a:cubicBezTo>
                <a:cubicBezTo>
                  <a:pt x="10526292" y="5449691"/>
                  <a:pt x="10511838" y="5455986"/>
                  <a:pt x="10500463" y="5468574"/>
                </a:cubicBezTo>
                <a:cubicBezTo>
                  <a:pt x="10489088" y="5481162"/>
                  <a:pt x="10483401" y="5499326"/>
                  <a:pt x="10483401" y="5523064"/>
                </a:cubicBezTo>
                <a:cubicBezTo>
                  <a:pt x="10483401" y="5544284"/>
                  <a:pt x="10488548" y="5562312"/>
                  <a:pt x="10498844" y="5577149"/>
                </a:cubicBezTo>
                <a:cubicBezTo>
                  <a:pt x="10509140" y="5591985"/>
                  <a:pt x="10524044" y="5599403"/>
                  <a:pt x="10543556" y="5599403"/>
                </a:cubicBezTo>
                <a:cubicBezTo>
                  <a:pt x="10553266" y="5599403"/>
                  <a:pt x="10562078" y="5597335"/>
                  <a:pt x="10569991" y="5593199"/>
                </a:cubicBezTo>
                <a:cubicBezTo>
                  <a:pt x="10575926" y="5590052"/>
                  <a:pt x="10582490" y="5583983"/>
                  <a:pt x="10589683" y="5574991"/>
                </a:cubicBezTo>
                <a:lnTo>
                  <a:pt x="10589683" y="5596166"/>
                </a:lnTo>
                <a:lnTo>
                  <a:pt x="10641070" y="5596166"/>
                </a:lnTo>
                <a:lnTo>
                  <a:pt x="10641070" y="5398439"/>
                </a:lnTo>
                <a:close/>
                <a:moveTo>
                  <a:pt x="10006393" y="5398439"/>
                </a:moveTo>
                <a:lnTo>
                  <a:pt x="10006393" y="5596166"/>
                </a:lnTo>
                <a:lnTo>
                  <a:pt x="10061422" y="5596166"/>
                </a:lnTo>
                <a:lnTo>
                  <a:pt x="10061422" y="5398439"/>
                </a:lnTo>
                <a:close/>
                <a:moveTo>
                  <a:pt x="8442512" y="5398439"/>
                </a:moveTo>
                <a:lnTo>
                  <a:pt x="8442512" y="5466955"/>
                </a:lnTo>
                <a:cubicBezTo>
                  <a:pt x="8437117" y="5461201"/>
                  <a:pt x="8430935" y="5456885"/>
                  <a:pt x="8423966" y="5454007"/>
                </a:cubicBezTo>
                <a:cubicBezTo>
                  <a:pt x="8416998" y="5451130"/>
                  <a:pt x="8409242" y="5449691"/>
                  <a:pt x="8400700" y="5449691"/>
                </a:cubicBezTo>
                <a:cubicBezTo>
                  <a:pt x="8383167" y="5449691"/>
                  <a:pt x="8368712" y="5455986"/>
                  <a:pt x="8357338" y="5468574"/>
                </a:cubicBezTo>
                <a:cubicBezTo>
                  <a:pt x="8345963" y="5481162"/>
                  <a:pt x="8340276" y="5499326"/>
                  <a:pt x="8340276" y="5523064"/>
                </a:cubicBezTo>
                <a:cubicBezTo>
                  <a:pt x="8340276" y="5544284"/>
                  <a:pt x="8345424" y="5562312"/>
                  <a:pt x="8355720" y="5577149"/>
                </a:cubicBezTo>
                <a:cubicBezTo>
                  <a:pt x="8366015" y="5591985"/>
                  <a:pt x="8380919" y="5599403"/>
                  <a:pt x="8400430" y="5599403"/>
                </a:cubicBezTo>
                <a:cubicBezTo>
                  <a:pt x="8410142" y="5599403"/>
                  <a:pt x="8418954" y="5597335"/>
                  <a:pt x="8426866" y="5593199"/>
                </a:cubicBezTo>
                <a:cubicBezTo>
                  <a:pt x="8432801" y="5590052"/>
                  <a:pt x="8439365" y="5583983"/>
                  <a:pt x="8446558" y="5574991"/>
                </a:cubicBezTo>
                <a:lnTo>
                  <a:pt x="8446558" y="5596166"/>
                </a:lnTo>
                <a:lnTo>
                  <a:pt x="8497946" y="5596166"/>
                </a:lnTo>
                <a:lnTo>
                  <a:pt x="8497946" y="5398439"/>
                </a:lnTo>
                <a:close/>
                <a:moveTo>
                  <a:pt x="7577518" y="5398439"/>
                </a:moveTo>
                <a:lnTo>
                  <a:pt x="7577518" y="5596166"/>
                </a:lnTo>
                <a:lnTo>
                  <a:pt x="7632547" y="5596166"/>
                </a:lnTo>
                <a:lnTo>
                  <a:pt x="7632547" y="5398439"/>
                </a:lnTo>
                <a:close/>
                <a:moveTo>
                  <a:pt x="7385400" y="5398439"/>
                </a:moveTo>
                <a:lnTo>
                  <a:pt x="7385400" y="5596166"/>
                </a:lnTo>
                <a:lnTo>
                  <a:pt x="7436787" y="5596166"/>
                </a:lnTo>
                <a:lnTo>
                  <a:pt x="7436787" y="5574991"/>
                </a:lnTo>
                <a:cubicBezTo>
                  <a:pt x="7443891" y="5583892"/>
                  <a:pt x="7450455" y="5589962"/>
                  <a:pt x="7456479" y="5593199"/>
                </a:cubicBezTo>
                <a:cubicBezTo>
                  <a:pt x="7464482" y="5597335"/>
                  <a:pt x="7473294" y="5599403"/>
                  <a:pt x="7482915" y="5599403"/>
                </a:cubicBezTo>
                <a:cubicBezTo>
                  <a:pt x="7494154" y="5599403"/>
                  <a:pt x="7504382" y="5596459"/>
                  <a:pt x="7513599" y="5590569"/>
                </a:cubicBezTo>
                <a:cubicBezTo>
                  <a:pt x="7522815" y="5584679"/>
                  <a:pt x="7530031" y="5575778"/>
                  <a:pt x="7535246" y="5563863"/>
                </a:cubicBezTo>
                <a:cubicBezTo>
                  <a:pt x="7540462" y="5551950"/>
                  <a:pt x="7543069" y="5538170"/>
                  <a:pt x="7543069" y="5522524"/>
                </a:cubicBezTo>
                <a:cubicBezTo>
                  <a:pt x="7543069" y="5499056"/>
                  <a:pt x="7537359" y="5481050"/>
                  <a:pt x="7525940" y="5468506"/>
                </a:cubicBezTo>
                <a:cubicBezTo>
                  <a:pt x="7514521" y="5455963"/>
                  <a:pt x="7500089" y="5449691"/>
                  <a:pt x="7482645" y="5449691"/>
                </a:cubicBezTo>
                <a:cubicBezTo>
                  <a:pt x="7474193" y="5449691"/>
                  <a:pt x="7466482" y="5451130"/>
                  <a:pt x="7459514" y="5454007"/>
                </a:cubicBezTo>
                <a:cubicBezTo>
                  <a:pt x="7452545" y="5456885"/>
                  <a:pt x="7446318" y="5461201"/>
                  <a:pt x="7440834" y="5466955"/>
                </a:cubicBezTo>
                <a:lnTo>
                  <a:pt x="7440834" y="5398439"/>
                </a:lnTo>
                <a:close/>
                <a:moveTo>
                  <a:pt x="7091878" y="5398439"/>
                </a:moveTo>
                <a:lnTo>
                  <a:pt x="7091878" y="5435799"/>
                </a:lnTo>
                <a:lnTo>
                  <a:pt x="7146772" y="5435799"/>
                </a:lnTo>
                <a:lnTo>
                  <a:pt x="7146772" y="5398439"/>
                </a:lnTo>
                <a:close/>
                <a:moveTo>
                  <a:pt x="6986968" y="5398439"/>
                </a:moveTo>
                <a:lnTo>
                  <a:pt x="6986968" y="5596166"/>
                </a:lnTo>
                <a:lnTo>
                  <a:pt x="7041997" y="5596166"/>
                </a:lnTo>
                <a:lnTo>
                  <a:pt x="7041997" y="5398439"/>
                </a:lnTo>
                <a:close/>
                <a:moveTo>
                  <a:pt x="8890214" y="5207762"/>
                </a:moveTo>
                <a:lnTo>
                  <a:pt x="8890214" y="5262791"/>
                </a:lnTo>
                <a:lnTo>
                  <a:pt x="8948886" y="5262791"/>
                </a:lnTo>
                <a:lnTo>
                  <a:pt x="8948886" y="5207762"/>
                </a:lnTo>
                <a:close/>
                <a:moveTo>
                  <a:pt x="9987854" y="5194814"/>
                </a:moveTo>
                <a:lnTo>
                  <a:pt x="9987854" y="5203581"/>
                </a:lnTo>
                <a:cubicBezTo>
                  <a:pt x="9987854" y="5210415"/>
                  <a:pt x="9986753" y="5215967"/>
                  <a:pt x="9984550" y="5220238"/>
                </a:cubicBezTo>
                <a:cubicBezTo>
                  <a:pt x="9982347" y="5224509"/>
                  <a:pt x="9978616" y="5228128"/>
                  <a:pt x="9973356" y="5231095"/>
                </a:cubicBezTo>
                <a:cubicBezTo>
                  <a:pt x="9968095" y="5234063"/>
                  <a:pt x="9962408" y="5235546"/>
                  <a:pt x="9956294" y="5235546"/>
                </a:cubicBezTo>
                <a:cubicBezTo>
                  <a:pt x="9950449" y="5235546"/>
                  <a:pt x="9946021" y="5234175"/>
                  <a:pt x="9943008" y="5231432"/>
                </a:cubicBezTo>
                <a:cubicBezTo>
                  <a:pt x="9939996" y="5228690"/>
                  <a:pt x="9938490" y="5225161"/>
                  <a:pt x="9938490" y="5220845"/>
                </a:cubicBezTo>
                <a:cubicBezTo>
                  <a:pt x="9938490" y="5217068"/>
                  <a:pt x="9940019" y="5213696"/>
                  <a:pt x="9943076" y="5210729"/>
                </a:cubicBezTo>
                <a:cubicBezTo>
                  <a:pt x="9946043" y="5207852"/>
                  <a:pt x="9953102" y="5204929"/>
                  <a:pt x="9964252" y="5201962"/>
                </a:cubicBezTo>
                <a:cubicBezTo>
                  <a:pt x="9972434" y="5199894"/>
                  <a:pt x="9980302" y="5197511"/>
                  <a:pt x="9987854" y="5194814"/>
                </a:cubicBezTo>
                <a:close/>
                <a:moveTo>
                  <a:pt x="9780360" y="5157318"/>
                </a:moveTo>
                <a:cubicBezTo>
                  <a:pt x="9786564" y="5157318"/>
                  <a:pt x="9791847" y="5159971"/>
                  <a:pt x="9796208" y="5165276"/>
                </a:cubicBezTo>
                <a:cubicBezTo>
                  <a:pt x="9800569" y="5170581"/>
                  <a:pt x="9802750" y="5178898"/>
                  <a:pt x="9802750" y="5190228"/>
                </a:cubicBezTo>
                <a:cubicBezTo>
                  <a:pt x="9802750" y="5203086"/>
                  <a:pt x="9800524" y="5212235"/>
                  <a:pt x="9796073" y="5217675"/>
                </a:cubicBezTo>
                <a:cubicBezTo>
                  <a:pt x="9791622" y="5223115"/>
                  <a:pt x="9786115" y="5225835"/>
                  <a:pt x="9779551" y="5225835"/>
                </a:cubicBezTo>
                <a:cubicBezTo>
                  <a:pt x="9772448" y="5225835"/>
                  <a:pt x="9766580" y="5223070"/>
                  <a:pt x="9761950" y="5217540"/>
                </a:cubicBezTo>
                <a:cubicBezTo>
                  <a:pt x="9757319" y="5212010"/>
                  <a:pt x="9755004" y="5203086"/>
                  <a:pt x="9755004" y="5190767"/>
                </a:cubicBezTo>
                <a:cubicBezTo>
                  <a:pt x="9755004" y="5179528"/>
                  <a:pt x="9757364" y="5171143"/>
                  <a:pt x="9762085" y="5165613"/>
                </a:cubicBezTo>
                <a:cubicBezTo>
                  <a:pt x="9766805" y="5160083"/>
                  <a:pt x="9772897" y="5157318"/>
                  <a:pt x="9780360" y="5157318"/>
                </a:cubicBezTo>
                <a:close/>
                <a:moveTo>
                  <a:pt x="7446145" y="5157318"/>
                </a:moveTo>
                <a:cubicBezTo>
                  <a:pt x="7453428" y="5157318"/>
                  <a:pt x="7459453" y="5160083"/>
                  <a:pt x="7464218" y="5165613"/>
                </a:cubicBezTo>
                <a:cubicBezTo>
                  <a:pt x="7468984" y="5171143"/>
                  <a:pt x="7471367" y="5179528"/>
                  <a:pt x="7471367" y="5190767"/>
                </a:cubicBezTo>
                <a:cubicBezTo>
                  <a:pt x="7471367" y="5203176"/>
                  <a:pt x="7469029" y="5212123"/>
                  <a:pt x="7464353" y="5217608"/>
                </a:cubicBezTo>
                <a:cubicBezTo>
                  <a:pt x="7459677" y="5223093"/>
                  <a:pt x="7453833" y="5225835"/>
                  <a:pt x="7446819" y="5225835"/>
                </a:cubicBezTo>
                <a:cubicBezTo>
                  <a:pt x="7440255" y="5225835"/>
                  <a:pt x="7434748" y="5223115"/>
                  <a:pt x="7430297" y="5217675"/>
                </a:cubicBezTo>
                <a:cubicBezTo>
                  <a:pt x="7425846" y="5212235"/>
                  <a:pt x="7423621" y="5203671"/>
                  <a:pt x="7423621" y="5191981"/>
                </a:cubicBezTo>
                <a:cubicBezTo>
                  <a:pt x="7423621" y="5179483"/>
                  <a:pt x="7425779" y="5170581"/>
                  <a:pt x="7430095" y="5165276"/>
                </a:cubicBezTo>
                <a:cubicBezTo>
                  <a:pt x="7434411" y="5159971"/>
                  <a:pt x="7439761" y="5157318"/>
                  <a:pt x="7446145" y="5157318"/>
                </a:cubicBezTo>
                <a:close/>
                <a:moveTo>
                  <a:pt x="8770659" y="5156104"/>
                </a:moveTo>
                <a:cubicBezTo>
                  <a:pt x="8777673" y="5156104"/>
                  <a:pt x="8783607" y="5158869"/>
                  <a:pt x="8788463" y="5164399"/>
                </a:cubicBezTo>
                <a:cubicBezTo>
                  <a:pt x="8793318" y="5169929"/>
                  <a:pt x="8795746" y="5177910"/>
                  <a:pt x="8795746" y="5188340"/>
                </a:cubicBezTo>
                <a:cubicBezTo>
                  <a:pt x="8795746" y="5198770"/>
                  <a:pt x="8793431" y="5206571"/>
                  <a:pt x="8788800" y="5211741"/>
                </a:cubicBezTo>
                <a:cubicBezTo>
                  <a:pt x="8784169" y="5216911"/>
                  <a:pt x="8778437" y="5219496"/>
                  <a:pt x="8771603" y="5219496"/>
                </a:cubicBezTo>
                <a:cubicBezTo>
                  <a:pt x="8764410" y="5219496"/>
                  <a:pt x="8758610" y="5217001"/>
                  <a:pt x="8754204" y="5212010"/>
                </a:cubicBezTo>
                <a:cubicBezTo>
                  <a:pt x="8749798" y="5207020"/>
                  <a:pt x="8747596" y="5199355"/>
                  <a:pt x="8747596" y="5189014"/>
                </a:cubicBezTo>
                <a:cubicBezTo>
                  <a:pt x="8747596" y="5177235"/>
                  <a:pt x="8749686" y="5168805"/>
                  <a:pt x="8753867" y="5163725"/>
                </a:cubicBezTo>
                <a:cubicBezTo>
                  <a:pt x="8758048" y="5158645"/>
                  <a:pt x="8763646" y="5156104"/>
                  <a:pt x="8770659" y="5156104"/>
                </a:cubicBezTo>
                <a:close/>
                <a:moveTo>
                  <a:pt x="10747190" y="5154081"/>
                </a:moveTo>
                <a:cubicBezTo>
                  <a:pt x="10754742" y="5154081"/>
                  <a:pt x="10761082" y="5157116"/>
                  <a:pt x="10766207" y="5163185"/>
                </a:cubicBezTo>
                <a:cubicBezTo>
                  <a:pt x="10771332" y="5169255"/>
                  <a:pt x="10773895" y="5178494"/>
                  <a:pt x="10773895" y="5190902"/>
                </a:cubicBezTo>
                <a:cubicBezTo>
                  <a:pt x="10773895" y="5204210"/>
                  <a:pt x="10771354" y="5213876"/>
                  <a:pt x="10766274" y="5219901"/>
                </a:cubicBezTo>
                <a:cubicBezTo>
                  <a:pt x="10761194" y="5225925"/>
                  <a:pt x="10754698" y="5228937"/>
                  <a:pt x="10746785" y="5228937"/>
                </a:cubicBezTo>
                <a:cubicBezTo>
                  <a:pt x="10738962" y="5228937"/>
                  <a:pt x="10732466" y="5225880"/>
                  <a:pt x="10727296" y="5219766"/>
                </a:cubicBezTo>
                <a:cubicBezTo>
                  <a:pt x="10722125" y="5213652"/>
                  <a:pt x="10719540" y="5204210"/>
                  <a:pt x="10719540" y="5191442"/>
                </a:cubicBezTo>
                <a:cubicBezTo>
                  <a:pt x="10719540" y="5178854"/>
                  <a:pt x="10722148" y="5169480"/>
                  <a:pt x="10727363" y="5163320"/>
                </a:cubicBezTo>
                <a:cubicBezTo>
                  <a:pt x="10732578" y="5157161"/>
                  <a:pt x="10739187" y="5154081"/>
                  <a:pt x="10747190" y="5154081"/>
                </a:cubicBezTo>
                <a:close/>
                <a:moveTo>
                  <a:pt x="7975415" y="5154081"/>
                </a:moveTo>
                <a:cubicBezTo>
                  <a:pt x="7982968" y="5154081"/>
                  <a:pt x="7989307" y="5157116"/>
                  <a:pt x="7994432" y="5163185"/>
                </a:cubicBezTo>
                <a:cubicBezTo>
                  <a:pt x="7999558" y="5169255"/>
                  <a:pt x="8002120" y="5178494"/>
                  <a:pt x="8002120" y="5190902"/>
                </a:cubicBezTo>
                <a:cubicBezTo>
                  <a:pt x="8002120" y="5204210"/>
                  <a:pt x="7999580" y="5213876"/>
                  <a:pt x="7994500" y="5219901"/>
                </a:cubicBezTo>
                <a:cubicBezTo>
                  <a:pt x="7989420" y="5225925"/>
                  <a:pt x="7982923" y="5228937"/>
                  <a:pt x="7975010" y="5228937"/>
                </a:cubicBezTo>
                <a:cubicBezTo>
                  <a:pt x="7967188" y="5228937"/>
                  <a:pt x="7960691" y="5225880"/>
                  <a:pt x="7955521" y="5219766"/>
                </a:cubicBezTo>
                <a:cubicBezTo>
                  <a:pt x="7950351" y="5213652"/>
                  <a:pt x="7947765" y="5204210"/>
                  <a:pt x="7947765" y="5191442"/>
                </a:cubicBezTo>
                <a:cubicBezTo>
                  <a:pt x="7947765" y="5178854"/>
                  <a:pt x="7950373" y="5169480"/>
                  <a:pt x="7955588" y="5163320"/>
                </a:cubicBezTo>
                <a:cubicBezTo>
                  <a:pt x="7960803" y="5157161"/>
                  <a:pt x="7967412" y="5154081"/>
                  <a:pt x="7975415" y="5154081"/>
                </a:cubicBezTo>
                <a:close/>
                <a:moveTo>
                  <a:pt x="7070540" y="5154081"/>
                </a:moveTo>
                <a:cubicBezTo>
                  <a:pt x="7078093" y="5154081"/>
                  <a:pt x="7084432" y="5157116"/>
                  <a:pt x="7089557" y="5163185"/>
                </a:cubicBezTo>
                <a:cubicBezTo>
                  <a:pt x="7094683" y="5169255"/>
                  <a:pt x="7097245" y="5178494"/>
                  <a:pt x="7097245" y="5190902"/>
                </a:cubicBezTo>
                <a:cubicBezTo>
                  <a:pt x="7097245" y="5204210"/>
                  <a:pt x="7094705" y="5213876"/>
                  <a:pt x="7089625" y="5219901"/>
                </a:cubicBezTo>
                <a:cubicBezTo>
                  <a:pt x="7084544" y="5225925"/>
                  <a:pt x="7078048" y="5228937"/>
                  <a:pt x="7070135" y="5228937"/>
                </a:cubicBezTo>
                <a:cubicBezTo>
                  <a:pt x="7062312" y="5228937"/>
                  <a:pt x="7055816" y="5225880"/>
                  <a:pt x="7050646" y="5219766"/>
                </a:cubicBezTo>
                <a:cubicBezTo>
                  <a:pt x="7045476" y="5213652"/>
                  <a:pt x="7042890" y="5204210"/>
                  <a:pt x="7042890" y="5191442"/>
                </a:cubicBezTo>
                <a:cubicBezTo>
                  <a:pt x="7042890" y="5178854"/>
                  <a:pt x="7045498" y="5169480"/>
                  <a:pt x="7050713" y="5163320"/>
                </a:cubicBezTo>
                <a:cubicBezTo>
                  <a:pt x="7055928" y="5157161"/>
                  <a:pt x="7062537" y="5154081"/>
                  <a:pt x="7070540" y="5154081"/>
                </a:cubicBezTo>
                <a:close/>
                <a:moveTo>
                  <a:pt x="10338020" y="5148821"/>
                </a:moveTo>
                <a:cubicBezTo>
                  <a:pt x="10345572" y="5148821"/>
                  <a:pt x="10351664" y="5151114"/>
                  <a:pt x="10356295" y="5155700"/>
                </a:cubicBezTo>
                <a:cubicBezTo>
                  <a:pt x="10360926" y="5160286"/>
                  <a:pt x="10363780" y="5167884"/>
                  <a:pt x="10364860" y="5178494"/>
                </a:cubicBezTo>
                <a:lnTo>
                  <a:pt x="10310774" y="5178494"/>
                </a:lnTo>
                <a:cubicBezTo>
                  <a:pt x="10311674" y="5169952"/>
                  <a:pt x="10313786" y="5163523"/>
                  <a:pt x="10317114" y="5159207"/>
                </a:cubicBezTo>
                <a:cubicBezTo>
                  <a:pt x="10322328" y="5152283"/>
                  <a:pt x="10329298" y="5148821"/>
                  <a:pt x="10338020" y="5148821"/>
                </a:cubicBezTo>
                <a:close/>
                <a:moveTo>
                  <a:pt x="9585544" y="5148821"/>
                </a:moveTo>
                <a:cubicBezTo>
                  <a:pt x="9593097" y="5148821"/>
                  <a:pt x="9599189" y="5151114"/>
                  <a:pt x="9603820" y="5155700"/>
                </a:cubicBezTo>
                <a:cubicBezTo>
                  <a:pt x="9608451" y="5160286"/>
                  <a:pt x="9611306" y="5167884"/>
                  <a:pt x="9612384" y="5178494"/>
                </a:cubicBezTo>
                <a:lnTo>
                  <a:pt x="9558300" y="5178494"/>
                </a:lnTo>
                <a:cubicBezTo>
                  <a:pt x="9559198" y="5169952"/>
                  <a:pt x="9561312" y="5163523"/>
                  <a:pt x="9564638" y="5159207"/>
                </a:cubicBezTo>
                <a:cubicBezTo>
                  <a:pt x="9569854" y="5152283"/>
                  <a:pt x="9576822" y="5148821"/>
                  <a:pt x="9585544" y="5148821"/>
                </a:cubicBezTo>
                <a:close/>
                <a:moveTo>
                  <a:pt x="9273103" y="5119553"/>
                </a:moveTo>
                <a:lnTo>
                  <a:pt x="9273103" y="5262791"/>
                </a:lnTo>
                <a:lnTo>
                  <a:pt x="9327997" y="5262791"/>
                </a:lnTo>
                <a:lnTo>
                  <a:pt x="9327997" y="5119553"/>
                </a:lnTo>
                <a:close/>
                <a:moveTo>
                  <a:pt x="8890214" y="5119553"/>
                </a:moveTo>
                <a:lnTo>
                  <a:pt x="8890214" y="5174582"/>
                </a:lnTo>
                <a:lnTo>
                  <a:pt x="8948886" y="5174582"/>
                </a:lnTo>
                <a:lnTo>
                  <a:pt x="8948886" y="5119553"/>
                </a:lnTo>
                <a:close/>
                <a:moveTo>
                  <a:pt x="8406328" y="5119553"/>
                </a:moveTo>
                <a:lnTo>
                  <a:pt x="8406328" y="5262791"/>
                </a:lnTo>
                <a:lnTo>
                  <a:pt x="8461222" y="5262791"/>
                </a:lnTo>
                <a:lnTo>
                  <a:pt x="8461222" y="5119553"/>
                </a:lnTo>
                <a:close/>
                <a:moveTo>
                  <a:pt x="7184565" y="5119553"/>
                </a:moveTo>
                <a:lnTo>
                  <a:pt x="7184565" y="5210729"/>
                </a:lnTo>
                <a:cubicBezTo>
                  <a:pt x="7184565" y="5229522"/>
                  <a:pt x="7188859" y="5243436"/>
                  <a:pt x="7197446" y="5252473"/>
                </a:cubicBezTo>
                <a:cubicBezTo>
                  <a:pt x="7206033" y="5261510"/>
                  <a:pt x="7217880" y="5266028"/>
                  <a:pt x="7232986" y="5266028"/>
                </a:cubicBezTo>
                <a:cubicBezTo>
                  <a:pt x="7244315" y="5266028"/>
                  <a:pt x="7253869" y="5264005"/>
                  <a:pt x="7261647" y="5259959"/>
                </a:cubicBezTo>
                <a:cubicBezTo>
                  <a:pt x="7269425" y="5255912"/>
                  <a:pt x="7277135" y="5249124"/>
                  <a:pt x="7284778" y="5239592"/>
                </a:cubicBezTo>
                <a:lnTo>
                  <a:pt x="7284778" y="5262791"/>
                </a:lnTo>
                <a:lnTo>
                  <a:pt x="7336031" y="5262791"/>
                </a:lnTo>
                <a:lnTo>
                  <a:pt x="7336031" y="5119553"/>
                </a:lnTo>
                <a:lnTo>
                  <a:pt x="7281136" y="5119553"/>
                </a:lnTo>
                <a:lnTo>
                  <a:pt x="7281136" y="5188475"/>
                </a:lnTo>
                <a:cubicBezTo>
                  <a:pt x="7281136" y="5201513"/>
                  <a:pt x="7279046" y="5210549"/>
                  <a:pt x="7274865" y="5215585"/>
                </a:cubicBezTo>
                <a:cubicBezTo>
                  <a:pt x="7270683" y="5220620"/>
                  <a:pt x="7265311" y="5223138"/>
                  <a:pt x="7258747" y="5223138"/>
                </a:cubicBezTo>
                <a:cubicBezTo>
                  <a:pt x="7252723" y="5223138"/>
                  <a:pt x="7248047" y="5221249"/>
                  <a:pt x="7244720" y="5217473"/>
                </a:cubicBezTo>
                <a:cubicBezTo>
                  <a:pt x="7241393" y="5213696"/>
                  <a:pt x="7239729" y="5207312"/>
                  <a:pt x="7239729" y="5198321"/>
                </a:cubicBezTo>
                <a:lnTo>
                  <a:pt x="7239729" y="5119553"/>
                </a:lnTo>
                <a:close/>
                <a:moveTo>
                  <a:pt x="10948480" y="5116316"/>
                </a:moveTo>
                <a:cubicBezTo>
                  <a:pt x="10940746" y="5116316"/>
                  <a:pt x="10934250" y="5118227"/>
                  <a:pt x="10928990" y="5122048"/>
                </a:cubicBezTo>
                <a:cubicBezTo>
                  <a:pt x="10923730" y="5125870"/>
                  <a:pt x="10918627" y="5132861"/>
                  <a:pt x="10913682" y="5143022"/>
                </a:cubicBezTo>
                <a:lnTo>
                  <a:pt x="10913682" y="5119553"/>
                </a:lnTo>
                <a:lnTo>
                  <a:pt x="10862294" y="5119553"/>
                </a:lnTo>
                <a:lnTo>
                  <a:pt x="10862294" y="5262791"/>
                </a:lnTo>
                <a:lnTo>
                  <a:pt x="10917458" y="5262791"/>
                </a:lnTo>
                <a:lnTo>
                  <a:pt x="10917458" y="5214775"/>
                </a:lnTo>
                <a:cubicBezTo>
                  <a:pt x="10917458" y="5191847"/>
                  <a:pt x="10920290" y="5176201"/>
                  <a:pt x="10925956" y="5167839"/>
                </a:cubicBezTo>
                <a:cubicBezTo>
                  <a:pt x="10929912" y="5161904"/>
                  <a:pt x="10935486" y="5158937"/>
                  <a:pt x="10942680" y="5158937"/>
                </a:cubicBezTo>
                <a:cubicBezTo>
                  <a:pt x="10946456" y="5158937"/>
                  <a:pt x="10951582" y="5160286"/>
                  <a:pt x="10958056" y="5162983"/>
                </a:cubicBezTo>
                <a:lnTo>
                  <a:pt x="10975050" y="5123869"/>
                </a:lnTo>
                <a:cubicBezTo>
                  <a:pt x="10965429" y="5118834"/>
                  <a:pt x="10956572" y="5116316"/>
                  <a:pt x="10948480" y="5116316"/>
                </a:cubicBezTo>
                <a:close/>
                <a:moveTo>
                  <a:pt x="10746380" y="5116316"/>
                </a:moveTo>
                <a:cubicBezTo>
                  <a:pt x="10721294" y="5116316"/>
                  <a:pt x="10701377" y="5123397"/>
                  <a:pt x="10686630" y="5137559"/>
                </a:cubicBezTo>
                <a:cubicBezTo>
                  <a:pt x="10671884" y="5151721"/>
                  <a:pt x="10664511" y="5169727"/>
                  <a:pt x="10664511" y="5191577"/>
                </a:cubicBezTo>
                <a:cubicBezTo>
                  <a:pt x="10664511" y="5215045"/>
                  <a:pt x="10673233" y="5234018"/>
                  <a:pt x="10690677" y="5248494"/>
                </a:cubicBezTo>
                <a:cubicBezTo>
                  <a:pt x="10704884" y="5260184"/>
                  <a:pt x="10723496" y="5266028"/>
                  <a:pt x="10746516" y="5266028"/>
                </a:cubicBezTo>
                <a:cubicBezTo>
                  <a:pt x="10772322" y="5266028"/>
                  <a:pt x="10792530" y="5258992"/>
                  <a:pt x="10807142" y="5244920"/>
                </a:cubicBezTo>
                <a:cubicBezTo>
                  <a:pt x="10821754" y="5230848"/>
                  <a:pt x="10829059" y="5212797"/>
                  <a:pt x="10829059" y="5190767"/>
                </a:cubicBezTo>
                <a:cubicBezTo>
                  <a:pt x="10829059" y="5171166"/>
                  <a:pt x="10823170" y="5154666"/>
                  <a:pt x="10811390" y="5141268"/>
                </a:cubicBezTo>
                <a:cubicBezTo>
                  <a:pt x="10796734" y="5124634"/>
                  <a:pt x="10775064" y="5116316"/>
                  <a:pt x="10746380" y="5116316"/>
                </a:cubicBezTo>
                <a:close/>
                <a:moveTo>
                  <a:pt x="10335726" y="5116316"/>
                </a:moveTo>
                <a:cubicBezTo>
                  <a:pt x="10310460" y="5116316"/>
                  <a:pt x="10290656" y="5123240"/>
                  <a:pt x="10276314" y="5137087"/>
                </a:cubicBezTo>
                <a:cubicBezTo>
                  <a:pt x="10261972" y="5150934"/>
                  <a:pt x="10254801" y="5169053"/>
                  <a:pt x="10254801" y="5191442"/>
                </a:cubicBezTo>
                <a:cubicBezTo>
                  <a:pt x="10254801" y="5207178"/>
                  <a:pt x="10258375" y="5220867"/>
                  <a:pt x="10265524" y="5232511"/>
                </a:cubicBezTo>
                <a:cubicBezTo>
                  <a:pt x="10272672" y="5244156"/>
                  <a:pt x="10281686" y="5252653"/>
                  <a:pt x="10292566" y="5258003"/>
                </a:cubicBezTo>
                <a:cubicBezTo>
                  <a:pt x="10303446" y="5263353"/>
                  <a:pt x="10318372" y="5266028"/>
                  <a:pt x="10337345" y="5266028"/>
                </a:cubicBezTo>
                <a:cubicBezTo>
                  <a:pt x="10359194" y="5266028"/>
                  <a:pt x="10375964" y="5262904"/>
                  <a:pt x="10387654" y="5256654"/>
                </a:cubicBezTo>
                <a:cubicBezTo>
                  <a:pt x="10399342" y="5250405"/>
                  <a:pt x="10409324" y="5240087"/>
                  <a:pt x="10417596" y="5225700"/>
                </a:cubicBezTo>
                <a:lnTo>
                  <a:pt x="10363510" y="5220710"/>
                </a:lnTo>
                <a:cubicBezTo>
                  <a:pt x="10360094" y="5225026"/>
                  <a:pt x="10356902" y="5228038"/>
                  <a:pt x="10353934" y="5229747"/>
                </a:cubicBezTo>
                <a:cubicBezTo>
                  <a:pt x="10349079" y="5232444"/>
                  <a:pt x="10343954" y="5233793"/>
                  <a:pt x="10338559" y="5233793"/>
                </a:cubicBezTo>
                <a:cubicBezTo>
                  <a:pt x="10330016" y="5233793"/>
                  <a:pt x="10323093" y="5230691"/>
                  <a:pt x="10317788" y="5224486"/>
                </a:cubicBezTo>
                <a:cubicBezTo>
                  <a:pt x="10314012" y="5220170"/>
                  <a:pt x="10311628" y="5213607"/>
                  <a:pt x="10310640" y="5204795"/>
                </a:cubicBezTo>
                <a:lnTo>
                  <a:pt x="10420698" y="5204795"/>
                </a:lnTo>
                <a:lnTo>
                  <a:pt x="10420698" y="5198590"/>
                </a:lnTo>
                <a:cubicBezTo>
                  <a:pt x="10420698" y="5179708"/>
                  <a:pt x="10417596" y="5164377"/>
                  <a:pt x="10411392" y="5152598"/>
                </a:cubicBezTo>
                <a:cubicBezTo>
                  <a:pt x="10405188" y="5140819"/>
                  <a:pt x="10396150" y="5131827"/>
                  <a:pt x="10384282" y="5125623"/>
                </a:cubicBezTo>
                <a:cubicBezTo>
                  <a:pt x="10372412" y="5119418"/>
                  <a:pt x="10356228" y="5116316"/>
                  <a:pt x="10335726" y="5116316"/>
                </a:cubicBezTo>
                <a:close/>
                <a:moveTo>
                  <a:pt x="10146659" y="5116316"/>
                </a:moveTo>
                <a:cubicBezTo>
                  <a:pt x="10130474" y="5116316"/>
                  <a:pt x="10117570" y="5118000"/>
                  <a:pt x="10107950" y="5121369"/>
                </a:cubicBezTo>
                <a:cubicBezTo>
                  <a:pt x="10098328" y="5124737"/>
                  <a:pt x="10090775" y="5129835"/>
                  <a:pt x="10085290" y="5136661"/>
                </a:cubicBezTo>
                <a:cubicBezTo>
                  <a:pt x="10079806" y="5143488"/>
                  <a:pt x="10077063" y="5151618"/>
                  <a:pt x="10077063" y="5161051"/>
                </a:cubicBezTo>
                <a:cubicBezTo>
                  <a:pt x="10077063" y="5169674"/>
                  <a:pt x="10079603" y="5177355"/>
                  <a:pt x="10084684" y="5184091"/>
                </a:cubicBezTo>
                <a:cubicBezTo>
                  <a:pt x="10089764" y="5190828"/>
                  <a:pt x="10096013" y="5195611"/>
                  <a:pt x="10103431" y="5198441"/>
                </a:cubicBezTo>
                <a:cubicBezTo>
                  <a:pt x="10110850" y="5201270"/>
                  <a:pt x="10124090" y="5204347"/>
                  <a:pt x="10143152" y="5207669"/>
                </a:cubicBezTo>
                <a:cubicBezTo>
                  <a:pt x="10155920" y="5209914"/>
                  <a:pt x="10163788" y="5211800"/>
                  <a:pt x="10166755" y="5213325"/>
                </a:cubicBezTo>
                <a:cubicBezTo>
                  <a:pt x="10170892" y="5215481"/>
                  <a:pt x="10172960" y="5218534"/>
                  <a:pt x="10172960" y="5222484"/>
                </a:cubicBezTo>
                <a:cubicBezTo>
                  <a:pt x="10172960" y="5225986"/>
                  <a:pt x="10171386" y="5228903"/>
                  <a:pt x="10168239" y="5231237"/>
                </a:cubicBezTo>
                <a:cubicBezTo>
                  <a:pt x="10164193" y="5234379"/>
                  <a:pt x="10158483" y="5235951"/>
                  <a:pt x="10151110" y="5235951"/>
                </a:cubicBezTo>
                <a:cubicBezTo>
                  <a:pt x="10144366" y="5235951"/>
                  <a:pt x="10138971" y="5234557"/>
                  <a:pt x="10134925" y="5231770"/>
                </a:cubicBezTo>
                <a:cubicBezTo>
                  <a:pt x="10130878" y="5228982"/>
                  <a:pt x="10127731" y="5224351"/>
                  <a:pt x="10125484" y="5217877"/>
                </a:cubicBezTo>
                <a:lnTo>
                  <a:pt x="10070994" y="5223003"/>
                </a:lnTo>
                <a:cubicBezTo>
                  <a:pt x="10074140" y="5236760"/>
                  <a:pt x="10081267" y="5247370"/>
                  <a:pt x="10092372" y="5254833"/>
                </a:cubicBezTo>
                <a:cubicBezTo>
                  <a:pt x="10103476" y="5262297"/>
                  <a:pt x="10122112" y="5266028"/>
                  <a:pt x="10148277" y="5266028"/>
                </a:cubicBezTo>
                <a:cubicBezTo>
                  <a:pt x="10166800" y="5266028"/>
                  <a:pt x="10181434" y="5263715"/>
                  <a:pt x="10192179" y="5259089"/>
                </a:cubicBezTo>
                <a:cubicBezTo>
                  <a:pt x="10202924" y="5254464"/>
                  <a:pt x="10210792" y="5248243"/>
                  <a:pt x="10215782" y="5240428"/>
                </a:cubicBezTo>
                <a:cubicBezTo>
                  <a:pt x="10220773" y="5232613"/>
                  <a:pt x="10223268" y="5224574"/>
                  <a:pt x="10223268" y="5216310"/>
                </a:cubicBezTo>
                <a:cubicBezTo>
                  <a:pt x="10223268" y="5208136"/>
                  <a:pt x="10220908" y="5200635"/>
                  <a:pt x="10216187" y="5193809"/>
                </a:cubicBezTo>
                <a:cubicBezTo>
                  <a:pt x="10211466" y="5186982"/>
                  <a:pt x="10204655" y="5181727"/>
                  <a:pt x="10195754" y="5178044"/>
                </a:cubicBezTo>
                <a:cubicBezTo>
                  <a:pt x="10186852" y="5174361"/>
                  <a:pt x="10173274" y="5171487"/>
                  <a:pt x="10155021" y="5169421"/>
                </a:cubicBezTo>
                <a:cubicBezTo>
                  <a:pt x="10142972" y="5167984"/>
                  <a:pt x="10135150" y="5166368"/>
                  <a:pt x="10131553" y="5164572"/>
                </a:cubicBezTo>
                <a:cubicBezTo>
                  <a:pt x="10127956" y="5162777"/>
                  <a:pt x="10126158" y="5160128"/>
                  <a:pt x="10126158" y="5156627"/>
                </a:cubicBezTo>
                <a:cubicBezTo>
                  <a:pt x="10126158" y="5153484"/>
                  <a:pt x="10127574" y="5150813"/>
                  <a:pt x="10130406" y="5148614"/>
                </a:cubicBezTo>
                <a:cubicBezTo>
                  <a:pt x="10133239" y="5146414"/>
                  <a:pt x="10137757" y="5145314"/>
                  <a:pt x="10143961" y="5145314"/>
                </a:cubicBezTo>
                <a:cubicBezTo>
                  <a:pt x="10150076" y="5145314"/>
                  <a:pt x="10155291" y="5146753"/>
                  <a:pt x="10159607" y="5149630"/>
                </a:cubicBezTo>
                <a:cubicBezTo>
                  <a:pt x="10162754" y="5151788"/>
                  <a:pt x="10165002" y="5155160"/>
                  <a:pt x="10166351" y="5159746"/>
                </a:cubicBezTo>
                <a:lnTo>
                  <a:pt x="10218412" y="5154621"/>
                </a:lnTo>
                <a:cubicBezTo>
                  <a:pt x="10214816" y="5145270"/>
                  <a:pt x="10210298" y="5137852"/>
                  <a:pt x="10204858" y="5132366"/>
                </a:cubicBezTo>
                <a:cubicBezTo>
                  <a:pt x="10199418" y="5126882"/>
                  <a:pt x="10192629" y="5122835"/>
                  <a:pt x="10184492" y="5120228"/>
                </a:cubicBezTo>
                <a:cubicBezTo>
                  <a:pt x="10176354" y="5117620"/>
                  <a:pt x="10163743" y="5116316"/>
                  <a:pt x="10146659" y="5116316"/>
                </a:cubicBezTo>
                <a:close/>
                <a:moveTo>
                  <a:pt x="9961824" y="5116316"/>
                </a:moveTo>
                <a:cubicBezTo>
                  <a:pt x="9951573" y="5116316"/>
                  <a:pt x="9942042" y="5117081"/>
                  <a:pt x="9933230" y="5118609"/>
                </a:cubicBezTo>
                <a:cubicBezTo>
                  <a:pt x="9924418" y="5120138"/>
                  <a:pt x="9917495" y="5122296"/>
                  <a:pt x="9912459" y="5125083"/>
                </a:cubicBezTo>
                <a:cubicBezTo>
                  <a:pt x="9905446" y="5128950"/>
                  <a:pt x="9900073" y="5133513"/>
                  <a:pt x="9896342" y="5138773"/>
                </a:cubicBezTo>
                <a:cubicBezTo>
                  <a:pt x="9892610" y="5144033"/>
                  <a:pt x="9889755" y="5151249"/>
                  <a:pt x="9887777" y="5160421"/>
                </a:cubicBezTo>
                <a:lnTo>
                  <a:pt x="9940244" y="5165950"/>
                </a:lnTo>
                <a:cubicBezTo>
                  <a:pt x="9942402" y="5159746"/>
                  <a:pt x="9945234" y="5155520"/>
                  <a:pt x="9948741" y="5153272"/>
                </a:cubicBezTo>
                <a:cubicBezTo>
                  <a:pt x="9953237" y="5150395"/>
                  <a:pt x="9959980" y="5148956"/>
                  <a:pt x="9968972" y="5148956"/>
                </a:cubicBezTo>
                <a:cubicBezTo>
                  <a:pt x="9975986" y="5148956"/>
                  <a:pt x="9980886" y="5150305"/>
                  <a:pt x="9983674" y="5153002"/>
                </a:cubicBezTo>
                <a:cubicBezTo>
                  <a:pt x="9986461" y="5155700"/>
                  <a:pt x="9987854" y="5160421"/>
                  <a:pt x="9987854" y="5167164"/>
                </a:cubicBezTo>
                <a:cubicBezTo>
                  <a:pt x="9981021" y="5169862"/>
                  <a:pt x="9974547" y="5172042"/>
                  <a:pt x="9968432" y="5173706"/>
                </a:cubicBezTo>
                <a:cubicBezTo>
                  <a:pt x="9962318" y="5175369"/>
                  <a:pt x="9948966" y="5178269"/>
                  <a:pt x="9928374" y="5182405"/>
                </a:cubicBezTo>
                <a:cubicBezTo>
                  <a:pt x="9911200" y="5185822"/>
                  <a:pt x="9899421" y="5191037"/>
                  <a:pt x="9893037" y="5198051"/>
                </a:cubicBezTo>
                <a:cubicBezTo>
                  <a:pt x="9886653" y="5205064"/>
                  <a:pt x="9883461" y="5214011"/>
                  <a:pt x="9883461" y="5224891"/>
                </a:cubicBezTo>
                <a:cubicBezTo>
                  <a:pt x="9883461" y="5236490"/>
                  <a:pt x="9887890" y="5246246"/>
                  <a:pt x="9896746" y="5254159"/>
                </a:cubicBezTo>
                <a:cubicBezTo>
                  <a:pt x="9905603" y="5262072"/>
                  <a:pt x="9918574" y="5266028"/>
                  <a:pt x="9935658" y="5266028"/>
                </a:cubicBezTo>
                <a:cubicBezTo>
                  <a:pt x="9948516" y="5266028"/>
                  <a:pt x="9959800" y="5264050"/>
                  <a:pt x="9969512" y="5260093"/>
                </a:cubicBezTo>
                <a:cubicBezTo>
                  <a:pt x="9976615" y="5257126"/>
                  <a:pt x="9983763" y="5252181"/>
                  <a:pt x="9990957" y="5245257"/>
                </a:cubicBezTo>
                <a:cubicBezTo>
                  <a:pt x="9991586" y="5249394"/>
                  <a:pt x="9992216" y="5252428"/>
                  <a:pt x="9992845" y="5254361"/>
                </a:cubicBezTo>
                <a:cubicBezTo>
                  <a:pt x="9993474" y="5256295"/>
                  <a:pt x="9994823" y="5259105"/>
                  <a:pt x="9996891" y="5262791"/>
                </a:cubicBezTo>
                <a:lnTo>
                  <a:pt x="10048414" y="5262791"/>
                </a:lnTo>
                <a:cubicBezTo>
                  <a:pt x="10045536" y="5256856"/>
                  <a:pt x="10043671" y="5251979"/>
                  <a:pt x="10042816" y="5248157"/>
                </a:cubicBezTo>
                <a:cubicBezTo>
                  <a:pt x="10041962" y="5244336"/>
                  <a:pt x="10041535" y="5239053"/>
                  <a:pt x="10041535" y="5232309"/>
                </a:cubicBezTo>
                <a:lnTo>
                  <a:pt x="10041535" y="5169053"/>
                </a:lnTo>
                <a:cubicBezTo>
                  <a:pt x="10041535" y="5162309"/>
                  <a:pt x="10040186" y="5155228"/>
                  <a:pt x="10037489" y="5147810"/>
                </a:cubicBezTo>
                <a:cubicBezTo>
                  <a:pt x="10034791" y="5140392"/>
                  <a:pt x="10031104" y="5134659"/>
                  <a:pt x="10026429" y="5130613"/>
                </a:cubicBezTo>
                <a:cubicBezTo>
                  <a:pt x="10019775" y="5124769"/>
                  <a:pt x="10011458" y="5120925"/>
                  <a:pt x="10001477" y="5119081"/>
                </a:cubicBezTo>
                <a:cubicBezTo>
                  <a:pt x="9991496" y="5117238"/>
                  <a:pt x="9978278" y="5116316"/>
                  <a:pt x="9961824" y="5116316"/>
                </a:cubicBezTo>
                <a:close/>
                <a:moveTo>
                  <a:pt x="9583252" y="5116316"/>
                </a:moveTo>
                <a:cubicBezTo>
                  <a:pt x="9557984" y="5116316"/>
                  <a:pt x="9538180" y="5123240"/>
                  <a:pt x="9523839" y="5137087"/>
                </a:cubicBezTo>
                <a:cubicBezTo>
                  <a:pt x="9509497" y="5150934"/>
                  <a:pt x="9502326" y="5169053"/>
                  <a:pt x="9502326" y="5191442"/>
                </a:cubicBezTo>
                <a:cubicBezTo>
                  <a:pt x="9502326" y="5207178"/>
                  <a:pt x="9505900" y="5220867"/>
                  <a:pt x="9513049" y="5232511"/>
                </a:cubicBezTo>
                <a:cubicBezTo>
                  <a:pt x="9520197" y="5244156"/>
                  <a:pt x="9529211" y="5252653"/>
                  <a:pt x="9540091" y="5258003"/>
                </a:cubicBezTo>
                <a:cubicBezTo>
                  <a:pt x="9550971" y="5263353"/>
                  <a:pt x="9565898" y="5266028"/>
                  <a:pt x="9584870" y="5266028"/>
                </a:cubicBezTo>
                <a:cubicBezTo>
                  <a:pt x="9606720" y="5266028"/>
                  <a:pt x="9623489" y="5262904"/>
                  <a:pt x="9635178" y="5256654"/>
                </a:cubicBezTo>
                <a:cubicBezTo>
                  <a:pt x="9646868" y="5250405"/>
                  <a:pt x="9656848" y="5240087"/>
                  <a:pt x="9665121" y="5225700"/>
                </a:cubicBezTo>
                <a:lnTo>
                  <a:pt x="9611036" y="5220710"/>
                </a:lnTo>
                <a:cubicBezTo>
                  <a:pt x="9607619" y="5225026"/>
                  <a:pt x="9604427" y="5228038"/>
                  <a:pt x="9601460" y="5229747"/>
                </a:cubicBezTo>
                <a:cubicBezTo>
                  <a:pt x="9596604" y="5232444"/>
                  <a:pt x="9591479" y="5233793"/>
                  <a:pt x="9586084" y="5233793"/>
                </a:cubicBezTo>
                <a:cubicBezTo>
                  <a:pt x="9577542" y="5233793"/>
                  <a:pt x="9570618" y="5230691"/>
                  <a:pt x="9565313" y="5224486"/>
                </a:cubicBezTo>
                <a:cubicBezTo>
                  <a:pt x="9561536" y="5220170"/>
                  <a:pt x="9559154" y="5213607"/>
                  <a:pt x="9558164" y="5204795"/>
                </a:cubicBezTo>
                <a:lnTo>
                  <a:pt x="9668223" y="5204795"/>
                </a:lnTo>
                <a:lnTo>
                  <a:pt x="9668223" y="5198590"/>
                </a:lnTo>
                <a:cubicBezTo>
                  <a:pt x="9668223" y="5179708"/>
                  <a:pt x="9665121" y="5164377"/>
                  <a:pt x="9658916" y="5152598"/>
                </a:cubicBezTo>
                <a:cubicBezTo>
                  <a:pt x="9652712" y="5140819"/>
                  <a:pt x="9643676" y="5131827"/>
                  <a:pt x="9631806" y="5125623"/>
                </a:cubicBezTo>
                <a:cubicBezTo>
                  <a:pt x="9619938" y="5119418"/>
                  <a:pt x="9603752" y="5116316"/>
                  <a:pt x="9583252" y="5116316"/>
                </a:cubicBezTo>
                <a:close/>
                <a:moveTo>
                  <a:pt x="9462580" y="5116316"/>
                </a:moveTo>
                <a:cubicBezTo>
                  <a:pt x="9454847" y="5116316"/>
                  <a:pt x="9448350" y="5118227"/>
                  <a:pt x="9443090" y="5122048"/>
                </a:cubicBezTo>
                <a:cubicBezTo>
                  <a:pt x="9437830" y="5125870"/>
                  <a:pt x="9432727" y="5132861"/>
                  <a:pt x="9427782" y="5143022"/>
                </a:cubicBezTo>
                <a:lnTo>
                  <a:pt x="9427782" y="5119553"/>
                </a:lnTo>
                <a:lnTo>
                  <a:pt x="9376394" y="5119553"/>
                </a:lnTo>
                <a:lnTo>
                  <a:pt x="9376394" y="5262791"/>
                </a:lnTo>
                <a:lnTo>
                  <a:pt x="9431558" y="5262791"/>
                </a:lnTo>
                <a:lnTo>
                  <a:pt x="9431558" y="5214775"/>
                </a:lnTo>
                <a:cubicBezTo>
                  <a:pt x="9431558" y="5191847"/>
                  <a:pt x="9434391" y="5176201"/>
                  <a:pt x="9440056" y="5167839"/>
                </a:cubicBezTo>
                <a:cubicBezTo>
                  <a:pt x="9444012" y="5161904"/>
                  <a:pt x="9449586" y="5158937"/>
                  <a:pt x="9456780" y="5158937"/>
                </a:cubicBezTo>
                <a:cubicBezTo>
                  <a:pt x="9460556" y="5158937"/>
                  <a:pt x="9465682" y="5160286"/>
                  <a:pt x="9472156" y="5162983"/>
                </a:cubicBezTo>
                <a:lnTo>
                  <a:pt x="9489150" y="5123869"/>
                </a:lnTo>
                <a:cubicBezTo>
                  <a:pt x="9479529" y="5118834"/>
                  <a:pt x="9470672" y="5116316"/>
                  <a:pt x="9462580" y="5116316"/>
                </a:cubicBezTo>
                <a:close/>
                <a:moveTo>
                  <a:pt x="8751372" y="5116316"/>
                </a:moveTo>
                <a:cubicBezTo>
                  <a:pt x="8733928" y="5116316"/>
                  <a:pt x="8719811" y="5122161"/>
                  <a:pt x="8709021" y="5133850"/>
                </a:cubicBezTo>
                <a:cubicBezTo>
                  <a:pt x="8698231" y="5145539"/>
                  <a:pt x="8692836" y="5162534"/>
                  <a:pt x="8692836" y="5184833"/>
                </a:cubicBezTo>
                <a:cubicBezTo>
                  <a:pt x="8692836" y="5204345"/>
                  <a:pt x="8697017" y="5220035"/>
                  <a:pt x="8705380" y="5231905"/>
                </a:cubicBezTo>
                <a:cubicBezTo>
                  <a:pt x="8717158" y="5248629"/>
                  <a:pt x="8732624" y="5256991"/>
                  <a:pt x="8751776" y="5256991"/>
                </a:cubicBezTo>
                <a:cubicBezTo>
                  <a:pt x="8761578" y="5256991"/>
                  <a:pt x="8770704" y="5254744"/>
                  <a:pt x="8779156" y="5250248"/>
                </a:cubicBezTo>
                <a:cubicBezTo>
                  <a:pt x="8784551" y="5247370"/>
                  <a:pt x="8789946" y="5242740"/>
                  <a:pt x="8795341" y="5236355"/>
                </a:cubicBezTo>
                <a:lnTo>
                  <a:pt x="8795341" y="5258070"/>
                </a:lnTo>
                <a:cubicBezTo>
                  <a:pt x="8795341" y="5268591"/>
                  <a:pt x="8793386" y="5275964"/>
                  <a:pt x="8789474" y="5280190"/>
                </a:cubicBezTo>
                <a:cubicBezTo>
                  <a:pt x="8785563" y="5284416"/>
                  <a:pt x="8779651" y="5286529"/>
                  <a:pt x="8771738" y="5286529"/>
                </a:cubicBezTo>
                <a:cubicBezTo>
                  <a:pt x="8765624" y="5286529"/>
                  <a:pt x="8760544" y="5285136"/>
                  <a:pt x="8756497" y="5282348"/>
                </a:cubicBezTo>
                <a:cubicBezTo>
                  <a:pt x="8753710" y="5280460"/>
                  <a:pt x="8751642" y="5277043"/>
                  <a:pt x="8750293" y="5272097"/>
                </a:cubicBezTo>
                <a:lnTo>
                  <a:pt x="8697017" y="5266028"/>
                </a:lnTo>
                <a:cubicBezTo>
                  <a:pt x="8696837" y="5269085"/>
                  <a:pt x="8696747" y="5271513"/>
                  <a:pt x="8696747" y="5273311"/>
                </a:cubicBezTo>
                <a:cubicBezTo>
                  <a:pt x="8696747" y="5287788"/>
                  <a:pt x="8702120" y="5299342"/>
                  <a:pt x="8712865" y="5307974"/>
                </a:cubicBezTo>
                <a:cubicBezTo>
                  <a:pt x="8723610" y="5316606"/>
                  <a:pt x="8743369" y="5320922"/>
                  <a:pt x="8772143" y="5320922"/>
                </a:cubicBezTo>
                <a:cubicBezTo>
                  <a:pt x="8784731" y="5320922"/>
                  <a:pt x="8795904" y="5319799"/>
                  <a:pt x="8805659" y="5317550"/>
                </a:cubicBezTo>
                <a:cubicBezTo>
                  <a:pt x="8815416" y="5315303"/>
                  <a:pt x="8823463" y="5311661"/>
                  <a:pt x="8829802" y="5306626"/>
                </a:cubicBezTo>
                <a:cubicBezTo>
                  <a:pt x="8836141" y="5301590"/>
                  <a:pt x="8841222" y="5295004"/>
                  <a:pt x="8845043" y="5286866"/>
                </a:cubicBezTo>
                <a:cubicBezTo>
                  <a:pt x="8848864" y="5278729"/>
                  <a:pt x="8850775" y="5270164"/>
                  <a:pt x="8850775" y="5261173"/>
                </a:cubicBezTo>
                <a:lnTo>
                  <a:pt x="8850640" y="5254833"/>
                </a:lnTo>
                <a:lnTo>
                  <a:pt x="8850640" y="5119553"/>
                </a:lnTo>
                <a:lnTo>
                  <a:pt x="8799253" y="5119553"/>
                </a:lnTo>
                <a:lnTo>
                  <a:pt x="8799253" y="5140729"/>
                </a:lnTo>
                <a:cubicBezTo>
                  <a:pt x="8792959" y="5132007"/>
                  <a:pt x="8786192" y="5125758"/>
                  <a:pt x="8778954" y="5121981"/>
                </a:cubicBezTo>
                <a:cubicBezTo>
                  <a:pt x="8771716" y="5118204"/>
                  <a:pt x="8762522" y="5116316"/>
                  <a:pt x="8751372" y="5116316"/>
                </a:cubicBezTo>
                <a:close/>
                <a:moveTo>
                  <a:pt x="8611990" y="5116316"/>
                </a:moveTo>
                <a:cubicBezTo>
                  <a:pt x="8600750" y="5116316"/>
                  <a:pt x="8591219" y="5118362"/>
                  <a:pt x="8583396" y="5122453"/>
                </a:cubicBezTo>
                <a:cubicBezTo>
                  <a:pt x="8575573" y="5126544"/>
                  <a:pt x="8567840" y="5133356"/>
                  <a:pt x="8560198" y="5142887"/>
                </a:cubicBezTo>
                <a:lnTo>
                  <a:pt x="8560198" y="5119553"/>
                </a:lnTo>
                <a:lnTo>
                  <a:pt x="8509080" y="5119553"/>
                </a:lnTo>
                <a:lnTo>
                  <a:pt x="8509080" y="5262791"/>
                </a:lnTo>
                <a:lnTo>
                  <a:pt x="8563974" y="5262791"/>
                </a:lnTo>
                <a:lnTo>
                  <a:pt x="8563974" y="5194005"/>
                </a:lnTo>
                <a:cubicBezTo>
                  <a:pt x="8563974" y="5180967"/>
                  <a:pt x="8566042" y="5171930"/>
                  <a:pt x="8570178" y="5166895"/>
                </a:cubicBezTo>
                <a:cubicBezTo>
                  <a:pt x="8574314" y="5161859"/>
                  <a:pt x="8579710" y="5159342"/>
                  <a:pt x="8586364" y="5159342"/>
                </a:cubicBezTo>
                <a:cubicBezTo>
                  <a:pt x="8592388" y="5159342"/>
                  <a:pt x="8597063" y="5161207"/>
                  <a:pt x="8600390" y="5164939"/>
                </a:cubicBezTo>
                <a:cubicBezTo>
                  <a:pt x="8603717" y="5168671"/>
                  <a:pt x="8605381" y="5175032"/>
                  <a:pt x="8605381" y="5184024"/>
                </a:cubicBezTo>
                <a:lnTo>
                  <a:pt x="8605381" y="5262791"/>
                </a:lnTo>
                <a:lnTo>
                  <a:pt x="8660545" y="5262791"/>
                </a:lnTo>
                <a:lnTo>
                  <a:pt x="8660545" y="5171750"/>
                </a:lnTo>
                <a:cubicBezTo>
                  <a:pt x="8660545" y="5152867"/>
                  <a:pt x="8656251" y="5138908"/>
                  <a:pt x="8647664" y="5129871"/>
                </a:cubicBezTo>
                <a:cubicBezTo>
                  <a:pt x="8639077" y="5120835"/>
                  <a:pt x="8627186" y="5116316"/>
                  <a:pt x="8611990" y="5116316"/>
                </a:cubicBezTo>
                <a:close/>
                <a:moveTo>
                  <a:pt x="8155934" y="5116316"/>
                </a:moveTo>
                <a:cubicBezTo>
                  <a:pt x="8139749" y="5116316"/>
                  <a:pt x="8126846" y="5118000"/>
                  <a:pt x="8117225" y="5121369"/>
                </a:cubicBezTo>
                <a:cubicBezTo>
                  <a:pt x="8107604" y="5124737"/>
                  <a:pt x="8100051" y="5129835"/>
                  <a:pt x="8094566" y="5136661"/>
                </a:cubicBezTo>
                <a:cubicBezTo>
                  <a:pt x="8089081" y="5143488"/>
                  <a:pt x="8086338" y="5151618"/>
                  <a:pt x="8086338" y="5161051"/>
                </a:cubicBezTo>
                <a:cubicBezTo>
                  <a:pt x="8086338" y="5169674"/>
                  <a:pt x="8088878" y="5177355"/>
                  <a:pt x="8093959" y="5184091"/>
                </a:cubicBezTo>
                <a:cubicBezTo>
                  <a:pt x="8099039" y="5190828"/>
                  <a:pt x="8105288" y="5195611"/>
                  <a:pt x="8112706" y="5198441"/>
                </a:cubicBezTo>
                <a:cubicBezTo>
                  <a:pt x="8120125" y="5201270"/>
                  <a:pt x="8133365" y="5204347"/>
                  <a:pt x="8152427" y="5207669"/>
                </a:cubicBezTo>
                <a:cubicBezTo>
                  <a:pt x="8165196" y="5209914"/>
                  <a:pt x="8173063" y="5211800"/>
                  <a:pt x="8176030" y="5213325"/>
                </a:cubicBezTo>
                <a:cubicBezTo>
                  <a:pt x="8180167" y="5215481"/>
                  <a:pt x="8182235" y="5218534"/>
                  <a:pt x="8182235" y="5222484"/>
                </a:cubicBezTo>
                <a:cubicBezTo>
                  <a:pt x="8182235" y="5225986"/>
                  <a:pt x="8180661" y="5228903"/>
                  <a:pt x="8177514" y="5231237"/>
                </a:cubicBezTo>
                <a:cubicBezTo>
                  <a:pt x="8173468" y="5234379"/>
                  <a:pt x="8167758" y="5235951"/>
                  <a:pt x="8160385" y="5235951"/>
                </a:cubicBezTo>
                <a:cubicBezTo>
                  <a:pt x="8153641" y="5235951"/>
                  <a:pt x="8148246" y="5234557"/>
                  <a:pt x="8144200" y="5231770"/>
                </a:cubicBezTo>
                <a:cubicBezTo>
                  <a:pt x="8140154" y="5228982"/>
                  <a:pt x="8137007" y="5224351"/>
                  <a:pt x="8134759" y="5217877"/>
                </a:cubicBezTo>
                <a:lnTo>
                  <a:pt x="8080269" y="5223003"/>
                </a:lnTo>
                <a:cubicBezTo>
                  <a:pt x="8083416" y="5236760"/>
                  <a:pt x="8090542" y="5247370"/>
                  <a:pt x="8101647" y="5254833"/>
                </a:cubicBezTo>
                <a:cubicBezTo>
                  <a:pt x="8112752" y="5262297"/>
                  <a:pt x="8131387" y="5266028"/>
                  <a:pt x="8157553" y="5266028"/>
                </a:cubicBezTo>
                <a:cubicBezTo>
                  <a:pt x="8176075" y="5266028"/>
                  <a:pt x="8190709" y="5263715"/>
                  <a:pt x="8201454" y="5259089"/>
                </a:cubicBezTo>
                <a:cubicBezTo>
                  <a:pt x="8212200" y="5254464"/>
                  <a:pt x="8220067" y="5248243"/>
                  <a:pt x="8225058" y="5240428"/>
                </a:cubicBezTo>
                <a:cubicBezTo>
                  <a:pt x="8230048" y="5232613"/>
                  <a:pt x="8232543" y="5224574"/>
                  <a:pt x="8232543" y="5216310"/>
                </a:cubicBezTo>
                <a:cubicBezTo>
                  <a:pt x="8232543" y="5208136"/>
                  <a:pt x="8230183" y="5200635"/>
                  <a:pt x="8225462" y="5193809"/>
                </a:cubicBezTo>
                <a:cubicBezTo>
                  <a:pt x="8220742" y="5186982"/>
                  <a:pt x="8213930" y="5181727"/>
                  <a:pt x="8205029" y="5178044"/>
                </a:cubicBezTo>
                <a:cubicBezTo>
                  <a:pt x="8196127" y="5174361"/>
                  <a:pt x="8182549" y="5171487"/>
                  <a:pt x="8164296" y="5169421"/>
                </a:cubicBezTo>
                <a:cubicBezTo>
                  <a:pt x="8152247" y="5167984"/>
                  <a:pt x="8144425" y="5166368"/>
                  <a:pt x="8140828" y="5164572"/>
                </a:cubicBezTo>
                <a:cubicBezTo>
                  <a:pt x="8137231" y="5162777"/>
                  <a:pt x="8135433" y="5160128"/>
                  <a:pt x="8135433" y="5156627"/>
                </a:cubicBezTo>
                <a:cubicBezTo>
                  <a:pt x="8135433" y="5153484"/>
                  <a:pt x="8136849" y="5150813"/>
                  <a:pt x="8139682" y="5148614"/>
                </a:cubicBezTo>
                <a:cubicBezTo>
                  <a:pt x="8142514" y="5146414"/>
                  <a:pt x="8147032" y="5145314"/>
                  <a:pt x="8153237" y="5145314"/>
                </a:cubicBezTo>
                <a:cubicBezTo>
                  <a:pt x="8159351" y="5145314"/>
                  <a:pt x="8164566" y="5146753"/>
                  <a:pt x="8168882" y="5149630"/>
                </a:cubicBezTo>
                <a:cubicBezTo>
                  <a:pt x="8172029" y="5151788"/>
                  <a:pt x="8174277" y="5155160"/>
                  <a:pt x="8175626" y="5159746"/>
                </a:cubicBezTo>
                <a:lnTo>
                  <a:pt x="8227688" y="5154621"/>
                </a:lnTo>
                <a:cubicBezTo>
                  <a:pt x="8224091" y="5145270"/>
                  <a:pt x="8219573" y="5137852"/>
                  <a:pt x="8214133" y="5132366"/>
                </a:cubicBezTo>
                <a:cubicBezTo>
                  <a:pt x="8208693" y="5126882"/>
                  <a:pt x="8201904" y="5122835"/>
                  <a:pt x="8193767" y="5120228"/>
                </a:cubicBezTo>
                <a:cubicBezTo>
                  <a:pt x="8185629" y="5117620"/>
                  <a:pt x="8173018" y="5116316"/>
                  <a:pt x="8155934" y="5116316"/>
                </a:cubicBezTo>
                <a:close/>
                <a:moveTo>
                  <a:pt x="7974606" y="5116316"/>
                </a:moveTo>
                <a:cubicBezTo>
                  <a:pt x="7949519" y="5116316"/>
                  <a:pt x="7929602" y="5123397"/>
                  <a:pt x="7914856" y="5137559"/>
                </a:cubicBezTo>
                <a:cubicBezTo>
                  <a:pt x="7900110" y="5151721"/>
                  <a:pt x="7892736" y="5169727"/>
                  <a:pt x="7892736" y="5191577"/>
                </a:cubicBezTo>
                <a:cubicBezTo>
                  <a:pt x="7892736" y="5215045"/>
                  <a:pt x="7901458" y="5234018"/>
                  <a:pt x="7918902" y="5248494"/>
                </a:cubicBezTo>
                <a:cubicBezTo>
                  <a:pt x="7933109" y="5260184"/>
                  <a:pt x="7951722" y="5266028"/>
                  <a:pt x="7974740" y="5266028"/>
                </a:cubicBezTo>
                <a:cubicBezTo>
                  <a:pt x="8000547" y="5266028"/>
                  <a:pt x="8020756" y="5258992"/>
                  <a:pt x="8035367" y="5244920"/>
                </a:cubicBezTo>
                <a:cubicBezTo>
                  <a:pt x="8049979" y="5230848"/>
                  <a:pt x="8057284" y="5212797"/>
                  <a:pt x="8057284" y="5190767"/>
                </a:cubicBezTo>
                <a:cubicBezTo>
                  <a:pt x="8057284" y="5171166"/>
                  <a:pt x="8051395" y="5154666"/>
                  <a:pt x="8039616" y="5141268"/>
                </a:cubicBezTo>
                <a:cubicBezTo>
                  <a:pt x="8024959" y="5124634"/>
                  <a:pt x="8003289" y="5116316"/>
                  <a:pt x="7974606" y="5116316"/>
                </a:cubicBezTo>
                <a:close/>
                <a:moveTo>
                  <a:pt x="7069731" y="5116316"/>
                </a:moveTo>
                <a:cubicBezTo>
                  <a:pt x="7044644" y="5116316"/>
                  <a:pt x="7024727" y="5123397"/>
                  <a:pt x="7009981" y="5137559"/>
                </a:cubicBezTo>
                <a:cubicBezTo>
                  <a:pt x="6995234" y="5151721"/>
                  <a:pt x="6987861" y="5169727"/>
                  <a:pt x="6987861" y="5191577"/>
                </a:cubicBezTo>
                <a:cubicBezTo>
                  <a:pt x="6987861" y="5215045"/>
                  <a:pt x="6996583" y="5234018"/>
                  <a:pt x="7014027" y="5248494"/>
                </a:cubicBezTo>
                <a:cubicBezTo>
                  <a:pt x="7028234" y="5260184"/>
                  <a:pt x="7046847" y="5266028"/>
                  <a:pt x="7069865" y="5266028"/>
                </a:cubicBezTo>
                <a:cubicBezTo>
                  <a:pt x="7095672" y="5266028"/>
                  <a:pt x="7115880" y="5258992"/>
                  <a:pt x="7130492" y="5244920"/>
                </a:cubicBezTo>
                <a:cubicBezTo>
                  <a:pt x="7145104" y="5230848"/>
                  <a:pt x="7152409" y="5212797"/>
                  <a:pt x="7152409" y="5190767"/>
                </a:cubicBezTo>
                <a:cubicBezTo>
                  <a:pt x="7152409" y="5171166"/>
                  <a:pt x="7146520" y="5154666"/>
                  <a:pt x="7134741" y="5141268"/>
                </a:cubicBezTo>
                <a:cubicBezTo>
                  <a:pt x="7120084" y="5124634"/>
                  <a:pt x="7098414" y="5116316"/>
                  <a:pt x="7069731" y="5116316"/>
                </a:cubicBezTo>
                <a:close/>
                <a:moveTo>
                  <a:pt x="9699974" y="5065064"/>
                </a:moveTo>
                <a:lnTo>
                  <a:pt x="9699974" y="5262791"/>
                </a:lnTo>
                <a:lnTo>
                  <a:pt x="9751362" y="5262791"/>
                </a:lnTo>
                <a:lnTo>
                  <a:pt x="9751362" y="5241616"/>
                </a:lnTo>
                <a:cubicBezTo>
                  <a:pt x="9758466" y="5250517"/>
                  <a:pt x="9765030" y="5256587"/>
                  <a:pt x="9771054" y="5259824"/>
                </a:cubicBezTo>
                <a:cubicBezTo>
                  <a:pt x="9779056" y="5263960"/>
                  <a:pt x="9787868" y="5266028"/>
                  <a:pt x="9797490" y="5266028"/>
                </a:cubicBezTo>
                <a:cubicBezTo>
                  <a:pt x="9808729" y="5266028"/>
                  <a:pt x="9818957" y="5263083"/>
                  <a:pt x="9828174" y="5257194"/>
                </a:cubicBezTo>
                <a:cubicBezTo>
                  <a:pt x="9837390" y="5251304"/>
                  <a:pt x="9844606" y="5242402"/>
                  <a:pt x="9849821" y="5230488"/>
                </a:cubicBezTo>
                <a:cubicBezTo>
                  <a:pt x="9855036" y="5218575"/>
                  <a:pt x="9857644" y="5204795"/>
                  <a:pt x="9857644" y="5189149"/>
                </a:cubicBezTo>
                <a:cubicBezTo>
                  <a:pt x="9857644" y="5165681"/>
                  <a:pt x="9851934" y="5147675"/>
                  <a:pt x="9840515" y="5135131"/>
                </a:cubicBezTo>
                <a:cubicBezTo>
                  <a:pt x="9829096" y="5122588"/>
                  <a:pt x="9814664" y="5116316"/>
                  <a:pt x="9797220" y="5116316"/>
                </a:cubicBezTo>
                <a:cubicBezTo>
                  <a:pt x="9788768" y="5116316"/>
                  <a:pt x="9781057" y="5117755"/>
                  <a:pt x="9774088" y="5120632"/>
                </a:cubicBezTo>
                <a:cubicBezTo>
                  <a:pt x="9767120" y="5123510"/>
                  <a:pt x="9760893" y="5127826"/>
                  <a:pt x="9755408" y="5133580"/>
                </a:cubicBezTo>
                <a:lnTo>
                  <a:pt x="9755408" y="5065064"/>
                </a:lnTo>
                <a:close/>
                <a:moveTo>
                  <a:pt x="9273103" y="5065064"/>
                </a:moveTo>
                <a:lnTo>
                  <a:pt x="9273103" y="5102424"/>
                </a:lnTo>
                <a:lnTo>
                  <a:pt x="9327997" y="5102424"/>
                </a:lnTo>
                <a:lnTo>
                  <a:pt x="9327997" y="5065064"/>
                </a:lnTo>
                <a:close/>
                <a:moveTo>
                  <a:pt x="9084491" y="5065064"/>
                </a:moveTo>
                <a:lnTo>
                  <a:pt x="9084491" y="5262791"/>
                </a:lnTo>
                <a:lnTo>
                  <a:pt x="9145860" y="5262791"/>
                </a:lnTo>
                <a:lnTo>
                  <a:pt x="9145860" y="5182001"/>
                </a:lnTo>
                <a:lnTo>
                  <a:pt x="9222469" y="5182001"/>
                </a:lnTo>
                <a:lnTo>
                  <a:pt x="9222469" y="5142077"/>
                </a:lnTo>
                <a:lnTo>
                  <a:pt x="9145860" y="5142077"/>
                </a:lnTo>
                <a:lnTo>
                  <a:pt x="9145860" y="5107549"/>
                </a:lnTo>
                <a:lnTo>
                  <a:pt x="9235552" y="5107549"/>
                </a:lnTo>
                <a:lnTo>
                  <a:pt x="9235552" y="5065064"/>
                </a:lnTo>
                <a:close/>
                <a:moveTo>
                  <a:pt x="8406328" y="5065064"/>
                </a:moveTo>
                <a:lnTo>
                  <a:pt x="8406328" y="5102424"/>
                </a:lnTo>
                <a:lnTo>
                  <a:pt x="8461222" y="5102424"/>
                </a:lnTo>
                <a:lnTo>
                  <a:pt x="8461222" y="5065064"/>
                </a:lnTo>
                <a:close/>
                <a:moveTo>
                  <a:pt x="8337179" y="5065064"/>
                </a:moveTo>
                <a:lnTo>
                  <a:pt x="8282150" y="5093253"/>
                </a:lnTo>
                <a:lnTo>
                  <a:pt x="8282150" y="5119553"/>
                </a:lnTo>
                <a:lnTo>
                  <a:pt x="8261918" y="5119553"/>
                </a:lnTo>
                <a:lnTo>
                  <a:pt x="8261918" y="5159746"/>
                </a:lnTo>
                <a:lnTo>
                  <a:pt x="8282150" y="5159746"/>
                </a:lnTo>
                <a:lnTo>
                  <a:pt x="8282150" y="5210126"/>
                </a:lnTo>
                <a:cubicBezTo>
                  <a:pt x="8282150" y="5226111"/>
                  <a:pt x="8283701" y="5237672"/>
                  <a:pt x="8286803" y="5244812"/>
                </a:cubicBezTo>
                <a:cubicBezTo>
                  <a:pt x="8289905" y="5251951"/>
                  <a:pt x="8294693" y="5257272"/>
                  <a:pt x="8301167" y="5260774"/>
                </a:cubicBezTo>
                <a:cubicBezTo>
                  <a:pt x="8307641" y="5264277"/>
                  <a:pt x="8317712" y="5266028"/>
                  <a:pt x="8331379" y="5266028"/>
                </a:cubicBezTo>
                <a:cubicBezTo>
                  <a:pt x="8343158" y="5266028"/>
                  <a:pt x="8355836" y="5264544"/>
                  <a:pt x="8369414" y="5261577"/>
                </a:cubicBezTo>
                <a:lnTo>
                  <a:pt x="8365368" y="5223684"/>
                </a:lnTo>
                <a:cubicBezTo>
                  <a:pt x="8358085" y="5226017"/>
                  <a:pt x="8352420" y="5227184"/>
                  <a:pt x="8348373" y="5227184"/>
                </a:cubicBezTo>
                <a:cubicBezTo>
                  <a:pt x="8343878" y="5227184"/>
                  <a:pt x="8340730" y="5225658"/>
                  <a:pt x="8338932" y="5222607"/>
                </a:cubicBezTo>
                <a:cubicBezTo>
                  <a:pt x="8337763" y="5220633"/>
                  <a:pt x="8337179" y="5216595"/>
                  <a:pt x="8337179" y="5210493"/>
                </a:cubicBezTo>
                <a:lnTo>
                  <a:pt x="8337179" y="5159746"/>
                </a:lnTo>
                <a:lnTo>
                  <a:pt x="8367391" y="5159746"/>
                </a:lnTo>
                <a:lnTo>
                  <a:pt x="8367391" y="5119553"/>
                </a:lnTo>
                <a:lnTo>
                  <a:pt x="8337179" y="5119553"/>
                </a:lnTo>
                <a:close/>
                <a:moveTo>
                  <a:pt x="7665266" y="5065064"/>
                </a:moveTo>
                <a:lnTo>
                  <a:pt x="7665266" y="5262791"/>
                </a:lnTo>
                <a:lnTo>
                  <a:pt x="7726365" y="5262791"/>
                </a:lnTo>
                <a:lnTo>
                  <a:pt x="7726365" y="5182810"/>
                </a:lnTo>
                <a:lnTo>
                  <a:pt x="7793128" y="5182810"/>
                </a:lnTo>
                <a:lnTo>
                  <a:pt x="7793128" y="5262791"/>
                </a:lnTo>
                <a:lnTo>
                  <a:pt x="7854497" y="5262791"/>
                </a:lnTo>
                <a:lnTo>
                  <a:pt x="7854497" y="5065064"/>
                </a:lnTo>
                <a:lnTo>
                  <a:pt x="7793128" y="5065064"/>
                </a:lnTo>
                <a:lnTo>
                  <a:pt x="7793128" y="5134255"/>
                </a:lnTo>
                <a:lnTo>
                  <a:pt x="7726365" y="5134255"/>
                </a:lnTo>
                <a:lnTo>
                  <a:pt x="7726365" y="5065064"/>
                </a:lnTo>
                <a:close/>
                <a:moveTo>
                  <a:pt x="7470962" y="5065064"/>
                </a:moveTo>
                <a:lnTo>
                  <a:pt x="7470962" y="5133580"/>
                </a:lnTo>
                <a:cubicBezTo>
                  <a:pt x="7465567" y="5127826"/>
                  <a:pt x="7459385" y="5123510"/>
                  <a:pt x="7452417" y="5120632"/>
                </a:cubicBezTo>
                <a:cubicBezTo>
                  <a:pt x="7445448" y="5117755"/>
                  <a:pt x="7437693" y="5116316"/>
                  <a:pt x="7429150" y="5116316"/>
                </a:cubicBezTo>
                <a:cubicBezTo>
                  <a:pt x="7411617" y="5116316"/>
                  <a:pt x="7397163" y="5122611"/>
                  <a:pt x="7385788" y="5135199"/>
                </a:cubicBezTo>
                <a:cubicBezTo>
                  <a:pt x="7374414" y="5147787"/>
                  <a:pt x="7368726" y="5165950"/>
                  <a:pt x="7368726" y="5189688"/>
                </a:cubicBezTo>
                <a:cubicBezTo>
                  <a:pt x="7368726" y="5210909"/>
                  <a:pt x="7373874" y="5228937"/>
                  <a:pt x="7384170" y="5243774"/>
                </a:cubicBezTo>
                <a:cubicBezTo>
                  <a:pt x="7394465" y="5258610"/>
                  <a:pt x="7409369" y="5266028"/>
                  <a:pt x="7428881" y="5266028"/>
                </a:cubicBezTo>
                <a:cubicBezTo>
                  <a:pt x="7438592" y="5266028"/>
                  <a:pt x="7447404" y="5263960"/>
                  <a:pt x="7455316" y="5259824"/>
                </a:cubicBezTo>
                <a:cubicBezTo>
                  <a:pt x="7461251" y="5256677"/>
                  <a:pt x="7467815" y="5250607"/>
                  <a:pt x="7475008" y="5241616"/>
                </a:cubicBezTo>
                <a:lnTo>
                  <a:pt x="7475008" y="5262791"/>
                </a:lnTo>
                <a:lnTo>
                  <a:pt x="7526396" y="5262791"/>
                </a:lnTo>
                <a:lnTo>
                  <a:pt x="7526396" y="5065064"/>
                </a:lnTo>
                <a:close/>
                <a:moveTo>
                  <a:pt x="6891718" y="5065064"/>
                </a:moveTo>
                <a:lnTo>
                  <a:pt x="6891718" y="5262791"/>
                </a:lnTo>
                <a:lnTo>
                  <a:pt x="6946747" y="5262791"/>
                </a:lnTo>
                <a:lnTo>
                  <a:pt x="6946747" y="5065064"/>
                </a:lnTo>
                <a:close/>
                <a:moveTo>
                  <a:pt x="10614007" y="5061692"/>
                </a:moveTo>
                <a:cubicBezTo>
                  <a:pt x="10601958" y="5061692"/>
                  <a:pt x="10592809" y="5063063"/>
                  <a:pt x="10586560" y="5065805"/>
                </a:cubicBezTo>
                <a:cubicBezTo>
                  <a:pt x="10580311" y="5068548"/>
                  <a:pt x="10575456" y="5072145"/>
                  <a:pt x="10571994" y="5076595"/>
                </a:cubicBezTo>
                <a:cubicBezTo>
                  <a:pt x="10568532" y="5081046"/>
                  <a:pt x="10566172" y="5086778"/>
                  <a:pt x="10564912" y="5093792"/>
                </a:cubicBezTo>
                <a:cubicBezTo>
                  <a:pt x="10563654" y="5100806"/>
                  <a:pt x="10563024" y="5107235"/>
                  <a:pt x="10563024" y="5113079"/>
                </a:cubicBezTo>
                <a:lnTo>
                  <a:pt x="10563024" y="5119553"/>
                </a:lnTo>
                <a:lnTo>
                  <a:pt x="10542523" y="5119553"/>
                </a:lnTo>
                <a:lnTo>
                  <a:pt x="10542523" y="5159746"/>
                </a:lnTo>
                <a:lnTo>
                  <a:pt x="10563024" y="5159746"/>
                </a:lnTo>
                <a:lnTo>
                  <a:pt x="10563024" y="5262791"/>
                </a:lnTo>
                <a:lnTo>
                  <a:pt x="10618054" y="5262791"/>
                </a:lnTo>
                <a:lnTo>
                  <a:pt x="10618054" y="5159746"/>
                </a:lnTo>
                <a:lnTo>
                  <a:pt x="10644219" y="5159746"/>
                </a:lnTo>
                <a:lnTo>
                  <a:pt x="10644219" y="5119553"/>
                </a:lnTo>
                <a:lnTo>
                  <a:pt x="10618054" y="5119553"/>
                </a:lnTo>
                <a:cubicBezTo>
                  <a:pt x="10618054" y="5113169"/>
                  <a:pt x="10618278" y="5108988"/>
                  <a:pt x="10618728" y="5107010"/>
                </a:cubicBezTo>
                <a:cubicBezTo>
                  <a:pt x="10619627" y="5103413"/>
                  <a:pt x="10621156" y="5100783"/>
                  <a:pt x="10623314" y="5099120"/>
                </a:cubicBezTo>
                <a:cubicBezTo>
                  <a:pt x="10625472" y="5097456"/>
                  <a:pt x="10629024" y="5096624"/>
                  <a:pt x="10633968" y="5096624"/>
                </a:cubicBezTo>
                <a:cubicBezTo>
                  <a:pt x="10638015" y="5096624"/>
                  <a:pt x="10643320" y="5097164"/>
                  <a:pt x="10649884" y="5098243"/>
                </a:cubicBezTo>
                <a:lnTo>
                  <a:pt x="10655954" y="5065064"/>
                </a:lnTo>
                <a:cubicBezTo>
                  <a:pt x="10637610" y="5062816"/>
                  <a:pt x="10623628" y="5061692"/>
                  <a:pt x="10614007" y="5061692"/>
                </a:cubicBezTo>
                <a:close/>
                <a:moveTo>
                  <a:pt x="6757666" y="5061692"/>
                </a:moveTo>
                <a:cubicBezTo>
                  <a:pt x="6725835" y="5061692"/>
                  <a:pt x="6701221" y="5070475"/>
                  <a:pt x="6683822" y="5088043"/>
                </a:cubicBezTo>
                <a:cubicBezTo>
                  <a:pt x="6666423" y="5105610"/>
                  <a:pt x="6657723" y="5130748"/>
                  <a:pt x="6657723" y="5163455"/>
                </a:cubicBezTo>
                <a:cubicBezTo>
                  <a:pt x="6657723" y="5187987"/>
                  <a:pt x="6662669" y="5208116"/>
                  <a:pt x="6672560" y="5223840"/>
                </a:cubicBezTo>
                <a:cubicBezTo>
                  <a:pt x="6682450" y="5239565"/>
                  <a:pt x="6694207" y="5250550"/>
                  <a:pt x="6707829" y="5256795"/>
                </a:cubicBezTo>
                <a:cubicBezTo>
                  <a:pt x="6721452" y="5263040"/>
                  <a:pt x="6739008" y="5266163"/>
                  <a:pt x="6760498" y="5266163"/>
                </a:cubicBezTo>
                <a:cubicBezTo>
                  <a:pt x="6778212" y="5266163"/>
                  <a:pt x="6792801" y="5263600"/>
                  <a:pt x="6804265" y="5258475"/>
                </a:cubicBezTo>
                <a:cubicBezTo>
                  <a:pt x="6815730" y="5253350"/>
                  <a:pt x="6825328" y="5245752"/>
                  <a:pt x="6833061" y="5235681"/>
                </a:cubicBezTo>
                <a:cubicBezTo>
                  <a:pt x="6840794" y="5225610"/>
                  <a:pt x="6846459" y="5213067"/>
                  <a:pt x="6850056" y="5198051"/>
                </a:cubicBezTo>
                <a:lnTo>
                  <a:pt x="6796510" y="5181866"/>
                </a:lnTo>
                <a:cubicBezTo>
                  <a:pt x="6793813" y="5194364"/>
                  <a:pt x="6789474" y="5203895"/>
                  <a:pt x="6783495" y="5210459"/>
                </a:cubicBezTo>
                <a:cubicBezTo>
                  <a:pt x="6777515" y="5217023"/>
                  <a:pt x="6768681" y="5220305"/>
                  <a:pt x="6756992" y="5220305"/>
                </a:cubicBezTo>
                <a:cubicBezTo>
                  <a:pt x="6744943" y="5220305"/>
                  <a:pt x="6735591" y="5216242"/>
                  <a:pt x="6728937" y="5208114"/>
                </a:cubicBezTo>
                <a:cubicBezTo>
                  <a:pt x="6722284" y="5199986"/>
                  <a:pt x="6718957" y="5184965"/>
                  <a:pt x="6718957" y="5163051"/>
                </a:cubicBezTo>
                <a:cubicBezTo>
                  <a:pt x="6718957" y="5145360"/>
                  <a:pt x="6721744" y="5132383"/>
                  <a:pt x="6727319" y="5124120"/>
                </a:cubicBezTo>
                <a:cubicBezTo>
                  <a:pt x="6734692" y="5112983"/>
                  <a:pt x="6745302" y="5107414"/>
                  <a:pt x="6759150" y="5107414"/>
                </a:cubicBezTo>
                <a:cubicBezTo>
                  <a:pt x="6765264" y="5107414"/>
                  <a:pt x="6770794" y="5108673"/>
                  <a:pt x="6775739" y="5111191"/>
                </a:cubicBezTo>
                <a:cubicBezTo>
                  <a:pt x="6780685" y="5113709"/>
                  <a:pt x="6784866" y="5117305"/>
                  <a:pt x="6788283" y="5121981"/>
                </a:cubicBezTo>
                <a:cubicBezTo>
                  <a:pt x="6790351" y="5124769"/>
                  <a:pt x="6792329" y="5129174"/>
                  <a:pt x="6794217" y="5135199"/>
                </a:cubicBezTo>
                <a:lnTo>
                  <a:pt x="6848167" y="5123195"/>
                </a:lnTo>
                <a:cubicBezTo>
                  <a:pt x="6841244" y="5102334"/>
                  <a:pt x="6830656" y="5086869"/>
                  <a:pt x="6816404" y="5076798"/>
                </a:cubicBezTo>
                <a:cubicBezTo>
                  <a:pt x="6802152" y="5066727"/>
                  <a:pt x="6782573" y="5061692"/>
                  <a:pt x="6757666" y="5061692"/>
                </a:cubicBezTo>
                <a:close/>
                <a:moveTo>
                  <a:pt x="6389753" y="5051306"/>
                </a:moveTo>
                <a:cubicBezTo>
                  <a:pt x="6367004" y="5064254"/>
                  <a:pt x="6343716" y="5082822"/>
                  <a:pt x="6319888" y="5107010"/>
                </a:cubicBezTo>
                <a:cubicBezTo>
                  <a:pt x="6296060" y="5131198"/>
                  <a:pt x="6276548" y="5156104"/>
                  <a:pt x="6261352" y="5181731"/>
                </a:cubicBezTo>
                <a:lnTo>
                  <a:pt x="6257171" y="5172290"/>
                </a:lnTo>
                <a:cubicBezTo>
                  <a:pt x="6248719" y="5153497"/>
                  <a:pt x="6241031" y="5144101"/>
                  <a:pt x="6234107" y="5144101"/>
                </a:cubicBezTo>
                <a:cubicBezTo>
                  <a:pt x="6226015" y="5144101"/>
                  <a:pt x="6217113" y="5149226"/>
                  <a:pt x="6207402" y="5159476"/>
                </a:cubicBezTo>
                <a:cubicBezTo>
                  <a:pt x="6213157" y="5161455"/>
                  <a:pt x="6218349" y="5165456"/>
                  <a:pt x="6222980" y="5171480"/>
                </a:cubicBezTo>
                <a:cubicBezTo>
                  <a:pt x="6227611" y="5177505"/>
                  <a:pt x="6232624" y="5186811"/>
                  <a:pt x="6238019" y="5199400"/>
                </a:cubicBezTo>
                <a:lnTo>
                  <a:pt x="6241795" y="5208166"/>
                </a:lnTo>
                <a:cubicBezTo>
                  <a:pt x="6245751" y="5217788"/>
                  <a:pt x="6248314" y="5224711"/>
                  <a:pt x="6249483" y="5228937"/>
                </a:cubicBezTo>
                <a:cubicBezTo>
                  <a:pt x="6252450" y="5226150"/>
                  <a:pt x="6258070" y="5221879"/>
                  <a:pt x="6266342" y="5216124"/>
                </a:cubicBezTo>
                <a:lnTo>
                  <a:pt x="6276323" y="5209380"/>
                </a:lnTo>
                <a:cubicBezTo>
                  <a:pt x="6288732" y="5183214"/>
                  <a:pt x="6306715" y="5155071"/>
                  <a:pt x="6330273" y="5124948"/>
                </a:cubicBezTo>
                <a:cubicBezTo>
                  <a:pt x="6353832" y="5094826"/>
                  <a:pt x="6375232" y="5072527"/>
                  <a:pt x="6394474" y="5058050"/>
                </a:cubicBezTo>
                <a:close/>
                <a:moveTo>
                  <a:pt x="9604590" y="4864862"/>
                </a:moveTo>
                <a:lnTo>
                  <a:pt x="9604590" y="4919891"/>
                </a:lnTo>
                <a:lnTo>
                  <a:pt x="9663260" y="4919891"/>
                </a:lnTo>
                <a:lnTo>
                  <a:pt x="9663260" y="4864862"/>
                </a:lnTo>
                <a:close/>
                <a:moveTo>
                  <a:pt x="8616254" y="4851914"/>
                </a:moveTo>
                <a:lnTo>
                  <a:pt x="8616254" y="4860681"/>
                </a:lnTo>
                <a:cubicBezTo>
                  <a:pt x="8616254" y="4867515"/>
                  <a:pt x="8615153" y="4873067"/>
                  <a:pt x="8612950" y="4877338"/>
                </a:cubicBezTo>
                <a:cubicBezTo>
                  <a:pt x="8610747" y="4881609"/>
                  <a:pt x="8607016" y="4885228"/>
                  <a:pt x="8601756" y="4888195"/>
                </a:cubicBezTo>
                <a:cubicBezTo>
                  <a:pt x="8596495" y="4891163"/>
                  <a:pt x="8590808" y="4892646"/>
                  <a:pt x="8584694" y="4892646"/>
                </a:cubicBezTo>
                <a:cubicBezTo>
                  <a:pt x="8578849" y="4892646"/>
                  <a:pt x="8574421" y="4891275"/>
                  <a:pt x="8571408" y="4888532"/>
                </a:cubicBezTo>
                <a:cubicBezTo>
                  <a:pt x="8568396" y="4885790"/>
                  <a:pt x="8566890" y="4882261"/>
                  <a:pt x="8566890" y="4877945"/>
                </a:cubicBezTo>
                <a:cubicBezTo>
                  <a:pt x="8566890" y="4874168"/>
                  <a:pt x="8568419" y="4870796"/>
                  <a:pt x="8571476" y="4867829"/>
                </a:cubicBezTo>
                <a:cubicBezTo>
                  <a:pt x="8574443" y="4864952"/>
                  <a:pt x="8581502" y="4862029"/>
                  <a:pt x="8592652" y="4859062"/>
                </a:cubicBezTo>
                <a:cubicBezTo>
                  <a:pt x="8600834" y="4856994"/>
                  <a:pt x="8608702" y="4854611"/>
                  <a:pt x="8616254" y="4851914"/>
                </a:cubicBezTo>
                <a:close/>
                <a:moveTo>
                  <a:pt x="8235255" y="4851914"/>
                </a:moveTo>
                <a:lnTo>
                  <a:pt x="8235255" y="4860681"/>
                </a:lnTo>
                <a:cubicBezTo>
                  <a:pt x="8235255" y="4867515"/>
                  <a:pt x="8234153" y="4873067"/>
                  <a:pt x="8231950" y="4877338"/>
                </a:cubicBezTo>
                <a:cubicBezTo>
                  <a:pt x="8229747" y="4881609"/>
                  <a:pt x="8226016" y="4885228"/>
                  <a:pt x="8220756" y="4888195"/>
                </a:cubicBezTo>
                <a:cubicBezTo>
                  <a:pt x="8215495" y="4891163"/>
                  <a:pt x="8209808" y="4892646"/>
                  <a:pt x="8203694" y="4892646"/>
                </a:cubicBezTo>
                <a:cubicBezTo>
                  <a:pt x="8197849" y="4892646"/>
                  <a:pt x="8193421" y="4891275"/>
                  <a:pt x="8190409" y="4888532"/>
                </a:cubicBezTo>
                <a:cubicBezTo>
                  <a:pt x="8187397" y="4885790"/>
                  <a:pt x="8185890" y="4882261"/>
                  <a:pt x="8185890" y="4877945"/>
                </a:cubicBezTo>
                <a:cubicBezTo>
                  <a:pt x="8185890" y="4874168"/>
                  <a:pt x="8187419" y="4870796"/>
                  <a:pt x="8190476" y="4867829"/>
                </a:cubicBezTo>
                <a:cubicBezTo>
                  <a:pt x="8193443" y="4864952"/>
                  <a:pt x="8200502" y="4862029"/>
                  <a:pt x="8211652" y="4859062"/>
                </a:cubicBezTo>
                <a:cubicBezTo>
                  <a:pt x="8219834" y="4856994"/>
                  <a:pt x="8227702" y="4854611"/>
                  <a:pt x="8235255" y="4851914"/>
                </a:cubicBezTo>
                <a:close/>
                <a:moveTo>
                  <a:pt x="7949505" y="4851914"/>
                </a:moveTo>
                <a:lnTo>
                  <a:pt x="7949505" y="4860681"/>
                </a:lnTo>
                <a:cubicBezTo>
                  <a:pt x="7949505" y="4867515"/>
                  <a:pt x="7948403" y="4873067"/>
                  <a:pt x="7946200" y="4877338"/>
                </a:cubicBezTo>
                <a:cubicBezTo>
                  <a:pt x="7943997" y="4881609"/>
                  <a:pt x="7940266" y="4885228"/>
                  <a:pt x="7935006" y="4888195"/>
                </a:cubicBezTo>
                <a:cubicBezTo>
                  <a:pt x="7929746" y="4891163"/>
                  <a:pt x="7924058" y="4892646"/>
                  <a:pt x="7917944" y="4892646"/>
                </a:cubicBezTo>
                <a:cubicBezTo>
                  <a:pt x="7912099" y="4892646"/>
                  <a:pt x="7907671" y="4891275"/>
                  <a:pt x="7904659" y="4888532"/>
                </a:cubicBezTo>
                <a:cubicBezTo>
                  <a:pt x="7901647" y="4885790"/>
                  <a:pt x="7900140" y="4882261"/>
                  <a:pt x="7900140" y="4877945"/>
                </a:cubicBezTo>
                <a:cubicBezTo>
                  <a:pt x="7900140" y="4874168"/>
                  <a:pt x="7901669" y="4870796"/>
                  <a:pt x="7904726" y="4867829"/>
                </a:cubicBezTo>
                <a:cubicBezTo>
                  <a:pt x="7907693" y="4864952"/>
                  <a:pt x="7914752" y="4862029"/>
                  <a:pt x="7925902" y="4859062"/>
                </a:cubicBezTo>
                <a:cubicBezTo>
                  <a:pt x="7934084" y="4856994"/>
                  <a:pt x="7941952" y="4854611"/>
                  <a:pt x="7949505" y="4851914"/>
                </a:cubicBezTo>
                <a:close/>
                <a:moveTo>
                  <a:pt x="7625655" y="4851914"/>
                </a:moveTo>
                <a:lnTo>
                  <a:pt x="7625655" y="4860681"/>
                </a:lnTo>
                <a:cubicBezTo>
                  <a:pt x="7625655" y="4867515"/>
                  <a:pt x="7624553" y="4873067"/>
                  <a:pt x="7622350" y="4877338"/>
                </a:cubicBezTo>
                <a:cubicBezTo>
                  <a:pt x="7620147" y="4881609"/>
                  <a:pt x="7616416" y="4885228"/>
                  <a:pt x="7611156" y="4888195"/>
                </a:cubicBezTo>
                <a:cubicBezTo>
                  <a:pt x="7605896" y="4891163"/>
                  <a:pt x="7600208" y="4892646"/>
                  <a:pt x="7594094" y="4892646"/>
                </a:cubicBezTo>
                <a:cubicBezTo>
                  <a:pt x="7588249" y="4892646"/>
                  <a:pt x="7583821" y="4891275"/>
                  <a:pt x="7580809" y="4888532"/>
                </a:cubicBezTo>
                <a:cubicBezTo>
                  <a:pt x="7577797" y="4885790"/>
                  <a:pt x="7576290" y="4882261"/>
                  <a:pt x="7576290" y="4877945"/>
                </a:cubicBezTo>
                <a:cubicBezTo>
                  <a:pt x="7576290" y="4874168"/>
                  <a:pt x="7577819" y="4870796"/>
                  <a:pt x="7580876" y="4867829"/>
                </a:cubicBezTo>
                <a:cubicBezTo>
                  <a:pt x="7583843" y="4864952"/>
                  <a:pt x="7590902" y="4862029"/>
                  <a:pt x="7602052" y="4859062"/>
                </a:cubicBezTo>
                <a:cubicBezTo>
                  <a:pt x="7610234" y="4856994"/>
                  <a:pt x="7618102" y="4854611"/>
                  <a:pt x="7625655" y="4851914"/>
                </a:cubicBezTo>
                <a:close/>
                <a:moveTo>
                  <a:pt x="6758880" y="4851914"/>
                </a:moveTo>
                <a:lnTo>
                  <a:pt x="6758880" y="4860681"/>
                </a:lnTo>
                <a:cubicBezTo>
                  <a:pt x="6758880" y="4867515"/>
                  <a:pt x="6757778" y="4873067"/>
                  <a:pt x="6755575" y="4877338"/>
                </a:cubicBezTo>
                <a:cubicBezTo>
                  <a:pt x="6753372" y="4881609"/>
                  <a:pt x="6749641" y="4885228"/>
                  <a:pt x="6744381" y="4888195"/>
                </a:cubicBezTo>
                <a:cubicBezTo>
                  <a:pt x="6739121" y="4891163"/>
                  <a:pt x="6733433" y="4892646"/>
                  <a:pt x="6727319" y="4892646"/>
                </a:cubicBezTo>
                <a:cubicBezTo>
                  <a:pt x="6721474" y="4892646"/>
                  <a:pt x="6717046" y="4891275"/>
                  <a:pt x="6714034" y="4888532"/>
                </a:cubicBezTo>
                <a:cubicBezTo>
                  <a:pt x="6711021" y="4885790"/>
                  <a:pt x="6709515" y="4882261"/>
                  <a:pt x="6709515" y="4877945"/>
                </a:cubicBezTo>
                <a:cubicBezTo>
                  <a:pt x="6709515" y="4874168"/>
                  <a:pt x="6711044" y="4870796"/>
                  <a:pt x="6714101" y="4867829"/>
                </a:cubicBezTo>
                <a:cubicBezTo>
                  <a:pt x="6717068" y="4864952"/>
                  <a:pt x="6724127" y="4862029"/>
                  <a:pt x="6735277" y="4859062"/>
                </a:cubicBezTo>
                <a:cubicBezTo>
                  <a:pt x="6743459" y="4856994"/>
                  <a:pt x="6751327" y="4854611"/>
                  <a:pt x="6758880" y="4851914"/>
                </a:cubicBezTo>
                <a:close/>
                <a:moveTo>
                  <a:pt x="7408045" y="4814418"/>
                </a:moveTo>
                <a:cubicBezTo>
                  <a:pt x="7415328" y="4814418"/>
                  <a:pt x="7421353" y="4817183"/>
                  <a:pt x="7426118" y="4822713"/>
                </a:cubicBezTo>
                <a:cubicBezTo>
                  <a:pt x="7430884" y="4828243"/>
                  <a:pt x="7433267" y="4836628"/>
                  <a:pt x="7433267" y="4847867"/>
                </a:cubicBezTo>
                <a:cubicBezTo>
                  <a:pt x="7433267" y="4860276"/>
                  <a:pt x="7430929" y="4869223"/>
                  <a:pt x="7426253" y="4874708"/>
                </a:cubicBezTo>
                <a:cubicBezTo>
                  <a:pt x="7421577" y="4880193"/>
                  <a:pt x="7415733" y="4882935"/>
                  <a:pt x="7408719" y="4882935"/>
                </a:cubicBezTo>
                <a:cubicBezTo>
                  <a:pt x="7402155" y="4882935"/>
                  <a:pt x="7396648" y="4880215"/>
                  <a:pt x="7392197" y="4874775"/>
                </a:cubicBezTo>
                <a:cubicBezTo>
                  <a:pt x="7387746" y="4869335"/>
                  <a:pt x="7385521" y="4860771"/>
                  <a:pt x="7385521" y="4849081"/>
                </a:cubicBezTo>
                <a:cubicBezTo>
                  <a:pt x="7385521" y="4836583"/>
                  <a:pt x="7387679" y="4827681"/>
                  <a:pt x="7391995" y="4822376"/>
                </a:cubicBezTo>
                <a:cubicBezTo>
                  <a:pt x="7396311" y="4817071"/>
                  <a:pt x="7401661" y="4814418"/>
                  <a:pt x="7408045" y="4814418"/>
                </a:cubicBezTo>
                <a:close/>
                <a:moveTo>
                  <a:pt x="7112770" y="4814418"/>
                </a:moveTo>
                <a:cubicBezTo>
                  <a:pt x="7120053" y="4814418"/>
                  <a:pt x="7126078" y="4817183"/>
                  <a:pt x="7130843" y="4822713"/>
                </a:cubicBezTo>
                <a:cubicBezTo>
                  <a:pt x="7135609" y="4828243"/>
                  <a:pt x="7137992" y="4836628"/>
                  <a:pt x="7137992" y="4847867"/>
                </a:cubicBezTo>
                <a:cubicBezTo>
                  <a:pt x="7137992" y="4860276"/>
                  <a:pt x="7135654" y="4869223"/>
                  <a:pt x="7130978" y="4874708"/>
                </a:cubicBezTo>
                <a:cubicBezTo>
                  <a:pt x="7126302" y="4880193"/>
                  <a:pt x="7120458" y="4882935"/>
                  <a:pt x="7113444" y="4882935"/>
                </a:cubicBezTo>
                <a:cubicBezTo>
                  <a:pt x="7106880" y="4882935"/>
                  <a:pt x="7101373" y="4880215"/>
                  <a:pt x="7096922" y="4874775"/>
                </a:cubicBezTo>
                <a:cubicBezTo>
                  <a:pt x="7092471" y="4869335"/>
                  <a:pt x="7090246" y="4860771"/>
                  <a:pt x="7090246" y="4849081"/>
                </a:cubicBezTo>
                <a:cubicBezTo>
                  <a:pt x="7090246" y="4836583"/>
                  <a:pt x="7092404" y="4827681"/>
                  <a:pt x="7096720" y="4822376"/>
                </a:cubicBezTo>
                <a:cubicBezTo>
                  <a:pt x="7101036" y="4817071"/>
                  <a:pt x="7106386" y="4814418"/>
                  <a:pt x="7112770" y="4814418"/>
                </a:cubicBezTo>
                <a:close/>
                <a:moveTo>
                  <a:pt x="9130228" y="4776653"/>
                </a:moveTo>
                <a:lnTo>
                  <a:pt x="9130228" y="4919891"/>
                </a:lnTo>
                <a:lnTo>
                  <a:pt x="9185122" y="4919891"/>
                </a:lnTo>
                <a:lnTo>
                  <a:pt x="9185122" y="4776653"/>
                </a:lnTo>
                <a:close/>
                <a:moveTo>
                  <a:pt x="8798099" y="4776653"/>
                </a:moveTo>
                <a:lnTo>
                  <a:pt x="8858207" y="4919866"/>
                </a:lnTo>
                <a:cubicBezTo>
                  <a:pt x="8855423" y="4927519"/>
                  <a:pt x="8852032" y="4932830"/>
                  <a:pt x="8848034" y="4935801"/>
                </a:cubicBezTo>
                <a:cubicBezTo>
                  <a:pt x="8844036" y="4938772"/>
                  <a:pt x="8838803" y="4940257"/>
                  <a:pt x="8832334" y="4940257"/>
                </a:cubicBezTo>
                <a:cubicBezTo>
                  <a:pt x="8822632" y="4940257"/>
                  <a:pt x="8813828" y="4938999"/>
                  <a:pt x="8805922" y="4936481"/>
                </a:cubicBezTo>
                <a:lnTo>
                  <a:pt x="8810234" y="4974785"/>
                </a:lnTo>
                <a:cubicBezTo>
                  <a:pt x="8826772" y="4976943"/>
                  <a:pt x="8838995" y="4978022"/>
                  <a:pt x="8846905" y="4978022"/>
                </a:cubicBezTo>
                <a:cubicBezTo>
                  <a:pt x="8866409" y="4978022"/>
                  <a:pt x="8880924" y="4973703"/>
                  <a:pt x="8890451" y="4965064"/>
                </a:cubicBezTo>
                <a:cubicBezTo>
                  <a:pt x="8897192" y="4958945"/>
                  <a:pt x="8903798" y="4947158"/>
                  <a:pt x="8910269" y="4929701"/>
                </a:cubicBezTo>
                <a:lnTo>
                  <a:pt x="8967098" y="4776653"/>
                </a:lnTo>
                <a:lnTo>
                  <a:pt x="8913005" y="4776653"/>
                </a:lnTo>
                <a:lnTo>
                  <a:pt x="8885566" y="4872010"/>
                </a:lnTo>
                <a:lnTo>
                  <a:pt x="8856022" y="4776653"/>
                </a:lnTo>
                <a:close/>
                <a:moveTo>
                  <a:pt x="9489434" y="4773416"/>
                </a:moveTo>
                <a:cubicBezTo>
                  <a:pt x="9473249" y="4773416"/>
                  <a:pt x="9460346" y="4775100"/>
                  <a:pt x="9450724" y="4778469"/>
                </a:cubicBezTo>
                <a:cubicBezTo>
                  <a:pt x="9441104" y="4781837"/>
                  <a:pt x="9433550" y="4786935"/>
                  <a:pt x="9428066" y="4793761"/>
                </a:cubicBezTo>
                <a:cubicBezTo>
                  <a:pt x="9422581" y="4800588"/>
                  <a:pt x="9419838" y="4808718"/>
                  <a:pt x="9419838" y="4818151"/>
                </a:cubicBezTo>
                <a:cubicBezTo>
                  <a:pt x="9419838" y="4826774"/>
                  <a:pt x="9422378" y="4834455"/>
                  <a:pt x="9427458" y="4841191"/>
                </a:cubicBezTo>
                <a:cubicBezTo>
                  <a:pt x="9432539" y="4847928"/>
                  <a:pt x="9438788" y="4852711"/>
                  <a:pt x="9446206" y="4855541"/>
                </a:cubicBezTo>
                <a:cubicBezTo>
                  <a:pt x="9453624" y="4858370"/>
                  <a:pt x="9466864" y="4861447"/>
                  <a:pt x="9485927" y="4864769"/>
                </a:cubicBezTo>
                <a:cubicBezTo>
                  <a:pt x="9498695" y="4867014"/>
                  <a:pt x="9506563" y="4868900"/>
                  <a:pt x="9509530" y="4870425"/>
                </a:cubicBezTo>
                <a:cubicBezTo>
                  <a:pt x="9513666" y="4872581"/>
                  <a:pt x="9515734" y="4875634"/>
                  <a:pt x="9515734" y="4879584"/>
                </a:cubicBezTo>
                <a:cubicBezTo>
                  <a:pt x="9515734" y="4883086"/>
                  <a:pt x="9514161" y="4886003"/>
                  <a:pt x="9511014" y="4888337"/>
                </a:cubicBezTo>
                <a:cubicBezTo>
                  <a:pt x="9506968" y="4891479"/>
                  <a:pt x="9501258" y="4893051"/>
                  <a:pt x="9493885" y="4893051"/>
                </a:cubicBezTo>
                <a:cubicBezTo>
                  <a:pt x="9487141" y="4893051"/>
                  <a:pt x="9481746" y="4891657"/>
                  <a:pt x="9477700" y="4888870"/>
                </a:cubicBezTo>
                <a:cubicBezTo>
                  <a:pt x="9473654" y="4886082"/>
                  <a:pt x="9470506" y="4881451"/>
                  <a:pt x="9468258" y="4874977"/>
                </a:cubicBezTo>
                <a:lnTo>
                  <a:pt x="9413769" y="4880103"/>
                </a:lnTo>
                <a:cubicBezTo>
                  <a:pt x="9416916" y="4893860"/>
                  <a:pt x="9424042" y="4904470"/>
                  <a:pt x="9435146" y="4911933"/>
                </a:cubicBezTo>
                <a:cubicBezTo>
                  <a:pt x="9446251" y="4919397"/>
                  <a:pt x="9464886" y="4923128"/>
                  <a:pt x="9491052" y="4923128"/>
                </a:cubicBezTo>
                <a:cubicBezTo>
                  <a:pt x="9509575" y="4923128"/>
                  <a:pt x="9524209" y="4920815"/>
                  <a:pt x="9534954" y="4916189"/>
                </a:cubicBezTo>
                <a:cubicBezTo>
                  <a:pt x="9545699" y="4911564"/>
                  <a:pt x="9553567" y="4905343"/>
                  <a:pt x="9558558" y="4897528"/>
                </a:cubicBezTo>
                <a:cubicBezTo>
                  <a:pt x="9563548" y="4889713"/>
                  <a:pt x="9566043" y="4881674"/>
                  <a:pt x="9566043" y="4873410"/>
                </a:cubicBezTo>
                <a:cubicBezTo>
                  <a:pt x="9566043" y="4865236"/>
                  <a:pt x="9563683" y="4857735"/>
                  <a:pt x="9558962" y="4850909"/>
                </a:cubicBezTo>
                <a:cubicBezTo>
                  <a:pt x="9554242" y="4844082"/>
                  <a:pt x="9547430" y="4838827"/>
                  <a:pt x="9538528" y="4835144"/>
                </a:cubicBezTo>
                <a:cubicBezTo>
                  <a:pt x="9529627" y="4831461"/>
                  <a:pt x="9516050" y="4828587"/>
                  <a:pt x="9497796" y="4826521"/>
                </a:cubicBezTo>
                <a:cubicBezTo>
                  <a:pt x="9485747" y="4825084"/>
                  <a:pt x="9477924" y="4823468"/>
                  <a:pt x="9474328" y="4821672"/>
                </a:cubicBezTo>
                <a:cubicBezTo>
                  <a:pt x="9470731" y="4819877"/>
                  <a:pt x="9468933" y="4817228"/>
                  <a:pt x="9468933" y="4813727"/>
                </a:cubicBezTo>
                <a:cubicBezTo>
                  <a:pt x="9468933" y="4810584"/>
                  <a:pt x="9470349" y="4807913"/>
                  <a:pt x="9473181" y="4805714"/>
                </a:cubicBezTo>
                <a:cubicBezTo>
                  <a:pt x="9476014" y="4803514"/>
                  <a:pt x="9480532" y="4802414"/>
                  <a:pt x="9486736" y="4802414"/>
                </a:cubicBezTo>
                <a:cubicBezTo>
                  <a:pt x="9492851" y="4802414"/>
                  <a:pt x="9498066" y="4803853"/>
                  <a:pt x="9502382" y="4806730"/>
                </a:cubicBezTo>
                <a:cubicBezTo>
                  <a:pt x="9505529" y="4808888"/>
                  <a:pt x="9507777" y="4812260"/>
                  <a:pt x="9509126" y="4816846"/>
                </a:cubicBezTo>
                <a:lnTo>
                  <a:pt x="9561188" y="4811721"/>
                </a:lnTo>
                <a:cubicBezTo>
                  <a:pt x="9557591" y="4802370"/>
                  <a:pt x="9553073" y="4794952"/>
                  <a:pt x="9547633" y="4789466"/>
                </a:cubicBezTo>
                <a:cubicBezTo>
                  <a:pt x="9542192" y="4783982"/>
                  <a:pt x="9535404" y="4779935"/>
                  <a:pt x="9527266" y="4777328"/>
                </a:cubicBezTo>
                <a:cubicBezTo>
                  <a:pt x="9519129" y="4774720"/>
                  <a:pt x="9506518" y="4773416"/>
                  <a:pt x="9489434" y="4773416"/>
                </a:cubicBezTo>
                <a:close/>
                <a:moveTo>
                  <a:pt x="9309859" y="4773416"/>
                </a:moveTo>
                <a:cubicBezTo>
                  <a:pt x="9293134" y="4773416"/>
                  <a:pt x="9279422" y="4775617"/>
                  <a:pt x="9268722" y="4780019"/>
                </a:cubicBezTo>
                <a:cubicBezTo>
                  <a:pt x="9261978" y="4782803"/>
                  <a:pt x="9255414" y="4787048"/>
                  <a:pt x="9249030" y="4792753"/>
                </a:cubicBezTo>
                <a:cubicBezTo>
                  <a:pt x="9242646" y="4798458"/>
                  <a:pt x="9237610" y="4804904"/>
                  <a:pt x="9233924" y="4812090"/>
                </a:cubicBezTo>
                <a:cubicBezTo>
                  <a:pt x="9228888" y="4821882"/>
                  <a:pt x="9226371" y="4834145"/>
                  <a:pt x="9226371" y="4848879"/>
                </a:cubicBezTo>
                <a:cubicBezTo>
                  <a:pt x="9226371" y="4862983"/>
                  <a:pt x="9228439" y="4874303"/>
                  <a:pt x="9232575" y="4882837"/>
                </a:cubicBezTo>
                <a:cubicBezTo>
                  <a:pt x="9236711" y="4891372"/>
                  <a:pt x="9242421" y="4898806"/>
                  <a:pt x="9249704" y="4905139"/>
                </a:cubicBezTo>
                <a:cubicBezTo>
                  <a:pt x="9256988" y="4911473"/>
                  <a:pt x="9265687" y="4916054"/>
                  <a:pt x="9275803" y="4918884"/>
                </a:cubicBezTo>
                <a:cubicBezTo>
                  <a:pt x="9285918" y="4921713"/>
                  <a:pt x="9298574" y="4923128"/>
                  <a:pt x="9313770" y="4923128"/>
                </a:cubicBezTo>
                <a:cubicBezTo>
                  <a:pt x="9329506" y="4923128"/>
                  <a:pt x="9342476" y="4920925"/>
                  <a:pt x="9352682" y="4916519"/>
                </a:cubicBezTo>
                <a:cubicBezTo>
                  <a:pt x="9362887" y="4912113"/>
                  <a:pt x="9371272" y="4905931"/>
                  <a:pt x="9377836" y="4897974"/>
                </a:cubicBezTo>
                <a:cubicBezTo>
                  <a:pt x="9384400" y="4890016"/>
                  <a:pt x="9389120" y="4880597"/>
                  <a:pt x="9391998" y="4869717"/>
                </a:cubicBezTo>
                <a:lnTo>
                  <a:pt x="9339801" y="4863783"/>
                </a:lnTo>
                <a:cubicBezTo>
                  <a:pt x="9337373" y="4871426"/>
                  <a:pt x="9333709" y="4877091"/>
                  <a:pt x="9328809" y="4880777"/>
                </a:cubicBezTo>
                <a:cubicBezTo>
                  <a:pt x="9323908" y="4884464"/>
                  <a:pt x="9317862" y="4886307"/>
                  <a:pt x="9310668" y="4886307"/>
                </a:cubicBezTo>
                <a:cubicBezTo>
                  <a:pt x="9302036" y="4886307"/>
                  <a:pt x="9294933" y="4883255"/>
                  <a:pt x="9289358" y="4877152"/>
                </a:cubicBezTo>
                <a:cubicBezTo>
                  <a:pt x="9283783" y="4871049"/>
                  <a:pt x="9280996" y="4862119"/>
                  <a:pt x="9280996" y="4850361"/>
                </a:cubicBezTo>
                <a:cubicBezTo>
                  <a:pt x="9280996" y="4837166"/>
                  <a:pt x="9283806" y="4827314"/>
                  <a:pt x="9289425" y="4820807"/>
                </a:cubicBezTo>
                <a:cubicBezTo>
                  <a:pt x="9295045" y="4814300"/>
                  <a:pt x="9302396" y="4811046"/>
                  <a:pt x="9311477" y="4811046"/>
                </a:cubicBezTo>
                <a:cubicBezTo>
                  <a:pt x="9318671" y="4811046"/>
                  <a:pt x="9324403" y="4812598"/>
                  <a:pt x="9328674" y="4815700"/>
                </a:cubicBezTo>
                <a:cubicBezTo>
                  <a:pt x="9332945" y="4818802"/>
                  <a:pt x="9335890" y="4823410"/>
                  <a:pt x="9337508" y="4829524"/>
                </a:cubicBezTo>
                <a:lnTo>
                  <a:pt x="9389166" y="4822646"/>
                </a:lnTo>
                <a:cubicBezTo>
                  <a:pt x="9384220" y="4806551"/>
                  <a:pt x="9375610" y="4794322"/>
                  <a:pt x="9363337" y="4785960"/>
                </a:cubicBezTo>
                <a:cubicBezTo>
                  <a:pt x="9351063" y="4777597"/>
                  <a:pt x="9333237" y="4773416"/>
                  <a:pt x="9309859" y="4773416"/>
                </a:cubicBezTo>
                <a:close/>
                <a:moveTo>
                  <a:pt x="8590224" y="4773416"/>
                </a:moveTo>
                <a:cubicBezTo>
                  <a:pt x="8579973" y="4773416"/>
                  <a:pt x="8570442" y="4774181"/>
                  <a:pt x="8561630" y="4775709"/>
                </a:cubicBezTo>
                <a:cubicBezTo>
                  <a:pt x="8552818" y="4777238"/>
                  <a:pt x="8545895" y="4779396"/>
                  <a:pt x="8540859" y="4782183"/>
                </a:cubicBezTo>
                <a:cubicBezTo>
                  <a:pt x="8533846" y="4786050"/>
                  <a:pt x="8528473" y="4790613"/>
                  <a:pt x="8524742" y="4795873"/>
                </a:cubicBezTo>
                <a:cubicBezTo>
                  <a:pt x="8521010" y="4801133"/>
                  <a:pt x="8518155" y="4808349"/>
                  <a:pt x="8516177" y="4817521"/>
                </a:cubicBezTo>
                <a:lnTo>
                  <a:pt x="8568644" y="4823050"/>
                </a:lnTo>
                <a:cubicBezTo>
                  <a:pt x="8570802" y="4816846"/>
                  <a:pt x="8573634" y="4812620"/>
                  <a:pt x="8577141" y="4810372"/>
                </a:cubicBezTo>
                <a:cubicBezTo>
                  <a:pt x="8581637" y="4807495"/>
                  <a:pt x="8588380" y="4806056"/>
                  <a:pt x="8597372" y="4806056"/>
                </a:cubicBezTo>
                <a:cubicBezTo>
                  <a:pt x="8604386" y="4806056"/>
                  <a:pt x="8609286" y="4807405"/>
                  <a:pt x="8612074" y="4810102"/>
                </a:cubicBezTo>
                <a:cubicBezTo>
                  <a:pt x="8614861" y="4812800"/>
                  <a:pt x="8616254" y="4817521"/>
                  <a:pt x="8616254" y="4824264"/>
                </a:cubicBezTo>
                <a:cubicBezTo>
                  <a:pt x="8609421" y="4826962"/>
                  <a:pt x="8602947" y="4829142"/>
                  <a:pt x="8596832" y="4830806"/>
                </a:cubicBezTo>
                <a:cubicBezTo>
                  <a:pt x="8590718" y="4832469"/>
                  <a:pt x="8577366" y="4835369"/>
                  <a:pt x="8556774" y="4839505"/>
                </a:cubicBezTo>
                <a:cubicBezTo>
                  <a:pt x="8539600" y="4842922"/>
                  <a:pt x="8527821" y="4848137"/>
                  <a:pt x="8521437" y="4855151"/>
                </a:cubicBezTo>
                <a:cubicBezTo>
                  <a:pt x="8515053" y="4862164"/>
                  <a:pt x="8511861" y="4871111"/>
                  <a:pt x="8511861" y="4881991"/>
                </a:cubicBezTo>
                <a:cubicBezTo>
                  <a:pt x="8511861" y="4893590"/>
                  <a:pt x="8516290" y="4903346"/>
                  <a:pt x="8525146" y="4911259"/>
                </a:cubicBezTo>
                <a:cubicBezTo>
                  <a:pt x="8534003" y="4919172"/>
                  <a:pt x="8546974" y="4923128"/>
                  <a:pt x="8564058" y="4923128"/>
                </a:cubicBezTo>
                <a:cubicBezTo>
                  <a:pt x="8576916" y="4923128"/>
                  <a:pt x="8588200" y="4921150"/>
                  <a:pt x="8597912" y="4917193"/>
                </a:cubicBezTo>
                <a:cubicBezTo>
                  <a:pt x="8605015" y="4914226"/>
                  <a:pt x="8612163" y="4909281"/>
                  <a:pt x="8619357" y="4902357"/>
                </a:cubicBezTo>
                <a:cubicBezTo>
                  <a:pt x="8619986" y="4906494"/>
                  <a:pt x="8620616" y="4909528"/>
                  <a:pt x="8621245" y="4911461"/>
                </a:cubicBezTo>
                <a:cubicBezTo>
                  <a:pt x="8621874" y="4913395"/>
                  <a:pt x="8623223" y="4916205"/>
                  <a:pt x="8625291" y="4919891"/>
                </a:cubicBezTo>
                <a:lnTo>
                  <a:pt x="8676814" y="4919891"/>
                </a:lnTo>
                <a:cubicBezTo>
                  <a:pt x="8673936" y="4913956"/>
                  <a:pt x="8672071" y="4909079"/>
                  <a:pt x="8671216" y="4905257"/>
                </a:cubicBezTo>
                <a:cubicBezTo>
                  <a:pt x="8670362" y="4901436"/>
                  <a:pt x="8669935" y="4896153"/>
                  <a:pt x="8669935" y="4889409"/>
                </a:cubicBezTo>
                <a:lnTo>
                  <a:pt x="8669935" y="4826153"/>
                </a:lnTo>
                <a:cubicBezTo>
                  <a:pt x="8669935" y="4819409"/>
                  <a:pt x="8668586" y="4812328"/>
                  <a:pt x="8665889" y="4804910"/>
                </a:cubicBezTo>
                <a:cubicBezTo>
                  <a:pt x="8663191" y="4797492"/>
                  <a:pt x="8659504" y="4791759"/>
                  <a:pt x="8654829" y="4787713"/>
                </a:cubicBezTo>
                <a:cubicBezTo>
                  <a:pt x="8648175" y="4781869"/>
                  <a:pt x="8639858" y="4778025"/>
                  <a:pt x="8629877" y="4776181"/>
                </a:cubicBezTo>
                <a:cubicBezTo>
                  <a:pt x="8619896" y="4774338"/>
                  <a:pt x="8606678" y="4773416"/>
                  <a:pt x="8590224" y="4773416"/>
                </a:cubicBezTo>
                <a:close/>
                <a:moveTo>
                  <a:pt x="8431015" y="4773416"/>
                </a:moveTo>
                <a:cubicBezTo>
                  <a:pt x="8419775" y="4773416"/>
                  <a:pt x="8410244" y="4775462"/>
                  <a:pt x="8402421" y="4779553"/>
                </a:cubicBezTo>
                <a:cubicBezTo>
                  <a:pt x="8394598" y="4783644"/>
                  <a:pt x="8386866" y="4790456"/>
                  <a:pt x="8379223" y="4799987"/>
                </a:cubicBezTo>
                <a:lnTo>
                  <a:pt x="8379223" y="4776653"/>
                </a:lnTo>
                <a:lnTo>
                  <a:pt x="8328105" y="4776653"/>
                </a:lnTo>
                <a:lnTo>
                  <a:pt x="8328105" y="4919891"/>
                </a:lnTo>
                <a:lnTo>
                  <a:pt x="8382999" y="4919891"/>
                </a:lnTo>
                <a:lnTo>
                  <a:pt x="8382999" y="4851105"/>
                </a:lnTo>
                <a:cubicBezTo>
                  <a:pt x="8382999" y="4838067"/>
                  <a:pt x="8385067" y="4829030"/>
                  <a:pt x="8389203" y="4823995"/>
                </a:cubicBezTo>
                <a:cubicBezTo>
                  <a:pt x="8393340" y="4818959"/>
                  <a:pt x="8398734" y="4816442"/>
                  <a:pt x="8405388" y="4816442"/>
                </a:cubicBezTo>
                <a:cubicBezTo>
                  <a:pt x="8411413" y="4816442"/>
                  <a:pt x="8416088" y="4818307"/>
                  <a:pt x="8419416" y="4822039"/>
                </a:cubicBezTo>
                <a:cubicBezTo>
                  <a:pt x="8422742" y="4825771"/>
                  <a:pt x="8424406" y="4832132"/>
                  <a:pt x="8424406" y="4841124"/>
                </a:cubicBezTo>
                <a:lnTo>
                  <a:pt x="8424406" y="4919891"/>
                </a:lnTo>
                <a:lnTo>
                  <a:pt x="8479570" y="4919891"/>
                </a:lnTo>
                <a:lnTo>
                  <a:pt x="8479570" y="4828850"/>
                </a:lnTo>
                <a:cubicBezTo>
                  <a:pt x="8479570" y="4809967"/>
                  <a:pt x="8475276" y="4796008"/>
                  <a:pt x="8466689" y="4786971"/>
                </a:cubicBezTo>
                <a:cubicBezTo>
                  <a:pt x="8458102" y="4777935"/>
                  <a:pt x="8446210" y="4773416"/>
                  <a:pt x="8431015" y="4773416"/>
                </a:cubicBezTo>
                <a:close/>
                <a:moveTo>
                  <a:pt x="8209224" y="4773416"/>
                </a:moveTo>
                <a:cubicBezTo>
                  <a:pt x="8198973" y="4773416"/>
                  <a:pt x="8189442" y="4774181"/>
                  <a:pt x="8180630" y="4775709"/>
                </a:cubicBezTo>
                <a:cubicBezTo>
                  <a:pt x="8171818" y="4777238"/>
                  <a:pt x="8164895" y="4779396"/>
                  <a:pt x="8159859" y="4782183"/>
                </a:cubicBezTo>
                <a:cubicBezTo>
                  <a:pt x="8152846" y="4786050"/>
                  <a:pt x="8147473" y="4790613"/>
                  <a:pt x="8143742" y="4795873"/>
                </a:cubicBezTo>
                <a:cubicBezTo>
                  <a:pt x="8140010" y="4801133"/>
                  <a:pt x="8137155" y="4808349"/>
                  <a:pt x="8135177" y="4817521"/>
                </a:cubicBezTo>
                <a:lnTo>
                  <a:pt x="8187644" y="4823050"/>
                </a:lnTo>
                <a:cubicBezTo>
                  <a:pt x="8189802" y="4816846"/>
                  <a:pt x="8192634" y="4812620"/>
                  <a:pt x="8196141" y="4810372"/>
                </a:cubicBezTo>
                <a:cubicBezTo>
                  <a:pt x="8200637" y="4807495"/>
                  <a:pt x="8207380" y="4806056"/>
                  <a:pt x="8216372" y="4806056"/>
                </a:cubicBezTo>
                <a:cubicBezTo>
                  <a:pt x="8223386" y="4806056"/>
                  <a:pt x="8228286" y="4807405"/>
                  <a:pt x="8231074" y="4810102"/>
                </a:cubicBezTo>
                <a:cubicBezTo>
                  <a:pt x="8233861" y="4812800"/>
                  <a:pt x="8235255" y="4817521"/>
                  <a:pt x="8235255" y="4824264"/>
                </a:cubicBezTo>
                <a:cubicBezTo>
                  <a:pt x="8228421" y="4826962"/>
                  <a:pt x="8221947" y="4829142"/>
                  <a:pt x="8215833" y="4830806"/>
                </a:cubicBezTo>
                <a:cubicBezTo>
                  <a:pt x="8209718" y="4832469"/>
                  <a:pt x="8196366" y="4835369"/>
                  <a:pt x="8175775" y="4839505"/>
                </a:cubicBezTo>
                <a:cubicBezTo>
                  <a:pt x="8158601" y="4842922"/>
                  <a:pt x="8146821" y="4848137"/>
                  <a:pt x="8140437" y="4855151"/>
                </a:cubicBezTo>
                <a:cubicBezTo>
                  <a:pt x="8134053" y="4862164"/>
                  <a:pt x="8130861" y="4871111"/>
                  <a:pt x="8130861" y="4881991"/>
                </a:cubicBezTo>
                <a:cubicBezTo>
                  <a:pt x="8130861" y="4893590"/>
                  <a:pt x="8135290" y="4903346"/>
                  <a:pt x="8144146" y="4911259"/>
                </a:cubicBezTo>
                <a:cubicBezTo>
                  <a:pt x="8153003" y="4919172"/>
                  <a:pt x="8165974" y="4923128"/>
                  <a:pt x="8183058" y="4923128"/>
                </a:cubicBezTo>
                <a:cubicBezTo>
                  <a:pt x="8195916" y="4923128"/>
                  <a:pt x="8207201" y="4921150"/>
                  <a:pt x="8216912" y="4917193"/>
                </a:cubicBezTo>
                <a:cubicBezTo>
                  <a:pt x="8224015" y="4914226"/>
                  <a:pt x="8231164" y="4909281"/>
                  <a:pt x="8238357" y="4902357"/>
                </a:cubicBezTo>
                <a:cubicBezTo>
                  <a:pt x="8238986" y="4906494"/>
                  <a:pt x="8239616" y="4909528"/>
                  <a:pt x="8240245" y="4911461"/>
                </a:cubicBezTo>
                <a:cubicBezTo>
                  <a:pt x="8240875" y="4913395"/>
                  <a:pt x="8242223" y="4916205"/>
                  <a:pt x="8244291" y="4919891"/>
                </a:cubicBezTo>
                <a:lnTo>
                  <a:pt x="8295814" y="4919891"/>
                </a:lnTo>
                <a:cubicBezTo>
                  <a:pt x="8292937" y="4913956"/>
                  <a:pt x="8291071" y="4909079"/>
                  <a:pt x="8290216" y="4905257"/>
                </a:cubicBezTo>
                <a:cubicBezTo>
                  <a:pt x="8289362" y="4901436"/>
                  <a:pt x="8288935" y="4896153"/>
                  <a:pt x="8288935" y="4889409"/>
                </a:cubicBezTo>
                <a:lnTo>
                  <a:pt x="8288935" y="4826153"/>
                </a:lnTo>
                <a:cubicBezTo>
                  <a:pt x="8288935" y="4819409"/>
                  <a:pt x="8287586" y="4812328"/>
                  <a:pt x="8284889" y="4804910"/>
                </a:cubicBezTo>
                <a:cubicBezTo>
                  <a:pt x="8282191" y="4797492"/>
                  <a:pt x="8278505" y="4791759"/>
                  <a:pt x="8273829" y="4787713"/>
                </a:cubicBezTo>
                <a:cubicBezTo>
                  <a:pt x="8267175" y="4781869"/>
                  <a:pt x="8258858" y="4778025"/>
                  <a:pt x="8248877" y="4776181"/>
                </a:cubicBezTo>
                <a:cubicBezTo>
                  <a:pt x="8238896" y="4774338"/>
                  <a:pt x="8225679" y="4773416"/>
                  <a:pt x="8209224" y="4773416"/>
                </a:cubicBezTo>
                <a:close/>
                <a:moveTo>
                  <a:pt x="7923474" y="4773416"/>
                </a:moveTo>
                <a:cubicBezTo>
                  <a:pt x="7913223" y="4773416"/>
                  <a:pt x="7903692" y="4774181"/>
                  <a:pt x="7894880" y="4775709"/>
                </a:cubicBezTo>
                <a:cubicBezTo>
                  <a:pt x="7886068" y="4777238"/>
                  <a:pt x="7879145" y="4779396"/>
                  <a:pt x="7874109" y="4782183"/>
                </a:cubicBezTo>
                <a:cubicBezTo>
                  <a:pt x="7867096" y="4786050"/>
                  <a:pt x="7861723" y="4790613"/>
                  <a:pt x="7857992" y="4795873"/>
                </a:cubicBezTo>
                <a:cubicBezTo>
                  <a:pt x="7854260" y="4801133"/>
                  <a:pt x="7851405" y="4808349"/>
                  <a:pt x="7849427" y="4817521"/>
                </a:cubicBezTo>
                <a:lnTo>
                  <a:pt x="7901894" y="4823050"/>
                </a:lnTo>
                <a:cubicBezTo>
                  <a:pt x="7904052" y="4816846"/>
                  <a:pt x="7906884" y="4812620"/>
                  <a:pt x="7910391" y="4810372"/>
                </a:cubicBezTo>
                <a:cubicBezTo>
                  <a:pt x="7914887" y="4807495"/>
                  <a:pt x="7921631" y="4806056"/>
                  <a:pt x="7930622" y="4806056"/>
                </a:cubicBezTo>
                <a:cubicBezTo>
                  <a:pt x="7937636" y="4806056"/>
                  <a:pt x="7942536" y="4807405"/>
                  <a:pt x="7945324" y="4810102"/>
                </a:cubicBezTo>
                <a:cubicBezTo>
                  <a:pt x="7948111" y="4812800"/>
                  <a:pt x="7949505" y="4817521"/>
                  <a:pt x="7949505" y="4824264"/>
                </a:cubicBezTo>
                <a:cubicBezTo>
                  <a:pt x="7942671" y="4826962"/>
                  <a:pt x="7936197" y="4829142"/>
                  <a:pt x="7930083" y="4830806"/>
                </a:cubicBezTo>
                <a:cubicBezTo>
                  <a:pt x="7923968" y="4832469"/>
                  <a:pt x="7910616" y="4835369"/>
                  <a:pt x="7890025" y="4839505"/>
                </a:cubicBezTo>
                <a:cubicBezTo>
                  <a:pt x="7872851" y="4842922"/>
                  <a:pt x="7861072" y="4848137"/>
                  <a:pt x="7854687" y="4855151"/>
                </a:cubicBezTo>
                <a:cubicBezTo>
                  <a:pt x="7848303" y="4862164"/>
                  <a:pt x="7845111" y="4871111"/>
                  <a:pt x="7845111" y="4881991"/>
                </a:cubicBezTo>
                <a:cubicBezTo>
                  <a:pt x="7845111" y="4893590"/>
                  <a:pt x="7849540" y="4903346"/>
                  <a:pt x="7858396" y="4911259"/>
                </a:cubicBezTo>
                <a:cubicBezTo>
                  <a:pt x="7867253" y="4919172"/>
                  <a:pt x="7880224" y="4923128"/>
                  <a:pt x="7897308" y="4923128"/>
                </a:cubicBezTo>
                <a:cubicBezTo>
                  <a:pt x="7910166" y="4923128"/>
                  <a:pt x="7921451" y="4921150"/>
                  <a:pt x="7931162" y="4917193"/>
                </a:cubicBezTo>
                <a:cubicBezTo>
                  <a:pt x="7938265" y="4914226"/>
                  <a:pt x="7945414" y="4909281"/>
                  <a:pt x="7952607" y="4902357"/>
                </a:cubicBezTo>
                <a:cubicBezTo>
                  <a:pt x="7953236" y="4906494"/>
                  <a:pt x="7953866" y="4909528"/>
                  <a:pt x="7954495" y="4911461"/>
                </a:cubicBezTo>
                <a:cubicBezTo>
                  <a:pt x="7955125" y="4913395"/>
                  <a:pt x="7956473" y="4916205"/>
                  <a:pt x="7958541" y="4919891"/>
                </a:cubicBezTo>
                <a:lnTo>
                  <a:pt x="8010064" y="4919891"/>
                </a:lnTo>
                <a:cubicBezTo>
                  <a:pt x="8007187" y="4913956"/>
                  <a:pt x="8005321" y="4909079"/>
                  <a:pt x="8004467" y="4905257"/>
                </a:cubicBezTo>
                <a:cubicBezTo>
                  <a:pt x="8003612" y="4901436"/>
                  <a:pt x="8003185" y="4896153"/>
                  <a:pt x="8003185" y="4889409"/>
                </a:cubicBezTo>
                <a:lnTo>
                  <a:pt x="8003185" y="4826153"/>
                </a:lnTo>
                <a:cubicBezTo>
                  <a:pt x="8003185" y="4819409"/>
                  <a:pt x="8001836" y="4812328"/>
                  <a:pt x="7999139" y="4804910"/>
                </a:cubicBezTo>
                <a:cubicBezTo>
                  <a:pt x="7996441" y="4797492"/>
                  <a:pt x="7992755" y="4791759"/>
                  <a:pt x="7988079" y="4787713"/>
                </a:cubicBezTo>
                <a:cubicBezTo>
                  <a:pt x="7981425" y="4781869"/>
                  <a:pt x="7973108" y="4778025"/>
                  <a:pt x="7963127" y="4776181"/>
                </a:cubicBezTo>
                <a:cubicBezTo>
                  <a:pt x="7953146" y="4774338"/>
                  <a:pt x="7939929" y="4773416"/>
                  <a:pt x="7923474" y="4773416"/>
                </a:cubicBezTo>
                <a:close/>
                <a:moveTo>
                  <a:pt x="7599624" y="4773416"/>
                </a:moveTo>
                <a:cubicBezTo>
                  <a:pt x="7589373" y="4773416"/>
                  <a:pt x="7579842" y="4774181"/>
                  <a:pt x="7571030" y="4775709"/>
                </a:cubicBezTo>
                <a:cubicBezTo>
                  <a:pt x="7562218" y="4777238"/>
                  <a:pt x="7555295" y="4779396"/>
                  <a:pt x="7550259" y="4782183"/>
                </a:cubicBezTo>
                <a:cubicBezTo>
                  <a:pt x="7543246" y="4786050"/>
                  <a:pt x="7537873" y="4790613"/>
                  <a:pt x="7534142" y="4795873"/>
                </a:cubicBezTo>
                <a:cubicBezTo>
                  <a:pt x="7530410" y="4801133"/>
                  <a:pt x="7527555" y="4808349"/>
                  <a:pt x="7525577" y="4817521"/>
                </a:cubicBezTo>
                <a:lnTo>
                  <a:pt x="7578044" y="4823050"/>
                </a:lnTo>
                <a:cubicBezTo>
                  <a:pt x="7580202" y="4816846"/>
                  <a:pt x="7583034" y="4812620"/>
                  <a:pt x="7586541" y="4810372"/>
                </a:cubicBezTo>
                <a:cubicBezTo>
                  <a:pt x="7591037" y="4807495"/>
                  <a:pt x="7597780" y="4806056"/>
                  <a:pt x="7606772" y="4806056"/>
                </a:cubicBezTo>
                <a:cubicBezTo>
                  <a:pt x="7613786" y="4806056"/>
                  <a:pt x="7618686" y="4807405"/>
                  <a:pt x="7621474" y="4810102"/>
                </a:cubicBezTo>
                <a:cubicBezTo>
                  <a:pt x="7624261" y="4812800"/>
                  <a:pt x="7625655" y="4817521"/>
                  <a:pt x="7625655" y="4824264"/>
                </a:cubicBezTo>
                <a:cubicBezTo>
                  <a:pt x="7618821" y="4826962"/>
                  <a:pt x="7612347" y="4829142"/>
                  <a:pt x="7606233" y="4830806"/>
                </a:cubicBezTo>
                <a:cubicBezTo>
                  <a:pt x="7600118" y="4832469"/>
                  <a:pt x="7586766" y="4835369"/>
                  <a:pt x="7566175" y="4839505"/>
                </a:cubicBezTo>
                <a:cubicBezTo>
                  <a:pt x="7549001" y="4842922"/>
                  <a:pt x="7537221" y="4848137"/>
                  <a:pt x="7530837" y="4855151"/>
                </a:cubicBezTo>
                <a:cubicBezTo>
                  <a:pt x="7524453" y="4862164"/>
                  <a:pt x="7521261" y="4871111"/>
                  <a:pt x="7521261" y="4881991"/>
                </a:cubicBezTo>
                <a:cubicBezTo>
                  <a:pt x="7521261" y="4893590"/>
                  <a:pt x="7525690" y="4903346"/>
                  <a:pt x="7534546" y="4911259"/>
                </a:cubicBezTo>
                <a:cubicBezTo>
                  <a:pt x="7543403" y="4919172"/>
                  <a:pt x="7556374" y="4923128"/>
                  <a:pt x="7573458" y="4923128"/>
                </a:cubicBezTo>
                <a:cubicBezTo>
                  <a:pt x="7586316" y="4923128"/>
                  <a:pt x="7597601" y="4921150"/>
                  <a:pt x="7607312" y="4917193"/>
                </a:cubicBezTo>
                <a:cubicBezTo>
                  <a:pt x="7614415" y="4914226"/>
                  <a:pt x="7621564" y="4909281"/>
                  <a:pt x="7628757" y="4902357"/>
                </a:cubicBezTo>
                <a:cubicBezTo>
                  <a:pt x="7629386" y="4906494"/>
                  <a:pt x="7630016" y="4909528"/>
                  <a:pt x="7630645" y="4911461"/>
                </a:cubicBezTo>
                <a:cubicBezTo>
                  <a:pt x="7631275" y="4913395"/>
                  <a:pt x="7632623" y="4916205"/>
                  <a:pt x="7634691" y="4919891"/>
                </a:cubicBezTo>
                <a:lnTo>
                  <a:pt x="7686214" y="4919891"/>
                </a:lnTo>
                <a:cubicBezTo>
                  <a:pt x="7683336" y="4913956"/>
                  <a:pt x="7681471" y="4909079"/>
                  <a:pt x="7680617" y="4905257"/>
                </a:cubicBezTo>
                <a:cubicBezTo>
                  <a:pt x="7679762" y="4901436"/>
                  <a:pt x="7679335" y="4896153"/>
                  <a:pt x="7679335" y="4889409"/>
                </a:cubicBezTo>
                <a:lnTo>
                  <a:pt x="7679335" y="4826153"/>
                </a:lnTo>
                <a:cubicBezTo>
                  <a:pt x="7679335" y="4819409"/>
                  <a:pt x="7677986" y="4812328"/>
                  <a:pt x="7675289" y="4804910"/>
                </a:cubicBezTo>
                <a:cubicBezTo>
                  <a:pt x="7672591" y="4797492"/>
                  <a:pt x="7668905" y="4791759"/>
                  <a:pt x="7664229" y="4787713"/>
                </a:cubicBezTo>
                <a:cubicBezTo>
                  <a:pt x="7657575" y="4781869"/>
                  <a:pt x="7649258" y="4778025"/>
                  <a:pt x="7639277" y="4776181"/>
                </a:cubicBezTo>
                <a:cubicBezTo>
                  <a:pt x="7629296" y="4774338"/>
                  <a:pt x="7616079" y="4773416"/>
                  <a:pt x="7599624" y="4773416"/>
                </a:cubicBezTo>
                <a:close/>
                <a:moveTo>
                  <a:pt x="6954640" y="4773416"/>
                </a:moveTo>
                <a:cubicBezTo>
                  <a:pt x="6943400" y="4773416"/>
                  <a:pt x="6933869" y="4775462"/>
                  <a:pt x="6926046" y="4779553"/>
                </a:cubicBezTo>
                <a:cubicBezTo>
                  <a:pt x="6918224" y="4783644"/>
                  <a:pt x="6910491" y="4790456"/>
                  <a:pt x="6902848" y="4799987"/>
                </a:cubicBezTo>
                <a:lnTo>
                  <a:pt x="6902848" y="4776653"/>
                </a:lnTo>
                <a:lnTo>
                  <a:pt x="6851730" y="4776653"/>
                </a:lnTo>
                <a:lnTo>
                  <a:pt x="6851730" y="4919891"/>
                </a:lnTo>
                <a:lnTo>
                  <a:pt x="6906624" y="4919891"/>
                </a:lnTo>
                <a:lnTo>
                  <a:pt x="6906624" y="4851105"/>
                </a:lnTo>
                <a:cubicBezTo>
                  <a:pt x="6906624" y="4838067"/>
                  <a:pt x="6908692" y="4829030"/>
                  <a:pt x="6912829" y="4823995"/>
                </a:cubicBezTo>
                <a:cubicBezTo>
                  <a:pt x="6916965" y="4818959"/>
                  <a:pt x="6922360" y="4816442"/>
                  <a:pt x="6929014" y="4816442"/>
                </a:cubicBezTo>
                <a:cubicBezTo>
                  <a:pt x="6935038" y="4816442"/>
                  <a:pt x="6939714" y="4818307"/>
                  <a:pt x="6943041" y="4822039"/>
                </a:cubicBezTo>
                <a:cubicBezTo>
                  <a:pt x="6946368" y="4825771"/>
                  <a:pt x="6948031" y="4832132"/>
                  <a:pt x="6948031" y="4841124"/>
                </a:cubicBezTo>
                <a:lnTo>
                  <a:pt x="6948031" y="4919891"/>
                </a:lnTo>
                <a:lnTo>
                  <a:pt x="7003195" y="4919891"/>
                </a:lnTo>
                <a:lnTo>
                  <a:pt x="7003195" y="4828850"/>
                </a:lnTo>
                <a:cubicBezTo>
                  <a:pt x="7003195" y="4809967"/>
                  <a:pt x="6998902" y="4796008"/>
                  <a:pt x="6990315" y="4786971"/>
                </a:cubicBezTo>
                <a:cubicBezTo>
                  <a:pt x="6981727" y="4777935"/>
                  <a:pt x="6969836" y="4773416"/>
                  <a:pt x="6954640" y="4773416"/>
                </a:cubicBezTo>
                <a:close/>
                <a:moveTo>
                  <a:pt x="6732849" y="4773416"/>
                </a:moveTo>
                <a:cubicBezTo>
                  <a:pt x="6722598" y="4773416"/>
                  <a:pt x="6713067" y="4774181"/>
                  <a:pt x="6704255" y="4775709"/>
                </a:cubicBezTo>
                <a:cubicBezTo>
                  <a:pt x="6695443" y="4777238"/>
                  <a:pt x="6688520" y="4779396"/>
                  <a:pt x="6683484" y="4782183"/>
                </a:cubicBezTo>
                <a:cubicBezTo>
                  <a:pt x="6676471" y="4786050"/>
                  <a:pt x="6671098" y="4790613"/>
                  <a:pt x="6667367" y="4795873"/>
                </a:cubicBezTo>
                <a:cubicBezTo>
                  <a:pt x="6663635" y="4801133"/>
                  <a:pt x="6660780" y="4808349"/>
                  <a:pt x="6658802" y="4817521"/>
                </a:cubicBezTo>
                <a:lnTo>
                  <a:pt x="6711269" y="4823050"/>
                </a:lnTo>
                <a:cubicBezTo>
                  <a:pt x="6713427" y="4816846"/>
                  <a:pt x="6716259" y="4812620"/>
                  <a:pt x="6719766" y="4810372"/>
                </a:cubicBezTo>
                <a:cubicBezTo>
                  <a:pt x="6724262" y="4807495"/>
                  <a:pt x="6731005" y="4806056"/>
                  <a:pt x="6739997" y="4806056"/>
                </a:cubicBezTo>
                <a:cubicBezTo>
                  <a:pt x="6747011" y="4806056"/>
                  <a:pt x="6751911" y="4807405"/>
                  <a:pt x="6754699" y="4810102"/>
                </a:cubicBezTo>
                <a:cubicBezTo>
                  <a:pt x="6757486" y="4812800"/>
                  <a:pt x="6758880" y="4817521"/>
                  <a:pt x="6758880" y="4824264"/>
                </a:cubicBezTo>
                <a:cubicBezTo>
                  <a:pt x="6752046" y="4826962"/>
                  <a:pt x="6745572" y="4829142"/>
                  <a:pt x="6739458" y="4830806"/>
                </a:cubicBezTo>
                <a:cubicBezTo>
                  <a:pt x="6733343" y="4832469"/>
                  <a:pt x="6719991" y="4835369"/>
                  <a:pt x="6699400" y="4839505"/>
                </a:cubicBezTo>
                <a:cubicBezTo>
                  <a:pt x="6682226" y="4842922"/>
                  <a:pt x="6670446" y="4848137"/>
                  <a:pt x="6664062" y="4855151"/>
                </a:cubicBezTo>
                <a:cubicBezTo>
                  <a:pt x="6657678" y="4862164"/>
                  <a:pt x="6654486" y="4871111"/>
                  <a:pt x="6654486" y="4881991"/>
                </a:cubicBezTo>
                <a:cubicBezTo>
                  <a:pt x="6654486" y="4893590"/>
                  <a:pt x="6658915" y="4903346"/>
                  <a:pt x="6667771" y="4911259"/>
                </a:cubicBezTo>
                <a:cubicBezTo>
                  <a:pt x="6676628" y="4919172"/>
                  <a:pt x="6689599" y="4923128"/>
                  <a:pt x="6706683" y="4923128"/>
                </a:cubicBezTo>
                <a:cubicBezTo>
                  <a:pt x="6719541" y="4923128"/>
                  <a:pt x="6730826" y="4921150"/>
                  <a:pt x="6740537" y="4917193"/>
                </a:cubicBezTo>
                <a:cubicBezTo>
                  <a:pt x="6747640" y="4914226"/>
                  <a:pt x="6754789" y="4909281"/>
                  <a:pt x="6761982" y="4902357"/>
                </a:cubicBezTo>
                <a:cubicBezTo>
                  <a:pt x="6762611" y="4906494"/>
                  <a:pt x="6763241" y="4909528"/>
                  <a:pt x="6763870" y="4911461"/>
                </a:cubicBezTo>
                <a:cubicBezTo>
                  <a:pt x="6764500" y="4913395"/>
                  <a:pt x="6765848" y="4916205"/>
                  <a:pt x="6767916" y="4919891"/>
                </a:cubicBezTo>
                <a:lnTo>
                  <a:pt x="6819439" y="4919891"/>
                </a:lnTo>
                <a:cubicBezTo>
                  <a:pt x="6816562" y="4913956"/>
                  <a:pt x="6814696" y="4909079"/>
                  <a:pt x="6813842" y="4905257"/>
                </a:cubicBezTo>
                <a:cubicBezTo>
                  <a:pt x="6812987" y="4901436"/>
                  <a:pt x="6812560" y="4896153"/>
                  <a:pt x="6812560" y="4889409"/>
                </a:cubicBezTo>
                <a:lnTo>
                  <a:pt x="6812560" y="4826153"/>
                </a:lnTo>
                <a:cubicBezTo>
                  <a:pt x="6812560" y="4819409"/>
                  <a:pt x="6811212" y="4812328"/>
                  <a:pt x="6808514" y="4804910"/>
                </a:cubicBezTo>
                <a:cubicBezTo>
                  <a:pt x="6805816" y="4797492"/>
                  <a:pt x="6802130" y="4791759"/>
                  <a:pt x="6797454" y="4787713"/>
                </a:cubicBezTo>
                <a:cubicBezTo>
                  <a:pt x="6790800" y="4781869"/>
                  <a:pt x="6782483" y="4778025"/>
                  <a:pt x="6772502" y="4776181"/>
                </a:cubicBezTo>
                <a:cubicBezTo>
                  <a:pt x="6762521" y="4774338"/>
                  <a:pt x="6749304" y="4773416"/>
                  <a:pt x="6732849" y="4773416"/>
                </a:cubicBezTo>
                <a:close/>
                <a:moveTo>
                  <a:pt x="9130228" y="4722164"/>
                </a:moveTo>
                <a:lnTo>
                  <a:pt x="9130228" y="4759524"/>
                </a:lnTo>
                <a:lnTo>
                  <a:pt x="9185122" y="4759524"/>
                </a:lnTo>
                <a:lnTo>
                  <a:pt x="9185122" y="4722164"/>
                </a:lnTo>
                <a:close/>
                <a:moveTo>
                  <a:pt x="9061078" y="4722164"/>
                </a:moveTo>
                <a:lnTo>
                  <a:pt x="9006049" y="4750353"/>
                </a:lnTo>
                <a:lnTo>
                  <a:pt x="9006049" y="4776653"/>
                </a:lnTo>
                <a:lnTo>
                  <a:pt x="8985818" y="4776653"/>
                </a:lnTo>
                <a:lnTo>
                  <a:pt x="8985818" y="4816846"/>
                </a:lnTo>
                <a:lnTo>
                  <a:pt x="9006049" y="4816846"/>
                </a:lnTo>
                <a:lnTo>
                  <a:pt x="9006049" y="4867226"/>
                </a:lnTo>
                <a:cubicBezTo>
                  <a:pt x="9006049" y="4883211"/>
                  <a:pt x="9007600" y="4894772"/>
                  <a:pt x="9010702" y="4901912"/>
                </a:cubicBezTo>
                <a:cubicBezTo>
                  <a:pt x="9013804" y="4909051"/>
                  <a:pt x="9018592" y="4914372"/>
                  <a:pt x="9025066" y="4917874"/>
                </a:cubicBezTo>
                <a:cubicBezTo>
                  <a:pt x="9031540" y="4921377"/>
                  <a:pt x="9041612" y="4923128"/>
                  <a:pt x="9055279" y="4923128"/>
                </a:cubicBezTo>
                <a:cubicBezTo>
                  <a:pt x="9067058" y="4923128"/>
                  <a:pt x="9079736" y="4921644"/>
                  <a:pt x="9093314" y="4918677"/>
                </a:cubicBezTo>
                <a:lnTo>
                  <a:pt x="9089268" y="4880784"/>
                </a:lnTo>
                <a:cubicBezTo>
                  <a:pt x="9081984" y="4883117"/>
                  <a:pt x="9076319" y="4884284"/>
                  <a:pt x="9072273" y="4884284"/>
                </a:cubicBezTo>
                <a:cubicBezTo>
                  <a:pt x="9067777" y="4884284"/>
                  <a:pt x="9064630" y="4882758"/>
                  <a:pt x="9062832" y="4879707"/>
                </a:cubicBezTo>
                <a:cubicBezTo>
                  <a:pt x="9061663" y="4877733"/>
                  <a:pt x="9061078" y="4873695"/>
                  <a:pt x="9061078" y="4867593"/>
                </a:cubicBezTo>
                <a:lnTo>
                  <a:pt x="9061078" y="4816846"/>
                </a:lnTo>
                <a:lnTo>
                  <a:pt x="9091291" y="4816846"/>
                </a:lnTo>
                <a:lnTo>
                  <a:pt x="9091291" y="4776653"/>
                </a:lnTo>
                <a:lnTo>
                  <a:pt x="9061078" y="4776653"/>
                </a:lnTo>
                <a:close/>
                <a:moveTo>
                  <a:pt x="8710993" y="4722164"/>
                </a:moveTo>
                <a:lnTo>
                  <a:pt x="8710993" y="4919891"/>
                </a:lnTo>
                <a:lnTo>
                  <a:pt x="8766022" y="4919891"/>
                </a:lnTo>
                <a:lnTo>
                  <a:pt x="8766022" y="4722164"/>
                </a:lnTo>
                <a:close/>
                <a:moveTo>
                  <a:pt x="7784729" y="4722164"/>
                </a:moveTo>
                <a:lnTo>
                  <a:pt x="7729700" y="4750353"/>
                </a:lnTo>
                <a:lnTo>
                  <a:pt x="7729700" y="4776653"/>
                </a:lnTo>
                <a:lnTo>
                  <a:pt x="7709468" y="4776653"/>
                </a:lnTo>
                <a:lnTo>
                  <a:pt x="7709468" y="4816846"/>
                </a:lnTo>
                <a:lnTo>
                  <a:pt x="7729700" y="4816846"/>
                </a:lnTo>
                <a:lnTo>
                  <a:pt x="7729700" y="4867226"/>
                </a:lnTo>
                <a:cubicBezTo>
                  <a:pt x="7729700" y="4883211"/>
                  <a:pt x="7731251" y="4894772"/>
                  <a:pt x="7734353" y="4901912"/>
                </a:cubicBezTo>
                <a:cubicBezTo>
                  <a:pt x="7737455" y="4909051"/>
                  <a:pt x="7742243" y="4914372"/>
                  <a:pt x="7748717" y="4917874"/>
                </a:cubicBezTo>
                <a:cubicBezTo>
                  <a:pt x="7755191" y="4921377"/>
                  <a:pt x="7765262" y="4923128"/>
                  <a:pt x="7778929" y="4923128"/>
                </a:cubicBezTo>
                <a:cubicBezTo>
                  <a:pt x="7790708" y="4923128"/>
                  <a:pt x="7803387" y="4921644"/>
                  <a:pt x="7816964" y="4918677"/>
                </a:cubicBezTo>
                <a:lnTo>
                  <a:pt x="7812918" y="4880784"/>
                </a:lnTo>
                <a:cubicBezTo>
                  <a:pt x="7805634" y="4883117"/>
                  <a:pt x="7799970" y="4884284"/>
                  <a:pt x="7795923" y="4884284"/>
                </a:cubicBezTo>
                <a:cubicBezTo>
                  <a:pt x="7791428" y="4884284"/>
                  <a:pt x="7788280" y="4882758"/>
                  <a:pt x="7786482" y="4879707"/>
                </a:cubicBezTo>
                <a:cubicBezTo>
                  <a:pt x="7785313" y="4877733"/>
                  <a:pt x="7784729" y="4873695"/>
                  <a:pt x="7784729" y="4867593"/>
                </a:cubicBezTo>
                <a:lnTo>
                  <a:pt x="7784729" y="4816846"/>
                </a:lnTo>
                <a:lnTo>
                  <a:pt x="7814941" y="4816846"/>
                </a:lnTo>
                <a:lnTo>
                  <a:pt x="7814941" y="4776653"/>
                </a:lnTo>
                <a:lnTo>
                  <a:pt x="7784729" y="4776653"/>
                </a:lnTo>
                <a:close/>
                <a:moveTo>
                  <a:pt x="7432862" y="4722164"/>
                </a:moveTo>
                <a:lnTo>
                  <a:pt x="7432862" y="4790680"/>
                </a:lnTo>
                <a:cubicBezTo>
                  <a:pt x="7427467" y="4784926"/>
                  <a:pt x="7421285" y="4780610"/>
                  <a:pt x="7414317" y="4777732"/>
                </a:cubicBezTo>
                <a:cubicBezTo>
                  <a:pt x="7407348" y="4774855"/>
                  <a:pt x="7399593" y="4773416"/>
                  <a:pt x="7391050" y="4773416"/>
                </a:cubicBezTo>
                <a:cubicBezTo>
                  <a:pt x="7373517" y="4773416"/>
                  <a:pt x="7359063" y="4779711"/>
                  <a:pt x="7347688" y="4792299"/>
                </a:cubicBezTo>
                <a:cubicBezTo>
                  <a:pt x="7336314" y="4804887"/>
                  <a:pt x="7330626" y="4823050"/>
                  <a:pt x="7330626" y="4846788"/>
                </a:cubicBezTo>
                <a:cubicBezTo>
                  <a:pt x="7330626" y="4868009"/>
                  <a:pt x="7335774" y="4886037"/>
                  <a:pt x="7346070" y="4900874"/>
                </a:cubicBezTo>
                <a:cubicBezTo>
                  <a:pt x="7356365" y="4915710"/>
                  <a:pt x="7371269" y="4923128"/>
                  <a:pt x="7390781" y="4923128"/>
                </a:cubicBezTo>
                <a:cubicBezTo>
                  <a:pt x="7400492" y="4923128"/>
                  <a:pt x="7409304" y="4921060"/>
                  <a:pt x="7417216" y="4916924"/>
                </a:cubicBezTo>
                <a:cubicBezTo>
                  <a:pt x="7423151" y="4913777"/>
                  <a:pt x="7429715" y="4907707"/>
                  <a:pt x="7436908" y="4898716"/>
                </a:cubicBezTo>
                <a:lnTo>
                  <a:pt x="7436908" y="4919891"/>
                </a:lnTo>
                <a:lnTo>
                  <a:pt x="7488296" y="4919891"/>
                </a:lnTo>
                <a:lnTo>
                  <a:pt x="7488296" y="4722164"/>
                </a:lnTo>
                <a:close/>
                <a:moveTo>
                  <a:pt x="7137587" y="4722164"/>
                </a:moveTo>
                <a:lnTo>
                  <a:pt x="7137587" y="4790680"/>
                </a:lnTo>
                <a:cubicBezTo>
                  <a:pt x="7132192" y="4784926"/>
                  <a:pt x="7126010" y="4780610"/>
                  <a:pt x="7119042" y="4777732"/>
                </a:cubicBezTo>
                <a:cubicBezTo>
                  <a:pt x="7112073" y="4774855"/>
                  <a:pt x="7104318" y="4773416"/>
                  <a:pt x="7095776" y="4773416"/>
                </a:cubicBezTo>
                <a:cubicBezTo>
                  <a:pt x="7078242" y="4773416"/>
                  <a:pt x="7063788" y="4779711"/>
                  <a:pt x="7052413" y="4792299"/>
                </a:cubicBezTo>
                <a:cubicBezTo>
                  <a:pt x="7041039" y="4804887"/>
                  <a:pt x="7035351" y="4823050"/>
                  <a:pt x="7035351" y="4846788"/>
                </a:cubicBezTo>
                <a:cubicBezTo>
                  <a:pt x="7035351" y="4868009"/>
                  <a:pt x="7040499" y="4886037"/>
                  <a:pt x="7050795" y="4900874"/>
                </a:cubicBezTo>
                <a:cubicBezTo>
                  <a:pt x="7061090" y="4915710"/>
                  <a:pt x="7075994" y="4923128"/>
                  <a:pt x="7095506" y="4923128"/>
                </a:cubicBezTo>
                <a:cubicBezTo>
                  <a:pt x="7105217" y="4923128"/>
                  <a:pt x="7114029" y="4921060"/>
                  <a:pt x="7121941" y="4916924"/>
                </a:cubicBezTo>
                <a:cubicBezTo>
                  <a:pt x="7127876" y="4913777"/>
                  <a:pt x="7134440" y="4907707"/>
                  <a:pt x="7141633" y="4898716"/>
                </a:cubicBezTo>
                <a:lnTo>
                  <a:pt x="7141633" y="4919891"/>
                </a:lnTo>
                <a:lnTo>
                  <a:pt x="7193021" y="4919891"/>
                </a:lnTo>
                <a:lnTo>
                  <a:pt x="7193021" y="4722164"/>
                </a:lnTo>
                <a:close/>
                <a:moveTo>
                  <a:pt x="7787580" y="4518539"/>
                </a:moveTo>
                <a:lnTo>
                  <a:pt x="7787580" y="4527306"/>
                </a:lnTo>
                <a:cubicBezTo>
                  <a:pt x="7787580" y="4534140"/>
                  <a:pt x="7786478" y="4539692"/>
                  <a:pt x="7784275" y="4543963"/>
                </a:cubicBezTo>
                <a:cubicBezTo>
                  <a:pt x="7782072" y="4548234"/>
                  <a:pt x="7778341" y="4551853"/>
                  <a:pt x="7773081" y="4554820"/>
                </a:cubicBezTo>
                <a:cubicBezTo>
                  <a:pt x="7767821" y="4557788"/>
                  <a:pt x="7762133" y="4559271"/>
                  <a:pt x="7756019" y="4559271"/>
                </a:cubicBezTo>
                <a:cubicBezTo>
                  <a:pt x="7750174" y="4559271"/>
                  <a:pt x="7745746" y="4557900"/>
                  <a:pt x="7742734" y="4555157"/>
                </a:cubicBezTo>
                <a:cubicBezTo>
                  <a:pt x="7739722" y="4552415"/>
                  <a:pt x="7738215" y="4548886"/>
                  <a:pt x="7738215" y="4544570"/>
                </a:cubicBezTo>
                <a:cubicBezTo>
                  <a:pt x="7738215" y="4540793"/>
                  <a:pt x="7739744" y="4537421"/>
                  <a:pt x="7742801" y="4534454"/>
                </a:cubicBezTo>
                <a:cubicBezTo>
                  <a:pt x="7745768" y="4531577"/>
                  <a:pt x="7752827" y="4528654"/>
                  <a:pt x="7763977" y="4525687"/>
                </a:cubicBezTo>
                <a:cubicBezTo>
                  <a:pt x="7772159" y="4523619"/>
                  <a:pt x="7780027" y="4521236"/>
                  <a:pt x="7787580" y="4518539"/>
                </a:cubicBezTo>
                <a:close/>
                <a:moveTo>
                  <a:pt x="7225605" y="4518539"/>
                </a:moveTo>
                <a:lnTo>
                  <a:pt x="7225605" y="4527306"/>
                </a:lnTo>
                <a:cubicBezTo>
                  <a:pt x="7225605" y="4534140"/>
                  <a:pt x="7224503" y="4539692"/>
                  <a:pt x="7222300" y="4543963"/>
                </a:cubicBezTo>
                <a:cubicBezTo>
                  <a:pt x="7220097" y="4548234"/>
                  <a:pt x="7216366" y="4551853"/>
                  <a:pt x="7211106" y="4554820"/>
                </a:cubicBezTo>
                <a:cubicBezTo>
                  <a:pt x="7205846" y="4557788"/>
                  <a:pt x="7200158" y="4559271"/>
                  <a:pt x="7194044" y="4559271"/>
                </a:cubicBezTo>
                <a:cubicBezTo>
                  <a:pt x="7188199" y="4559271"/>
                  <a:pt x="7183771" y="4557900"/>
                  <a:pt x="7180759" y="4555157"/>
                </a:cubicBezTo>
                <a:cubicBezTo>
                  <a:pt x="7177747" y="4552415"/>
                  <a:pt x="7176240" y="4548886"/>
                  <a:pt x="7176240" y="4544570"/>
                </a:cubicBezTo>
                <a:cubicBezTo>
                  <a:pt x="7176240" y="4540793"/>
                  <a:pt x="7177769" y="4537421"/>
                  <a:pt x="7180826" y="4534454"/>
                </a:cubicBezTo>
                <a:cubicBezTo>
                  <a:pt x="7183793" y="4531577"/>
                  <a:pt x="7190852" y="4528654"/>
                  <a:pt x="7202002" y="4525687"/>
                </a:cubicBezTo>
                <a:cubicBezTo>
                  <a:pt x="7210184" y="4523619"/>
                  <a:pt x="7218052" y="4521236"/>
                  <a:pt x="7225605" y="4518539"/>
                </a:cubicBezTo>
                <a:close/>
                <a:moveTo>
                  <a:pt x="10608444" y="4481043"/>
                </a:moveTo>
                <a:cubicBezTo>
                  <a:pt x="10615728" y="4481043"/>
                  <a:pt x="10621752" y="4483808"/>
                  <a:pt x="10626518" y="4489338"/>
                </a:cubicBezTo>
                <a:cubicBezTo>
                  <a:pt x="10631284" y="4494868"/>
                  <a:pt x="10633666" y="4503253"/>
                  <a:pt x="10633666" y="4514492"/>
                </a:cubicBezTo>
                <a:cubicBezTo>
                  <a:pt x="10633666" y="4526901"/>
                  <a:pt x="10631328" y="4535848"/>
                  <a:pt x="10626653" y="4541333"/>
                </a:cubicBezTo>
                <a:cubicBezTo>
                  <a:pt x="10621977" y="4546818"/>
                  <a:pt x="10616132" y="4549560"/>
                  <a:pt x="10609119" y="4549560"/>
                </a:cubicBezTo>
                <a:cubicBezTo>
                  <a:pt x="10602555" y="4549560"/>
                  <a:pt x="10597048" y="4546840"/>
                  <a:pt x="10592597" y="4541400"/>
                </a:cubicBezTo>
                <a:cubicBezTo>
                  <a:pt x="10588146" y="4535960"/>
                  <a:pt x="10585920" y="4527396"/>
                  <a:pt x="10585920" y="4515706"/>
                </a:cubicBezTo>
                <a:cubicBezTo>
                  <a:pt x="10585920" y="4503208"/>
                  <a:pt x="10588078" y="4494306"/>
                  <a:pt x="10592394" y="4489001"/>
                </a:cubicBezTo>
                <a:cubicBezTo>
                  <a:pt x="10596710" y="4483696"/>
                  <a:pt x="10602060" y="4481043"/>
                  <a:pt x="10608444" y="4481043"/>
                </a:cubicBezTo>
                <a:close/>
                <a:moveTo>
                  <a:pt x="8150776" y="4480369"/>
                </a:moveTo>
                <a:cubicBezTo>
                  <a:pt x="8157250" y="4480369"/>
                  <a:pt x="8162735" y="4483089"/>
                  <a:pt x="8167231" y="4488529"/>
                </a:cubicBezTo>
                <a:cubicBezTo>
                  <a:pt x="8171727" y="4493969"/>
                  <a:pt x="8173975" y="4502489"/>
                  <a:pt x="8173975" y="4514088"/>
                </a:cubicBezTo>
                <a:cubicBezTo>
                  <a:pt x="8173975" y="4526676"/>
                  <a:pt x="8171817" y="4535601"/>
                  <a:pt x="8167501" y="4540861"/>
                </a:cubicBezTo>
                <a:cubicBezTo>
                  <a:pt x="8163185" y="4546121"/>
                  <a:pt x="8157835" y="4548751"/>
                  <a:pt x="8151451" y="4548751"/>
                </a:cubicBezTo>
                <a:cubicBezTo>
                  <a:pt x="8144167" y="4548751"/>
                  <a:pt x="8138143" y="4546009"/>
                  <a:pt x="8133377" y="4540523"/>
                </a:cubicBezTo>
                <a:cubicBezTo>
                  <a:pt x="8128612" y="4535039"/>
                  <a:pt x="8126229" y="4526631"/>
                  <a:pt x="8126229" y="4515302"/>
                </a:cubicBezTo>
                <a:cubicBezTo>
                  <a:pt x="8126229" y="4502983"/>
                  <a:pt x="8128567" y="4494082"/>
                  <a:pt x="8133243" y="4488596"/>
                </a:cubicBezTo>
                <a:cubicBezTo>
                  <a:pt x="8137918" y="4483112"/>
                  <a:pt x="8143763" y="4480369"/>
                  <a:pt x="8150776" y="4480369"/>
                </a:cubicBezTo>
                <a:close/>
                <a:moveTo>
                  <a:pt x="7960276" y="4480369"/>
                </a:moveTo>
                <a:cubicBezTo>
                  <a:pt x="7966750" y="4480369"/>
                  <a:pt x="7972235" y="4483089"/>
                  <a:pt x="7976731" y="4488529"/>
                </a:cubicBezTo>
                <a:cubicBezTo>
                  <a:pt x="7981227" y="4493969"/>
                  <a:pt x="7983475" y="4502489"/>
                  <a:pt x="7983475" y="4514088"/>
                </a:cubicBezTo>
                <a:cubicBezTo>
                  <a:pt x="7983475" y="4526676"/>
                  <a:pt x="7981317" y="4535601"/>
                  <a:pt x="7977001" y="4540861"/>
                </a:cubicBezTo>
                <a:cubicBezTo>
                  <a:pt x="7972685" y="4546121"/>
                  <a:pt x="7967335" y="4548751"/>
                  <a:pt x="7960951" y="4548751"/>
                </a:cubicBezTo>
                <a:cubicBezTo>
                  <a:pt x="7953667" y="4548751"/>
                  <a:pt x="7947643" y="4546009"/>
                  <a:pt x="7942877" y="4540523"/>
                </a:cubicBezTo>
                <a:cubicBezTo>
                  <a:pt x="7938112" y="4535039"/>
                  <a:pt x="7935729" y="4526631"/>
                  <a:pt x="7935729" y="4515302"/>
                </a:cubicBezTo>
                <a:cubicBezTo>
                  <a:pt x="7935729" y="4502983"/>
                  <a:pt x="7938067" y="4494082"/>
                  <a:pt x="7942743" y="4488596"/>
                </a:cubicBezTo>
                <a:cubicBezTo>
                  <a:pt x="7947418" y="4483112"/>
                  <a:pt x="7953263" y="4480369"/>
                  <a:pt x="7960276" y="4480369"/>
                </a:cubicBezTo>
                <a:close/>
                <a:moveTo>
                  <a:pt x="11390034" y="4479829"/>
                </a:moveTo>
                <a:cubicBezTo>
                  <a:pt x="11397048" y="4479829"/>
                  <a:pt x="11402982" y="4482594"/>
                  <a:pt x="11407838" y="4488124"/>
                </a:cubicBezTo>
                <a:cubicBezTo>
                  <a:pt x="11412693" y="4493654"/>
                  <a:pt x="11415120" y="4501635"/>
                  <a:pt x="11415120" y="4512065"/>
                </a:cubicBezTo>
                <a:cubicBezTo>
                  <a:pt x="11415120" y="4522495"/>
                  <a:pt x="11412806" y="4530296"/>
                  <a:pt x="11408174" y="4535466"/>
                </a:cubicBezTo>
                <a:cubicBezTo>
                  <a:pt x="11403544" y="4540636"/>
                  <a:pt x="11397812" y="4543221"/>
                  <a:pt x="11390978" y="4543221"/>
                </a:cubicBezTo>
                <a:cubicBezTo>
                  <a:pt x="11383785" y="4543221"/>
                  <a:pt x="11377985" y="4540726"/>
                  <a:pt x="11373579" y="4535735"/>
                </a:cubicBezTo>
                <a:cubicBezTo>
                  <a:pt x="11369174" y="4530745"/>
                  <a:pt x="11366970" y="4523080"/>
                  <a:pt x="11366970" y="4512739"/>
                </a:cubicBezTo>
                <a:cubicBezTo>
                  <a:pt x="11366970" y="4500960"/>
                  <a:pt x="11369060" y="4492530"/>
                  <a:pt x="11373242" y="4487450"/>
                </a:cubicBezTo>
                <a:cubicBezTo>
                  <a:pt x="11377423" y="4482370"/>
                  <a:pt x="11383020" y="4479829"/>
                  <a:pt x="11390034" y="4479829"/>
                </a:cubicBezTo>
                <a:close/>
                <a:moveTo>
                  <a:pt x="8337365" y="4477806"/>
                </a:moveTo>
                <a:cubicBezTo>
                  <a:pt x="8344918" y="4477806"/>
                  <a:pt x="8351257" y="4480841"/>
                  <a:pt x="8356382" y="4486910"/>
                </a:cubicBezTo>
                <a:cubicBezTo>
                  <a:pt x="8361507" y="4492980"/>
                  <a:pt x="8364070" y="4502219"/>
                  <a:pt x="8364070" y="4514627"/>
                </a:cubicBezTo>
                <a:cubicBezTo>
                  <a:pt x="8364070" y="4527935"/>
                  <a:pt x="8361530" y="4537601"/>
                  <a:pt x="8356450" y="4543626"/>
                </a:cubicBezTo>
                <a:cubicBezTo>
                  <a:pt x="8351369" y="4549650"/>
                  <a:pt x="8344873" y="4552662"/>
                  <a:pt x="8336960" y="4552662"/>
                </a:cubicBezTo>
                <a:cubicBezTo>
                  <a:pt x="8329137" y="4552662"/>
                  <a:pt x="8322641" y="4549605"/>
                  <a:pt x="8317471" y="4543491"/>
                </a:cubicBezTo>
                <a:cubicBezTo>
                  <a:pt x="8312300" y="4537377"/>
                  <a:pt x="8309715" y="4527935"/>
                  <a:pt x="8309715" y="4515167"/>
                </a:cubicBezTo>
                <a:cubicBezTo>
                  <a:pt x="8309715" y="4502579"/>
                  <a:pt x="8312323" y="4493205"/>
                  <a:pt x="8317538" y="4487045"/>
                </a:cubicBezTo>
                <a:cubicBezTo>
                  <a:pt x="8322753" y="4480886"/>
                  <a:pt x="8329362" y="4477806"/>
                  <a:pt x="8337365" y="4477806"/>
                </a:cubicBezTo>
                <a:close/>
                <a:moveTo>
                  <a:pt x="10423744" y="4472546"/>
                </a:moveTo>
                <a:cubicBezTo>
                  <a:pt x="10431298" y="4472546"/>
                  <a:pt x="10437389" y="4474839"/>
                  <a:pt x="10442020" y="4479425"/>
                </a:cubicBezTo>
                <a:cubicBezTo>
                  <a:pt x="10446650" y="4484011"/>
                  <a:pt x="10449506" y="4491609"/>
                  <a:pt x="10450584" y="4502219"/>
                </a:cubicBezTo>
                <a:lnTo>
                  <a:pt x="10396500" y="4502219"/>
                </a:lnTo>
                <a:cubicBezTo>
                  <a:pt x="10397398" y="4493677"/>
                  <a:pt x="10399512" y="4487248"/>
                  <a:pt x="10402838" y="4482932"/>
                </a:cubicBezTo>
                <a:cubicBezTo>
                  <a:pt x="10408054" y="4476008"/>
                  <a:pt x="10415022" y="4472546"/>
                  <a:pt x="10423744" y="4472546"/>
                </a:cubicBezTo>
                <a:close/>
                <a:moveTo>
                  <a:pt x="9242644" y="4472546"/>
                </a:moveTo>
                <a:cubicBezTo>
                  <a:pt x="9250197" y="4472546"/>
                  <a:pt x="9256289" y="4474839"/>
                  <a:pt x="9260920" y="4479425"/>
                </a:cubicBezTo>
                <a:cubicBezTo>
                  <a:pt x="9265550" y="4484011"/>
                  <a:pt x="9268406" y="4491609"/>
                  <a:pt x="9269484" y="4502219"/>
                </a:cubicBezTo>
                <a:lnTo>
                  <a:pt x="9215400" y="4502219"/>
                </a:lnTo>
                <a:cubicBezTo>
                  <a:pt x="9216298" y="4493677"/>
                  <a:pt x="9218412" y="4487248"/>
                  <a:pt x="9221738" y="4482932"/>
                </a:cubicBezTo>
                <a:cubicBezTo>
                  <a:pt x="9226954" y="4476008"/>
                  <a:pt x="9233922" y="4472546"/>
                  <a:pt x="9242644" y="4472546"/>
                </a:cubicBezTo>
                <a:close/>
                <a:moveTo>
                  <a:pt x="11025702" y="4443278"/>
                </a:moveTo>
                <a:lnTo>
                  <a:pt x="11025702" y="4586516"/>
                </a:lnTo>
                <a:lnTo>
                  <a:pt x="11080598" y="4586516"/>
                </a:lnTo>
                <a:lnTo>
                  <a:pt x="11080598" y="4443278"/>
                </a:lnTo>
                <a:close/>
                <a:moveTo>
                  <a:pt x="10727865" y="4443278"/>
                </a:moveTo>
                <a:lnTo>
                  <a:pt x="10727865" y="4534454"/>
                </a:lnTo>
                <a:cubicBezTo>
                  <a:pt x="10727865" y="4553247"/>
                  <a:pt x="10732158" y="4567161"/>
                  <a:pt x="10740746" y="4576198"/>
                </a:cubicBezTo>
                <a:cubicBezTo>
                  <a:pt x="10749333" y="4585235"/>
                  <a:pt x="10761180" y="4589753"/>
                  <a:pt x="10776286" y="4589753"/>
                </a:cubicBezTo>
                <a:cubicBezTo>
                  <a:pt x="10787615" y="4589753"/>
                  <a:pt x="10797168" y="4587730"/>
                  <a:pt x="10804946" y="4583684"/>
                </a:cubicBezTo>
                <a:cubicBezTo>
                  <a:pt x="10812724" y="4579637"/>
                  <a:pt x="10820434" y="4572849"/>
                  <a:pt x="10828078" y="4563317"/>
                </a:cubicBezTo>
                <a:lnTo>
                  <a:pt x="10828078" y="4586516"/>
                </a:lnTo>
                <a:lnTo>
                  <a:pt x="10879330" y="4586516"/>
                </a:lnTo>
                <a:lnTo>
                  <a:pt x="10879330" y="4443278"/>
                </a:lnTo>
                <a:lnTo>
                  <a:pt x="10824436" y="4443278"/>
                </a:lnTo>
                <a:lnTo>
                  <a:pt x="10824436" y="4512200"/>
                </a:lnTo>
                <a:cubicBezTo>
                  <a:pt x="10824436" y="4525238"/>
                  <a:pt x="10822346" y="4534274"/>
                  <a:pt x="10818164" y="4539310"/>
                </a:cubicBezTo>
                <a:cubicBezTo>
                  <a:pt x="10813983" y="4544345"/>
                  <a:pt x="10808610" y="4546863"/>
                  <a:pt x="10802047" y="4546863"/>
                </a:cubicBezTo>
                <a:cubicBezTo>
                  <a:pt x="10796022" y="4546863"/>
                  <a:pt x="10791346" y="4544974"/>
                  <a:pt x="10788020" y="4541198"/>
                </a:cubicBezTo>
                <a:cubicBezTo>
                  <a:pt x="10784692" y="4537421"/>
                  <a:pt x="10783030" y="4531037"/>
                  <a:pt x="10783030" y="4522046"/>
                </a:cubicBezTo>
                <a:lnTo>
                  <a:pt x="10783030" y="4443278"/>
                </a:lnTo>
                <a:close/>
                <a:moveTo>
                  <a:pt x="8453953" y="4443278"/>
                </a:moveTo>
                <a:lnTo>
                  <a:pt x="8453953" y="4586516"/>
                </a:lnTo>
                <a:lnTo>
                  <a:pt x="8508847" y="4586516"/>
                </a:lnTo>
                <a:lnTo>
                  <a:pt x="8508847" y="4443278"/>
                </a:lnTo>
                <a:close/>
                <a:moveTo>
                  <a:pt x="11370746" y="4440041"/>
                </a:moveTo>
                <a:cubicBezTo>
                  <a:pt x="11353303" y="4440041"/>
                  <a:pt x="11339186" y="4445886"/>
                  <a:pt x="11328396" y="4457575"/>
                </a:cubicBezTo>
                <a:cubicBezTo>
                  <a:pt x="11317606" y="4469264"/>
                  <a:pt x="11312210" y="4486259"/>
                  <a:pt x="11312210" y="4508558"/>
                </a:cubicBezTo>
                <a:cubicBezTo>
                  <a:pt x="11312210" y="4528070"/>
                  <a:pt x="11316392" y="4543760"/>
                  <a:pt x="11324754" y="4555630"/>
                </a:cubicBezTo>
                <a:cubicBezTo>
                  <a:pt x="11336534" y="4572354"/>
                  <a:pt x="11351999" y="4580716"/>
                  <a:pt x="11371152" y="4580716"/>
                </a:cubicBezTo>
                <a:cubicBezTo>
                  <a:pt x="11380952" y="4580716"/>
                  <a:pt x="11390079" y="4578469"/>
                  <a:pt x="11398531" y="4573973"/>
                </a:cubicBezTo>
                <a:cubicBezTo>
                  <a:pt x="11403926" y="4571095"/>
                  <a:pt x="11409321" y="4566465"/>
                  <a:pt x="11414716" y="4560080"/>
                </a:cubicBezTo>
                <a:lnTo>
                  <a:pt x="11414716" y="4581795"/>
                </a:lnTo>
                <a:cubicBezTo>
                  <a:pt x="11414716" y="4592316"/>
                  <a:pt x="11412760" y="4599689"/>
                  <a:pt x="11408849" y="4603915"/>
                </a:cubicBezTo>
                <a:cubicBezTo>
                  <a:pt x="11404938" y="4608141"/>
                  <a:pt x="11399026" y="4610254"/>
                  <a:pt x="11391113" y="4610254"/>
                </a:cubicBezTo>
                <a:cubicBezTo>
                  <a:pt x="11384998" y="4610254"/>
                  <a:pt x="11379918" y="4608861"/>
                  <a:pt x="11375872" y="4606073"/>
                </a:cubicBezTo>
                <a:cubicBezTo>
                  <a:pt x="11373085" y="4604185"/>
                  <a:pt x="11371016" y="4600768"/>
                  <a:pt x="11369668" y="4595822"/>
                </a:cubicBezTo>
                <a:lnTo>
                  <a:pt x="11316392" y="4589753"/>
                </a:lnTo>
                <a:cubicBezTo>
                  <a:pt x="11316212" y="4592810"/>
                  <a:pt x="11316122" y="4595238"/>
                  <a:pt x="11316122" y="4597036"/>
                </a:cubicBezTo>
                <a:cubicBezTo>
                  <a:pt x="11316122" y="4611513"/>
                  <a:pt x="11321495" y="4623067"/>
                  <a:pt x="11332240" y="4631699"/>
                </a:cubicBezTo>
                <a:cubicBezTo>
                  <a:pt x="11342985" y="4640331"/>
                  <a:pt x="11362744" y="4644647"/>
                  <a:pt x="11391518" y="4644647"/>
                </a:cubicBezTo>
                <a:cubicBezTo>
                  <a:pt x="11404106" y="4644647"/>
                  <a:pt x="11415278" y="4643524"/>
                  <a:pt x="11425034" y="4641275"/>
                </a:cubicBezTo>
                <a:cubicBezTo>
                  <a:pt x="11434790" y="4639028"/>
                  <a:pt x="11442838" y="4635386"/>
                  <a:pt x="11449176" y="4630351"/>
                </a:cubicBezTo>
                <a:cubicBezTo>
                  <a:pt x="11455516" y="4625315"/>
                  <a:pt x="11460596" y="4618729"/>
                  <a:pt x="11464418" y="4610591"/>
                </a:cubicBezTo>
                <a:cubicBezTo>
                  <a:pt x="11468240" y="4602454"/>
                  <a:pt x="11470150" y="4593889"/>
                  <a:pt x="11470150" y="4584898"/>
                </a:cubicBezTo>
                <a:lnTo>
                  <a:pt x="11470015" y="4578558"/>
                </a:lnTo>
                <a:lnTo>
                  <a:pt x="11470015" y="4443278"/>
                </a:lnTo>
                <a:lnTo>
                  <a:pt x="11418628" y="4443278"/>
                </a:lnTo>
                <a:lnTo>
                  <a:pt x="11418628" y="4464454"/>
                </a:lnTo>
                <a:cubicBezTo>
                  <a:pt x="11412334" y="4455732"/>
                  <a:pt x="11405567" y="4449483"/>
                  <a:pt x="11398328" y="4445706"/>
                </a:cubicBezTo>
                <a:cubicBezTo>
                  <a:pt x="11391090" y="4441929"/>
                  <a:pt x="11381896" y="4440041"/>
                  <a:pt x="11370746" y="4440041"/>
                </a:cubicBezTo>
                <a:close/>
                <a:moveTo>
                  <a:pt x="11231364" y="4440041"/>
                </a:moveTo>
                <a:cubicBezTo>
                  <a:pt x="11220125" y="4440041"/>
                  <a:pt x="11210594" y="4442087"/>
                  <a:pt x="11202771" y="4446178"/>
                </a:cubicBezTo>
                <a:cubicBezTo>
                  <a:pt x="11194948" y="4450269"/>
                  <a:pt x="11187216" y="4457081"/>
                  <a:pt x="11179572" y="4466612"/>
                </a:cubicBezTo>
                <a:lnTo>
                  <a:pt x="11179572" y="4443278"/>
                </a:lnTo>
                <a:lnTo>
                  <a:pt x="11128454" y="4443278"/>
                </a:lnTo>
                <a:lnTo>
                  <a:pt x="11128454" y="4586516"/>
                </a:lnTo>
                <a:lnTo>
                  <a:pt x="11183349" y="4586516"/>
                </a:lnTo>
                <a:lnTo>
                  <a:pt x="11183349" y="4517730"/>
                </a:lnTo>
                <a:cubicBezTo>
                  <a:pt x="11183349" y="4504692"/>
                  <a:pt x="11185418" y="4495655"/>
                  <a:pt x="11189553" y="4490620"/>
                </a:cubicBezTo>
                <a:cubicBezTo>
                  <a:pt x="11193690" y="4485584"/>
                  <a:pt x="11199084" y="4483067"/>
                  <a:pt x="11205738" y="4483067"/>
                </a:cubicBezTo>
                <a:cubicBezTo>
                  <a:pt x="11211762" y="4483067"/>
                  <a:pt x="11216438" y="4484932"/>
                  <a:pt x="11219765" y="4488664"/>
                </a:cubicBezTo>
                <a:cubicBezTo>
                  <a:pt x="11223092" y="4492396"/>
                  <a:pt x="11224756" y="4498757"/>
                  <a:pt x="11224756" y="4507749"/>
                </a:cubicBezTo>
                <a:lnTo>
                  <a:pt x="11224756" y="4586516"/>
                </a:lnTo>
                <a:lnTo>
                  <a:pt x="11279920" y="4586516"/>
                </a:lnTo>
                <a:lnTo>
                  <a:pt x="11279920" y="4495475"/>
                </a:lnTo>
                <a:cubicBezTo>
                  <a:pt x="11279920" y="4476592"/>
                  <a:pt x="11275626" y="4462633"/>
                  <a:pt x="11267039" y="4453596"/>
                </a:cubicBezTo>
                <a:cubicBezTo>
                  <a:pt x="11258452" y="4444560"/>
                  <a:pt x="11246560" y="4440041"/>
                  <a:pt x="11231364" y="4440041"/>
                </a:cubicBezTo>
                <a:close/>
                <a:moveTo>
                  <a:pt x="10421452" y="4440041"/>
                </a:moveTo>
                <a:cubicBezTo>
                  <a:pt x="10396184" y="4440041"/>
                  <a:pt x="10376380" y="4446965"/>
                  <a:pt x="10362038" y="4460812"/>
                </a:cubicBezTo>
                <a:cubicBezTo>
                  <a:pt x="10347697" y="4474659"/>
                  <a:pt x="10340526" y="4492778"/>
                  <a:pt x="10340526" y="4515167"/>
                </a:cubicBezTo>
                <a:cubicBezTo>
                  <a:pt x="10340526" y="4530903"/>
                  <a:pt x="10344100" y="4544592"/>
                  <a:pt x="10351248" y="4556236"/>
                </a:cubicBezTo>
                <a:cubicBezTo>
                  <a:pt x="10358397" y="4567881"/>
                  <a:pt x="10367412" y="4576378"/>
                  <a:pt x="10378291" y="4581728"/>
                </a:cubicBezTo>
                <a:cubicBezTo>
                  <a:pt x="10389171" y="4587078"/>
                  <a:pt x="10404098" y="4589753"/>
                  <a:pt x="10423070" y="4589753"/>
                </a:cubicBezTo>
                <a:cubicBezTo>
                  <a:pt x="10444920" y="4589753"/>
                  <a:pt x="10461690" y="4586629"/>
                  <a:pt x="10473378" y="4580379"/>
                </a:cubicBezTo>
                <a:cubicBezTo>
                  <a:pt x="10485068" y="4574130"/>
                  <a:pt x="10495048" y="4563812"/>
                  <a:pt x="10503321" y="4549425"/>
                </a:cubicBezTo>
                <a:lnTo>
                  <a:pt x="10449236" y="4544435"/>
                </a:lnTo>
                <a:cubicBezTo>
                  <a:pt x="10445819" y="4548751"/>
                  <a:pt x="10442627" y="4551763"/>
                  <a:pt x="10439660" y="4553472"/>
                </a:cubicBezTo>
                <a:cubicBezTo>
                  <a:pt x="10434804" y="4556169"/>
                  <a:pt x="10429679" y="4557518"/>
                  <a:pt x="10424284" y="4557518"/>
                </a:cubicBezTo>
                <a:cubicBezTo>
                  <a:pt x="10415742" y="4557518"/>
                  <a:pt x="10408818" y="4554416"/>
                  <a:pt x="10403513" y="4548211"/>
                </a:cubicBezTo>
                <a:cubicBezTo>
                  <a:pt x="10399736" y="4543895"/>
                  <a:pt x="10397354" y="4537332"/>
                  <a:pt x="10396364" y="4528520"/>
                </a:cubicBezTo>
                <a:lnTo>
                  <a:pt x="10506423" y="4528520"/>
                </a:lnTo>
                <a:lnTo>
                  <a:pt x="10506423" y="4522315"/>
                </a:lnTo>
                <a:cubicBezTo>
                  <a:pt x="10506423" y="4503433"/>
                  <a:pt x="10503321" y="4488102"/>
                  <a:pt x="10497116" y="4476323"/>
                </a:cubicBezTo>
                <a:cubicBezTo>
                  <a:pt x="10490912" y="4464544"/>
                  <a:pt x="10481876" y="4455552"/>
                  <a:pt x="10470006" y="4449348"/>
                </a:cubicBezTo>
                <a:cubicBezTo>
                  <a:pt x="10458138" y="4443143"/>
                  <a:pt x="10441952" y="4440041"/>
                  <a:pt x="10421452" y="4440041"/>
                </a:cubicBezTo>
                <a:close/>
                <a:moveTo>
                  <a:pt x="10043284" y="4440041"/>
                </a:moveTo>
                <a:cubicBezTo>
                  <a:pt x="10026559" y="4440041"/>
                  <a:pt x="10012847" y="4442242"/>
                  <a:pt x="10002147" y="4446644"/>
                </a:cubicBezTo>
                <a:cubicBezTo>
                  <a:pt x="9995403" y="4449428"/>
                  <a:pt x="9988839" y="4453673"/>
                  <a:pt x="9982455" y="4459378"/>
                </a:cubicBezTo>
                <a:cubicBezTo>
                  <a:pt x="9976071" y="4465083"/>
                  <a:pt x="9971036" y="4471529"/>
                  <a:pt x="9967349" y="4478715"/>
                </a:cubicBezTo>
                <a:cubicBezTo>
                  <a:pt x="9962314" y="4488507"/>
                  <a:pt x="9959796" y="4500770"/>
                  <a:pt x="9959796" y="4515504"/>
                </a:cubicBezTo>
                <a:cubicBezTo>
                  <a:pt x="9959796" y="4529608"/>
                  <a:pt x="9961864" y="4540928"/>
                  <a:pt x="9966000" y="4549462"/>
                </a:cubicBezTo>
                <a:cubicBezTo>
                  <a:pt x="9970136" y="4557997"/>
                  <a:pt x="9975846" y="4565431"/>
                  <a:pt x="9983129" y="4571764"/>
                </a:cubicBezTo>
                <a:cubicBezTo>
                  <a:pt x="9990412" y="4578098"/>
                  <a:pt x="9999112" y="4582679"/>
                  <a:pt x="10009228" y="4585509"/>
                </a:cubicBezTo>
                <a:cubicBezTo>
                  <a:pt x="10019343" y="4588338"/>
                  <a:pt x="10031999" y="4589753"/>
                  <a:pt x="10047195" y="4589753"/>
                </a:cubicBezTo>
                <a:cubicBezTo>
                  <a:pt x="10062931" y="4589753"/>
                  <a:pt x="10075901" y="4587550"/>
                  <a:pt x="10086107" y="4583144"/>
                </a:cubicBezTo>
                <a:cubicBezTo>
                  <a:pt x="10096312" y="4578738"/>
                  <a:pt x="10104697" y="4572556"/>
                  <a:pt x="10111261" y="4564599"/>
                </a:cubicBezTo>
                <a:cubicBezTo>
                  <a:pt x="10117825" y="4556641"/>
                  <a:pt x="10122546" y="4547222"/>
                  <a:pt x="10125423" y="4536342"/>
                </a:cubicBezTo>
                <a:lnTo>
                  <a:pt x="10073226" y="4530408"/>
                </a:lnTo>
                <a:cubicBezTo>
                  <a:pt x="10070798" y="4538051"/>
                  <a:pt x="10067134" y="4543716"/>
                  <a:pt x="10062234" y="4547402"/>
                </a:cubicBezTo>
                <a:cubicBezTo>
                  <a:pt x="10057334" y="4551089"/>
                  <a:pt x="10051286" y="4552932"/>
                  <a:pt x="10044093" y="4552932"/>
                </a:cubicBezTo>
                <a:cubicBezTo>
                  <a:pt x="10035461" y="4552932"/>
                  <a:pt x="10028358" y="4549880"/>
                  <a:pt x="10022783" y="4543777"/>
                </a:cubicBezTo>
                <a:cubicBezTo>
                  <a:pt x="10017208" y="4537674"/>
                  <a:pt x="10014420" y="4528744"/>
                  <a:pt x="10014420" y="4516986"/>
                </a:cubicBezTo>
                <a:cubicBezTo>
                  <a:pt x="10014420" y="4503791"/>
                  <a:pt x="10017230" y="4493939"/>
                  <a:pt x="10022850" y="4487432"/>
                </a:cubicBezTo>
                <a:cubicBezTo>
                  <a:pt x="10028470" y="4480925"/>
                  <a:pt x="10035820" y="4477671"/>
                  <a:pt x="10044902" y="4477671"/>
                </a:cubicBezTo>
                <a:cubicBezTo>
                  <a:pt x="10052096" y="4477671"/>
                  <a:pt x="10057828" y="4479223"/>
                  <a:pt x="10062099" y="4482325"/>
                </a:cubicBezTo>
                <a:cubicBezTo>
                  <a:pt x="10066370" y="4485427"/>
                  <a:pt x="10069315" y="4490035"/>
                  <a:pt x="10070933" y="4496149"/>
                </a:cubicBezTo>
                <a:lnTo>
                  <a:pt x="10122590" y="4489271"/>
                </a:lnTo>
                <a:cubicBezTo>
                  <a:pt x="10117645" y="4473176"/>
                  <a:pt x="10109036" y="4460947"/>
                  <a:pt x="10096762" y="4452585"/>
                </a:cubicBezTo>
                <a:cubicBezTo>
                  <a:pt x="10084488" y="4444222"/>
                  <a:pt x="10066662" y="4440041"/>
                  <a:pt x="10043284" y="4440041"/>
                </a:cubicBezTo>
                <a:close/>
                <a:moveTo>
                  <a:pt x="9851384" y="4440041"/>
                </a:moveTo>
                <a:cubicBezTo>
                  <a:pt x="9835199" y="4440041"/>
                  <a:pt x="9822296" y="4441725"/>
                  <a:pt x="9812674" y="4445094"/>
                </a:cubicBezTo>
                <a:cubicBezTo>
                  <a:pt x="9803054" y="4448462"/>
                  <a:pt x="9795500" y="4453560"/>
                  <a:pt x="9790016" y="4460386"/>
                </a:cubicBezTo>
                <a:cubicBezTo>
                  <a:pt x="9784531" y="4467213"/>
                  <a:pt x="9781788" y="4475343"/>
                  <a:pt x="9781788" y="4484776"/>
                </a:cubicBezTo>
                <a:cubicBezTo>
                  <a:pt x="9781788" y="4493399"/>
                  <a:pt x="9784328" y="4501080"/>
                  <a:pt x="9789408" y="4507816"/>
                </a:cubicBezTo>
                <a:cubicBezTo>
                  <a:pt x="9794489" y="4514553"/>
                  <a:pt x="9800738" y="4519336"/>
                  <a:pt x="9808156" y="4522166"/>
                </a:cubicBezTo>
                <a:cubicBezTo>
                  <a:pt x="9815574" y="4524995"/>
                  <a:pt x="9828814" y="4528072"/>
                  <a:pt x="9847877" y="4531394"/>
                </a:cubicBezTo>
                <a:cubicBezTo>
                  <a:pt x="9860645" y="4533639"/>
                  <a:pt x="9868513" y="4535525"/>
                  <a:pt x="9871480" y="4537050"/>
                </a:cubicBezTo>
                <a:cubicBezTo>
                  <a:pt x="9875616" y="4539206"/>
                  <a:pt x="9877684" y="4542259"/>
                  <a:pt x="9877684" y="4546209"/>
                </a:cubicBezTo>
                <a:cubicBezTo>
                  <a:pt x="9877684" y="4549711"/>
                  <a:pt x="9876111" y="4552628"/>
                  <a:pt x="9872964" y="4554962"/>
                </a:cubicBezTo>
                <a:cubicBezTo>
                  <a:pt x="9868918" y="4558104"/>
                  <a:pt x="9863208" y="4559676"/>
                  <a:pt x="9855835" y="4559676"/>
                </a:cubicBezTo>
                <a:cubicBezTo>
                  <a:pt x="9849091" y="4559676"/>
                  <a:pt x="9843696" y="4558282"/>
                  <a:pt x="9839650" y="4555495"/>
                </a:cubicBezTo>
                <a:cubicBezTo>
                  <a:pt x="9835604" y="4552707"/>
                  <a:pt x="9832456" y="4548076"/>
                  <a:pt x="9830208" y="4541602"/>
                </a:cubicBezTo>
                <a:lnTo>
                  <a:pt x="9775719" y="4546728"/>
                </a:lnTo>
                <a:cubicBezTo>
                  <a:pt x="9778866" y="4560485"/>
                  <a:pt x="9785992" y="4571095"/>
                  <a:pt x="9797096" y="4578558"/>
                </a:cubicBezTo>
                <a:cubicBezTo>
                  <a:pt x="9808201" y="4586022"/>
                  <a:pt x="9826836" y="4589753"/>
                  <a:pt x="9853002" y="4589753"/>
                </a:cubicBezTo>
                <a:cubicBezTo>
                  <a:pt x="9871525" y="4589753"/>
                  <a:pt x="9886159" y="4587440"/>
                  <a:pt x="9896904" y="4582814"/>
                </a:cubicBezTo>
                <a:cubicBezTo>
                  <a:pt x="9907649" y="4578189"/>
                  <a:pt x="9915517" y="4571968"/>
                  <a:pt x="9920508" y="4564153"/>
                </a:cubicBezTo>
                <a:cubicBezTo>
                  <a:pt x="9925498" y="4556338"/>
                  <a:pt x="9927993" y="4548299"/>
                  <a:pt x="9927993" y="4540035"/>
                </a:cubicBezTo>
                <a:cubicBezTo>
                  <a:pt x="9927993" y="4531861"/>
                  <a:pt x="9925633" y="4524360"/>
                  <a:pt x="9920912" y="4517534"/>
                </a:cubicBezTo>
                <a:cubicBezTo>
                  <a:pt x="9916192" y="4510707"/>
                  <a:pt x="9909380" y="4505452"/>
                  <a:pt x="9900478" y="4501769"/>
                </a:cubicBezTo>
                <a:cubicBezTo>
                  <a:pt x="9891577" y="4498086"/>
                  <a:pt x="9878000" y="4495212"/>
                  <a:pt x="9859746" y="4493146"/>
                </a:cubicBezTo>
                <a:cubicBezTo>
                  <a:pt x="9847697" y="4491709"/>
                  <a:pt x="9839874" y="4490093"/>
                  <a:pt x="9836278" y="4488297"/>
                </a:cubicBezTo>
                <a:cubicBezTo>
                  <a:pt x="9832681" y="4486502"/>
                  <a:pt x="9830883" y="4483853"/>
                  <a:pt x="9830883" y="4480352"/>
                </a:cubicBezTo>
                <a:cubicBezTo>
                  <a:pt x="9830883" y="4477209"/>
                  <a:pt x="9832299" y="4474538"/>
                  <a:pt x="9835131" y="4472339"/>
                </a:cubicBezTo>
                <a:cubicBezTo>
                  <a:pt x="9837964" y="4470139"/>
                  <a:pt x="9842482" y="4469039"/>
                  <a:pt x="9848686" y="4469039"/>
                </a:cubicBezTo>
                <a:cubicBezTo>
                  <a:pt x="9854801" y="4469039"/>
                  <a:pt x="9860016" y="4470478"/>
                  <a:pt x="9864332" y="4473355"/>
                </a:cubicBezTo>
                <a:cubicBezTo>
                  <a:pt x="9867479" y="4475513"/>
                  <a:pt x="9869727" y="4478885"/>
                  <a:pt x="9871076" y="4483471"/>
                </a:cubicBezTo>
                <a:lnTo>
                  <a:pt x="9923138" y="4478346"/>
                </a:lnTo>
                <a:cubicBezTo>
                  <a:pt x="9919541" y="4468995"/>
                  <a:pt x="9915023" y="4461577"/>
                  <a:pt x="9909583" y="4456091"/>
                </a:cubicBezTo>
                <a:cubicBezTo>
                  <a:pt x="9904142" y="4450607"/>
                  <a:pt x="9897354" y="4446560"/>
                  <a:pt x="9889216" y="4443953"/>
                </a:cubicBezTo>
                <a:cubicBezTo>
                  <a:pt x="9881079" y="4441345"/>
                  <a:pt x="9868468" y="4440041"/>
                  <a:pt x="9851384" y="4440041"/>
                </a:cubicBezTo>
                <a:close/>
                <a:moveTo>
                  <a:pt x="9459715" y="4440041"/>
                </a:moveTo>
                <a:cubicBezTo>
                  <a:pt x="9448475" y="4440041"/>
                  <a:pt x="9438944" y="4442087"/>
                  <a:pt x="9431121" y="4446178"/>
                </a:cubicBezTo>
                <a:cubicBezTo>
                  <a:pt x="9423298" y="4450269"/>
                  <a:pt x="9415566" y="4457081"/>
                  <a:pt x="9407922" y="4466612"/>
                </a:cubicBezTo>
                <a:lnTo>
                  <a:pt x="9407922" y="4443278"/>
                </a:lnTo>
                <a:lnTo>
                  <a:pt x="9356805" y="4443278"/>
                </a:lnTo>
                <a:lnTo>
                  <a:pt x="9356805" y="4586516"/>
                </a:lnTo>
                <a:lnTo>
                  <a:pt x="9411699" y="4586516"/>
                </a:lnTo>
                <a:lnTo>
                  <a:pt x="9411699" y="4517730"/>
                </a:lnTo>
                <a:cubicBezTo>
                  <a:pt x="9411699" y="4504692"/>
                  <a:pt x="9413767" y="4495655"/>
                  <a:pt x="9417903" y="4490620"/>
                </a:cubicBezTo>
                <a:cubicBezTo>
                  <a:pt x="9422040" y="4485584"/>
                  <a:pt x="9427435" y="4483067"/>
                  <a:pt x="9434088" y="4483067"/>
                </a:cubicBezTo>
                <a:cubicBezTo>
                  <a:pt x="9440113" y="4483067"/>
                  <a:pt x="9444788" y="4484932"/>
                  <a:pt x="9448116" y="4488664"/>
                </a:cubicBezTo>
                <a:cubicBezTo>
                  <a:pt x="9451442" y="4492396"/>
                  <a:pt x="9453106" y="4498757"/>
                  <a:pt x="9453106" y="4507749"/>
                </a:cubicBezTo>
                <a:lnTo>
                  <a:pt x="9453106" y="4586516"/>
                </a:lnTo>
                <a:lnTo>
                  <a:pt x="9508270" y="4586516"/>
                </a:lnTo>
                <a:lnTo>
                  <a:pt x="9508270" y="4495475"/>
                </a:lnTo>
                <a:cubicBezTo>
                  <a:pt x="9508270" y="4476592"/>
                  <a:pt x="9503976" y="4462633"/>
                  <a:pt x="9495389" y="4453596"/>
                </a:cubicBezTo>
                <a:cubicBezTo>
                  <a:pt x="9486802" y="4444560"/>
                  <a:pt x="9474911" y="4440041"/>
                  <a:pt x="9459715" y="4440041"/>
                </a:cubicBezTo>
                <a:close/>
                <a:moveTo>
                  <a:pt x="9240352" y="4440041"/>
                </a:moveTo>
                <a:cubicBezTo>
                  <a:pt x="9215084" y="4440041"/>
                  <a:pt x="9195280" y="4446965"/>
                  <a:pt x="9180939" y="4460812"/>
                </a:cubicBezTo>
                <a:cubicBezTo>
                  <a:pt x="9166597" y="4474659"/>
                  <a:pt x="9159426" y="4492778"/>
                  <a:pt x="9159426" y="4515167"/>
                </a:cubicBezTo>
                <a:cubicBezTo>
                  <a:pt x="9159426" y="4530903"/>
                  <a:pt x="9163000" y="4544592"/>
                  <a:pt x="9170149" y="4556236"/>
                </a:cubicBezTo>
                <a:cubicBezTo>
                  <a:pt x="9177297" y="4567881"/>
                  <a:pt x="9186311" y="4576378"/>
                  <a:pt x="9197191" y="4581728"/>
                </a:cubicBezTo>
                <a:cubicBezTo>
                  <a:pt x="9208071" y="4587078"/>
                  <a:pt x="9222997" y="4589753"/>
                  <a:pt x="9241970" y="4589753"/>
                </a:cubicBezTo>
                <a:cubicBezTo>
                  <a:pt x="9263820" y="4589753"/>
                  <a:pt x="9280589" y="4586629"/>
                  <a:pt x="9292278" y="4580379"/>
                </a:cubicBezTo>
                <a:cubicBezTo>
                  <a:pt x="9303968" y="4574130"/>
                  <a:pt x="9313948" y="4563812"/>
                  <a:pt x="9322221" y="4549425"/>
                </a:cubicBezTo>
                <a:lnTo>
                  <a:pt x="9268136" y="4544435"/>
                </a:lnTo>
                <a:cubicBezTo>
                  <a:pt x="9264719" y="4548751"/>
                  <a:pt x="9261527" y="4551763"/>
                  <a:pt x="9258560" y="4553472"/>
                </a:cubicBezTo>
                <a:cubicBezTo>
                  <a:pt x="9253704" y="4556169"/>
                  <a:pt x="9248579" y="4557518"/>
                  <a:pt x="9243184" y="4557518"/>
                </a:cubicBezTo>
                <a:cubicBezTo>
                  <a:pt x="9234642" y="4557518"/>
                  <a:pt x="9227718" y="4554416"/>
                  <a:pt x="9222413" y="4548211"/>
                </a:cubicBezTo>
                <a:cubicBezTo>
                  <a:pt x="9218636" y="4543895"/>
                  <a:pt x="9216254" y="4537332"/>
                  <a:pt x="9215264" y="4528520"/>
                </a:cubicBezTo>
                <a:lnTo>
                  <a:pt x="9325323" y="4528520"/>
                </a:lnTo>
                <a:lnTo>
                  <a:pt x="9325323" y="4522315"/>
                </a:lnTo>
                <a:cubicBezTo>
                  <a:pt x="9325323" y="4503433"/>
                  <a:pt x="9322221" y="4488102"/>
                  <a:pt x="9316016" y="4476323"/>
                </a:cubicBezTo>
                <a:cubicBezTo>
                  <a:pt x="9309812" y="4464544"/>
                  <a:pt x="9300776" y="4455552"/>
                  <a:pt x="9288906" y="4449348"/>
                </a:cubicBezTo>
                <a:cubicBezTo>
                  <a:pt x="9277038" y="4443143"/>
                  <a:pt x="9260852" y="4440041"/>
                  <a:pt x="9240352" y="4440041"/>
                </a:cubicBezTo>
                <a:close/>
                <a:moveTo>
                  <a:pt x="8981783" y="4440041"/>
                </a:moveTo>
                <a:cubicBezTo>
                  <a:pt x="8971157" y="4440041"/>
                  <a:pt x="8962085" y="4441885"/>
                  <a:pt x="8954567" y="4445571"/>
                </a:cubicBezTo>
                <a:cubicBezTo>
                  <a:pt x="8947048" y="4449258"/>
                  <a:pt x="8939596" y="4455462"/>
                  <a:pt x="8932212" y="4464184"/>
                </a:cubicBezTo>
                <a:lnTo>
                  <a:pt x="8932212" y="4443278"/>
                </a:lnTo>
                <a:lnTo>
                  <a:pt x="8880959" y="4443278"/>
                </a:lnTo>
                <a:lnTo>
                  <a:pt x="8880959" y="4586516"/>
                </a:lnTo>
                <a:lnTo>
                  <a:pt x="8935988" y="4586516"/>
                </a:lnTo>
                <a:lnTo>
                  <a:pt x="8935988" y="4513413"/>
                </a:lnTo>
                <a:cubicBezTo>
                  <a:pt x="8935988" y="4502534"/>
                  <a:pt x="8938019" y="4494711"/>
                  <a:pt x="8942079" y="4489945"/>
                </a:cubicBezTo>
                <a:cubicBezTo>
                  <a:pt x="8946140" y="4485180"/>
                  <a:pt x="8951328" y="4482797"/>
                  <a:pt x="8957644" y="4482797"/>
                </a:cubicBezTo>
                <a:cubicBezTo>
                  <a:pt x="8961524" y="4482797"/>
                  <a:pt x="8964907" y="4483898"/>
                  <a:pt x="8967794" y="4486101"/>
                </a:cubicBezTo>
                <a:cubicBezTo>
                  <a:pt x="8970681" y="4488304"/>
                  <a:pt x="8972711" y="4491204"/>
                  <a:pt x="8973884" y="4494801"/>
                </a:cubicBezTo>
                <a:cubicBezTo>
                  <a:pt x="8974606" y="4497049"/>
                  <a:pt x="8974968" y="4501320"/>
                  <a:pt x="8974968" y="4507614"/>
                </a:cubicBezTo>
                <a:lnTo>
                  <a:pt x="8974968" y="4586516"/>
                </a:lnTo>
                <a:lnTo>
                  <a:pt x="9029997" y="4586516"/>
                </a:lnTo>
                <a:lnTo>
                  <a:pt x="9029997" y="4512604"/>
                </a:lnTo>
                <a:cubicBezTo>
                  <a:pt x="9029997" y="4502264"/>
                  <a:pt x="9031968" y="4494756"/>
                  <a:pt x="9035912" y="4490080"/>
                </a:cubicBezTo>
                <a:cubicBezTo>
                  <a:pt x="9039854" y="4485404"/>
                  <a:pt x="9045052" y="4483067"/>
                  <a:pt x="9051503" y="4483067"/>
                </a:cubicBezTo>
                <a:cubicBezTo>
                  <a:pt x="9056968" y="4483067"/>
                  <a:pt x="9061538" y="4485539"/>
                  <a:pt x="9065212" y="4490485"/>
                </a:cubicBezTo>
                <a:cubicBezTo>
                  <a:pt x="9067721" y="4493632"/>
                  <a:pt x="9068976" y="4498442"/>
                  <a:pt x="9068976" y="4504916"/>
                </a:cubicBezTo>
                <a:lnTo>
                  <a:pt x="9068976" y="4586516"/>
                </a:lnTo>
                <a:lnTo>
                  <a:pt x="9124005" y="4586516"/>
                </a:lnTo>
                <a:lnTo>
                  <a:pt x="9124005" y="4496554"/>
                </a:lnTo>
                <a:cubicBezTo>
                  <a:pt x="9124005" y="4477132"/>
                  <a:pt x="9119695" y="4462858"/>
                  <a:pt x="9111075" y="4453731"/>
                </a:cubicBezTo>
                <a:cubicBezTo>
                  <a:pt x="9102455" y="4444605"/>
                  <a:pt x="9090468" y="4440041"/>
                  <a:pt x="9075113" y="4440041"/>
                </a:cubicBezTo>
                <a:cubicBezTo>
                  <a:pt x="9064696" y="4440041"/>
                  <a:pt x="9055942" y="4441727"/>
                  <a:pt x="9048848" y="4445099"/>
                </a:cubicBezTo>
                <a:cubicBezTo>
                  <a:pt x="9041754" y="4448471"/>
                  <a:pt x="9033897" y="4454833"/>
                  <a:pt x="9025276" y="4464184"/>
                </a:cubicBezTo>
                <a:cubicBezTo>
                  <a:pt x="9021044" y="4456182"/>
                  <a:pt x="9015597" y="4450157"/>
                  <a:pt x="9008933" y="4446111"/>
                </a:cubicBezTo>
                <a:cubicBezTo>
                  <a:pt x="9002270" y="4442064"/>
                  <a:pt x="8993220" y="4440041"/>
                  <a:pt x="8981783" y="4440041"/>
                </a:cubicBezTo>
                <a:close/>
                <a:moveTo>
                  <a:pt x="8659615" y="4440041"/>
                </a:moveTo>
                <a:cubicBezTo>
                  <a:pt x="8648375" y="4440041"/>
                  <a:pt x="8638844" y="4442087"/>
                  <a:pt x="8631021" y="4446178"/>
                </a:cubicBezTo>
                <a:cubicBezTo>
                  <a:pt x="8623198" y="4450269"/>
                  <a:pt x="8615466" y="4457081"/>
                  <a:pt x="8607822" y="4466612"/>
                </a:cubicBezTo>
                <a:lnTo>
                  <a:pt x="8607822" y="4443278"/>
                </a:lnTo>
                <a:lnTo>
                  <a:pt x="8556705" y="4443278"/>
                </a:lnTo>
                <a:lnTo>
                  <a:pt x="8556705" y="4586516"/>
                </a:lnTo>
                <a:lnTo>
                  <a:pt x="8611599" y="4586516"/>
                </a:lnTo>
                <a:lnTo>
                  <a:pt x="8611599" y="4517730"/>
                </a:lnTo>
                <a:cubicBezTo>
                  <a:pt x="8611599" y="4504692"/>
                  <a:pt x="8613667" y="4495655"/>
                  <a:pt x="8617803" y="4490620"/>
                </a:cubicBezTo>
                <a:cubicBezTo>
                  <a:pt x="8621940" y="4485584"/>
                  <a:pt x="8627334" y="4483067"/>
                  <a:pt x="8633988" y="4483067"/>
                </a:cubicBezTo>
                <a:cubicBezTo>
                  <a:pt x="8640013" y="4483067"/>
                  <a:pt x="8644688" y="4484932"/>
                  <a:pt x="8648016" y="4488664"/>
                </a:cubicBezTo>
                <a:cubicBezTo>
                  <a:pt x="8651342" y="4492396"/>
                  <a:pt x="8653006" y="4498757"/>
                  <a:pt x="8653006" y="4507749"/>
                </a:cubicBezTo>
                <a:lnTo>
                  <a:pt x="8653006" y="4586516"/>
                </a:lnTo>
                <a:lnTo>
                  <a:pt x="8708170" y="4586516"/>
                </a:lnTo>
                <a:lnTo>
                  <a:pt x="8708170" y="4495475"/>
                </a:lnTo>
                <a:cubicBezTo>
                  <a:pt x="8708170" y="4476592"/>
                  <a:pt x="8703876" y="4462633"/>
                  <a:pt x="8695289" y="4453596"/>
                </a:cubicBezTo>
                <a:cubicBezTo>
                  <a:pt x="8686702" y="4444560"/>
                  <a:pt x="8674810" y="4440041"/>
                  <a:pt x="8659615" y="4440041"/>
                </a:cubicBezTo>
                <a:close/>
                <a:moveTo>
                  <a:pt x="8336556" y="4440041"/>
                </a:moveTo>
                <a:cubicBezTo>
                  <a:pt x="8311469" y="4440041"/>
                  <a:pt x="8291552" y="4447122"/>
                  <a:pt x="8276806" y="4461284"/>
                </a:cubicBezTo>
                <a:cubicBezTo>
                  <a:pt x="8262059" y="4475446"/>
                  <a:pt x="8254686" y="4493452"/>
                  <a:pt x="8254686" y="4515302"/>
                </a:cubicBezTo>
                <a:cubicBezTo>
                  <a:pt x="8254686" y="4538770"/>
                  <a:pt x="8263408" y="4557743"/>
                  <a:pt x="8280852" y="4572219"/>
                </a:cubicBezTo>
                <a:cubicBezTo>
                  <a:pt x="8295059" y="4583909"/>
                  <a:pt x="8313672" y="4589753"/>
                  <a:pt x="8336691" y="4589753"/>
                </a:cubicBezTo>
                <a:cubicBezTo>
                  <a:pt x="8362497" y="4589753"/>
                  <a:pt x="8382706" y="4582717"/>
                  <a:pt x="8397317" y="4568645"/>
                </a:cubicBezTo>
                <a:cubicBezTo>
                  <a:pt x="8411928" y="4554573"/>
                  <a:pt x="8419234" y="4536522"/>
                  <a:pt x="8419234" y="4514492"/>
                </a:cubicBezTo>
                <a:cubicBezTo>
                  <a:pt x="8419234" y="4494891"/>
                  <a:pt x="8413344" y="4478391"/>
                  <a:pt x="8401566" y="4464993"/>
                </a:cubicBezTo>
                <a:cubicBezTo>
                  <a:pt x="8386909" y="4448359"/>
                  <a:pt x="8365239" y="4440041"/>
                  <a:pt x="8336556" y="4440041"/>
                </a:cubicBezTo>
                <a:close/>
                <a:moveTo>
                  <a:pt x="8168715" y="4440041"/>
                </a:moveTo>
                <a:cubicBezTo>
                  <a:pt x="8159004" y="4440041"/>
                  <a:pt x="8150147" y="4442154"/>
                  <a:pt x="8142144" y="4446380"/>
                </a:cubicBezTo>
                <a:cubicBezTo>
                  <a:pt x="8136210" y="4449528"/>
                  <a:pt x="8129691" y="4455552"/>
                  <a:pt x="8122587" y="4464454"/>
                </a:cubicBezTo>
                <a:lnTo>
                  <a:pt x="8122587" y="4443278"/>
                </a:lnTo>
                <a:lnTo>
                  <a:pt x="8071200" y="4443278"/>
                </a:lnTo>
                <a:lnTo>
                  <a:pt x="8071200" y="4641006"/>
                </a:lnTo>
                <a:lnTo>
                  <a:pt x="8126634" y="4641006"/>
                </a:lnTo>
                <a:lnTo>
                  <a:pt x="8126634" y="4572624"/>
                </a:lnTo>
                <a:cubicBezTo>
                  <a:pt x="8132118" y="4578289"/>
                  <a:pt x="8138345" y="4582560"/>
                  <a:pt x="8145314" y="4585437"/>
                </a:cubicBezTo>
                <a:cubicBezTo>
                  <a:pt x="8152282" y="4588314"/>
                  <a:pt x="8159993" y="4589753"/>
                  <a:pt x="8168445" y="4589753"/>
                </a:cubicBezTo>
                <a:cubicBezTo>
                  <a:pt x="8185889" y="4589753"/>
                  <a:pt x="8200320" y="4583481"/>
                  <a:pt x="8211740" y="4570938"/>
                </a:cubicBezTo>
                <a:cubicBezTo>
                  <a:pt x="8223159" y="4558394"/>
                  <a:pt x="8228869" y="4540209"/>
                  <a:pt x="8228869" y="4516381"/>
                </a:cubicBezTo>
                <a:cubicBezTo>
                  <a:pt x="8228869" y="4494801"/>
                  <a:pt x="8223632" y="4476683"/>
                  <a:pt x="8213156" y="4462026"/>
                </a:cubicBezTo>
                <a:cubicBezTo>
                  <a:pt x="8202681" y="4447370"/>
                  <a:pt x="8187867" y="4440041"/>
                  <a:pt x="8168715" y="4440041"/>
                </a:cubicBezTo>
                <a:close/>
                <a:moveTo>
                  <a:pt x="7978215" y="4440041"/>
                </a:moveTo>
                <a:cubicBezTo>
                  <a:pt x="7968504" y="4440041"/>
                  <a:pt x="7959647" y="4442154"/>
                  <a:pt x="7951644" y="4446380"/>
                </a:cubicBezTo>
                <a:cubicBezTo>
                  <a:pt x="7945710" y="4449528"/>
                  <a:pt x="7939191" y="4455552"/>
                  <a:pt x="7932087" y="4464454"/>
                </a:cubicBezTo>
                <a:lnTo>
                  <a:pt x="7932087" y="4443278"/>
                </a:lnTo>
                <a:lnTo>
                  <a:pt x="7880700" y="4443278"/>
                </a:lnTo>
                <a:lnTo>
                  <a:pt x="7880700" y="4641006"/>
                </a:lnTo>
                <a:lnTo>
                  <a:pt x="7936134" y="4641006"/>
                </a:lnTo>
                <a:lnTo>
                  <a:pt x="7936134" y="4572624"/>
                </a:lnTo>
                <a:cubicBezTo>
                  <a:pt x="7941619" y="4578289"/>
                  <a:pt x="7947845" y="4582560"/>
                  <a:pt x="7954814" y="4585437"/>
                </a:cubicBezTo>
                <a:cubicBezTo>
                  <a:pt x="7961782" y="4588314"/>
                  <a:pt x="7969493" y="4589753"/>
                  <a:pt x="7977945" y="4589753"/>
                </a:cubicBezTo>
                <a:cubicBezTo>
                  <a:pt x="7995389" y="4589753"/>
                  <a:pt x="8009820" y="4583481"/>
                  <a:pt x="8021240" y="4570938"/>
                </a:cubicBezTo>
                <a:cubicBezTo>
                  <a:pt x="8032659" y="4558394"/>
                  <a:pt x="8038369" y="4540209"/>
                  <a:pt x="8038369" y="4516381"/>
                </a:cubicBezTo>
                <a:cubicBezTo>
                  <a:pt x="8038369" y="4494801"/>
                  <a:pt x="8033132" y="4476683"/>
                  <a:pt x="8022656" y="4462026"/>
                </a:cubicBezTo>
                <a:cubicBezTo>
                  <a:pt x="8012181" y="4447370"/>
                  <a:pt x="7997367" y="4440041"/>
                  <a:pt x="7978215" y="4440041"/>
                </a:cubicBezTo>
                <a:close/>
                <a:moveTo>
                  <a:pt x="7761549" y="4440041"/>
                </a:moveTo>
                <a:cubicBezTo>
                  <a:pt x="7751298" y="4440041"/>
                  <a:pt x="7741767" y="4440806"/>
                  <a:pt x="7732955" y="4442334"/>
                </a:cubicBezTo>
                <a:cubicBezTo>
                  <a:pt x="7724143" y="4443863"/>
                  <a:pt x="7717220" y="4446021"/>
                  <a:pt x="7712184" y="4448808"/>
                </a:cubicBezTo>
                <a:cubicBezTo>
                  <a:pt x="7705171" y="4452675"/>
                  <a:pt x="7699798" y="4457238"/>
                  <a:pt x="7696067" y="4462498"/>
                </a:cubicBezTo>
                <a:cubicBezTo>
                  <a:pt x="7692335" y="4467758"/>
                  <a:pt x="7689480" y="4474974"/>
                  <a:pt x="7687502" y="4484146"/>
                </a:cubicBezTo>
                <a:lnTo>
                  <a:pt x="7739969" y="4489675"/>
                </a:lnTo>
                <a:cubicBezTo>
                  <a:pt x="7742127" y="4483471"/>
                  <a:pt x="7744959" y="4479245"/>
                  <a:pt x="7748466" y="4476997"/>
                </a:cubicBezTo>
                <a:cubicBezTo>
                  <a:pt x="7752962" y="4474120"/>
                  <a:pt x="7759706" y="4472681"/>
                  <a:pt x="7768697" y="4472681"/>
                </a:cubicBezTo>
                <a:cubicBezTo>
                  <a:pt x="7775711" y="4472681"/>
                  <a:pt x="7780611" y="4474030"/>
                  <a:pt x="7783399" y="4476727"/>
                </a:cubicBezTo>
                <a:cubicBezTo>
                  <a:pt x="7786186" y="4479425"/>
                  <a:pt x="7787580" y="4484146"/>
                  <a:pt x="7787580" y="4490889"/>
                </a:cubicBezTo>
                <a:cubicBezTo>
                  <a:pt x="7780746" y="4493587"/>
                  <a:pt x="7774272" y="4495767"/>
                  <a:pt x="7768158" y="4497431"/>
                </a:cubicBezTo>
                <a:cubicBezTo>
                  <a:pt x="7762043" y="4499094"/>
                  <a:pt x="7748691" y="4501994"/>
                  <a:pt x="7728100" y="4506130"/>
                </a:cubicBezTo>
                <a:cubicBezTo>
                  <a:pt x="7710926" y="4509547"/>
                  <a:pt x="7699146" y="4514762"/>
                  <a:pt x="7692762" y="4521776"/>
                </a:cubicBezTo>
                <a:cubicBezTo>
                  <a:pt x="7686378" y="4528789"/>
                  <a:pt x="7683186" y="4537736"/>
                  <a:pt x="7683186" y="4548616"/>
                </a:cubicBezTo>
                <a:cubicBezTo>
                  <a:pt x="7683186" y="4560215"/>
                  <a:pt x="7687615" y="4569971"/>
                  <a:pt x="7696471" y="4577884"/>
                </a:cubicBezTo>
                <a:cubicBezTo>
                  <a:pt x="7705328" y="4585797"/>
                  <a:pt x="7718299" y="4589753"/>
                  <a:pt x="7735383" y="4589753"/>
                </a:cubicBezTo>
                <a:cubicBezTo>
                  <a:pt x="7748241" y="4589753"/>
                  <a:pt x="7759526" y="4587775"/>
                  <a:pt x="7769237" y="4583818"/>
                </a:cubicBezTo>
                <a:cubicBezTo>
                  <a:pt x="7776340" y="4580851"/>
                  <a:pt x="7783489" y="4575906"/>
                  <a:pt x="7790682" y="4568982"/>
                </a:cubicBezTo>
                <a:cubicBezTo>
                  <a:pt x="7791311" y="4573119"/>
                  <a:pt x="7791941" y="4576153"/>
                  <a:pt x="7792570" y="4578086"/>
                </a:cubicBezTo>
                <a:cubicBezTo>
                  <a:pt x="7793200" y="4580020"/>
                  <a:pt x="7794548" y="4582830"/>
                  <a:pt x="7796616" y="4586516"/>
                </a:cubicBezTo>
                <a:lnTo>
                  <a:pt x="7848139" y="4586516"/>
                </a:lnTo>
                <a:cubicBezTo>
                  <a:pt x="7845262" y="4580581"/>
                  <a:pt x="7843396" y="4575704"/>
                  <a:pt x="7842542" y="4571882"/>
                </a:cubicBezTo>
                <a:cubicBezTo>
                  <a:pt x="7841687" y="4568061"/>
                  <a:pt x="7841260" y="4562778"/>
                  <a:pt x="7841260" y="4556034"/>
                </a:cubicBezTo>
                <a:lnTo>
                  <a:pt x="7841260" y="4492778"/>
                </a:lnTo>
                <a:cubicBezTo>
                  <a:pt x="7841260" y="4486034"/>
                  <a:pt x="7839911" y="4478953"/>
                  <a:pt x="7837214" y="4471535"/>
                </a:cubicBezTo>
                <a:cubicBezTo>
                  <a:pt x="7834516" y="4464117"/>
                  <a:pt x="7830830" y="4458384"/>
                  <a:pt x="7826154" y="4454338"/>
                </a:cubicBezTo>
                <a:cubicBezTo>
                  <a:pt x="7819500" y="4448494"/>
                  <a:pt x="7811183" y="4444650"/>
                  <a:pt x="7801202" y="4442806"/>
                </a:cubicBezTo>
                <a:cubicBezTo>
                  <a:pt x="7791221" y="4440963"/>
                  <a:pt x="7778004" y="4440041"/>
                  <a:pt x="7761549" y="4440041"/>
                </a:cubicBezTo>
                <a:close/>
                <a:moveTo>
                  <a:pt x="7405180" y="4440041"/>
                </a:moveTo>
                <a:cubicBezTo>
                  <a:pt x="7397447" y="4440041"/>
                  <a:pt x="7390951" y="4441952"/>
                  <a:pt x="7385690" y="4445773"/>
                </a:cubicBezTo>
                <a:cubicBezTo>
                  <a:pt x="7380430" y="4449595"/>
                  <a:pt x="7375327" y="4456586"/>
                  <a:pt x="7370382" y="4466747"/>
                </a:cubicBezTo>
                <a:lnTo>
                  <a:pt x="7370382" y="4443278"/>
                </a:lnTo>
                <a:lnTo>
                  <a:pt x="7318994" y="4443278"/>
                </a:lnTo>
                <a:lnTo>
                  <a:pt x="7318994" y="4586516"/>
                </a:lnTo>
                <a:lnTo>
                  <a:pt x="7374159" y="4586516"/>
                </a:lnTo>
                <a:lnTo>
                  <a:pt x="7374159" y="4538500"/>
                </a:lnTo>
                <a:cubicBezTo>
                  <a:pt x="7374159" y="4515572"/>
                  <a:pt x="7376991" y="4499926"/>
                  <a:pt x="7382656" y="4491564"/>
                </a:cubicBezTo>
                <a:cubicBezTo>
                  <a:pt x="7386612" y="4485629"/>
                  <a:pt x="7392187" y="4482662"/>
                  <a:pt x="7399380" y="4482662"/>
                </a:cubicBezTo>
                <a:cubicBezTo>
                  <a:pt x="7403157" y="4482662"/>
                  <a:pt x="7408282" y="4484011"/>
                  <a:pt x="7414756" y="4486708"/>
                </a:cubicBezTo>
                <a:lnTo>
                  <a:pt x="7431750" y="4447594"/>
                </a:lnTo>
                <a:cubicBezTo>
                  <a:pt x="7422129" y="4442559"/>
                  <a:pt x="7413272" y="4440041"/>
                  <a:pt x="7405180" y="4440041"/>
                </a:cubicBezTo>
                <a:close/>
                <a:moveTo>
                  <a:pt x="7199574" y="4440041"/>
                </a:moveTo>
                <a:cubicBezTo>
                  <a:pt x="7189323" y="4440041"/>
                  <a:pt x="7179792" y="4440806"/>
                  <a:pt x="7170980" y="4442334"/>
                </a:cubicBezTo>
                <a:cubicBezTo>
                  <a:pt x="7162168" y="4443863"/>
                  <a:pt x="7155245" y="4446021"/>
                  <a:pt x="7150209" y="4448808"/>
                </a:cubicBezTo>
                <a:cubicBezTo>
                  <a:pt x="7143196" y="4452675"/>
                  <a:pt x="7137823" y="4457238"/>
                  <a:pt x="7134092" y="4462498"/>
                </a:cubicBezTo>
                <a:cubicBezTo>
                  <a:pt x="7130360" y="4467758"/>
                  <a:pt x="7127505" y="4474974"/>
                  <a:pt x="7125527" y="4484146"/>
                </a:cubicBezTo>
                <a:lnTo>
                  <a:pt x="7177994" y="4489675"/>
                </a:lnTo>
                <a:cubicBezTo>
                  <a:pt x="7180152" y="4483471"/>
                  <a:pt x="7182984" y="4479245"/>
                  <a:pt x="7186491" y="4476997"/>
                </a:cubicBezTo>
                <a:cubicBezTo>
                  <a:pt x="7190987" y="4474120"/>
                  <a:pt x="7197731" y="4472681"/>
                  <a:pt x="7206722" y="4472681"/>
                </a:cubicBezTo>
                <a:cubicBezTo>
                  <a:pt x="7213736" y="4472681"/>
                  <a:pt x="7218636" y="4474030"/>
                  <a:pt x="7221424" y="4476727"/>
                </a:cubicBezTo>
                <a:cubicBezTo>
                  <a:pt x="7224211" y="4479425"/>
                  <a:pt x="7225605" y="4484146"/>
                  <a:pt x="7225605" y="4490889"/>
                </a:cubicBezTo>
                <a:cubicBezTo>
                  <a:pt x="7218771" y="4493587"/>
                  <a:pt x="7212297" y="4495767"/>
                  <a:pt x="7206183" y="4497431"/>
                </a:cubicBezTo>
                <a:cubicBezTo>
                  <a:pt x="7200068" y="4499094"/>
                  <a:pt x="7186716" y="4501994"/>
                  <a:pt x="7166125" y="4506130"/>
                </a:cubicBezTo>
                <a:cubicBezTo>
                  <a:pt x="7148951" y="4509547"/>
                  <a:pt x="7137171" y="4514762"/>
                  <a:pt x="7130787" y="4521776"/>
                </a:cubicBezTo>
                <a:cubicBezTo>
                  <a:pt x="7124403" y="4528789"/>
                  <a:pt x="7121211" y="4537736"/>
                  <a:pt x="7121211" y="4548616"/>
                </a:cubicBezTo>
                <a:cubicBezTo>
                  <a:pt x="7121211" y="4560215"/>
                  <a:pt x="7125640" y="4569971"/>
                  <a:pt x="7134496" y="4577884"/>
                </a:cubicBezTo>
                <a:cubicBezTo>
                  <a:pt x="7143353" y="4585797"/>
                  <a:pt x="7156324" y="4589753"/>
                  <a:pt x="7173408" y="4589753"/>
                </a:cubicBezTo>
                <a:cubicBezTo>
                  <a:pt x="7186266" y="4589753"/>
                  <a:pt x="7197551" y="4587775"/>
                  <a:pt x="7207262" y="4583818"/>
                </a:cubicBezTo>
                <a:cubicBezTo>
                  <a:pt x="7214365" y="4580851"/>
                  <a:pt x="7221514" y="4575906"/>
                  <a:pt x="7228707" y="4568982"/>
                </a:cubicBezTo>
                <a:cubicBezTo>
                  <a:pt x="7229336" y="4573119"/>
                  <a:pt x="7229966" y="4576153"/>
                  <a:pt x="7230595" y="4578086"/>
                </a:cubicBezTo>
                <a:cubicBezTo>
                  <a:pt x="7231225" y="4580020"/>
                  <a:pt x="7232573" y="4582830"/>
                  <a:pt x="7234641" y="4586516"/>
                </a:cubicBezTo>
                <a:lnTo>
                  <a:pt x="7286164" y="4586516"/>
                </a:lnTo>
                <a:cubicBezTo>
                  <a:pt x="7283287" y="4580581"/>
                  <a:pt x="7281421" y="4575704"/>
                  <a:pt x="7280567" y="4571882"/>
                </a:cubicBezTo>
                <a:cubicBezTo>
                  <a:pt x="7279712" y="4568061"/>
                  <a:pt x="7279285" y="4562778"/>
                  <a:pt x="7279285" y="4556034"/>
                </a:cubicBezTo>
                <a:lnTo>
                  <a:pt x="7279285" y="4492778"/>
                </a:lnTo>
                <a:cubicBezTo>
                  <a:pt x="7279285" y="4486034"/>
                  <a:pt x="7277936" y="4478953"/>
                  <a:pt x="7275239" y="4471535"/>
                </a:cubicBezTo>
                <a:cubicBezTo>
                  <a:pt x="7272541" y="4464117"/>
                  <a:pt x="7268855" y="4458384"/>
                  <a:pt x="7264179" y="4454338"/>
                </a:cubicBezTo>
                <a:cubicBezTo>
                  <a:pt x="7257525" y="4448494"/>
                  <a:pt x="7249208" y="4444650"/>
                  <a:pt x="7239227" y="4442806"/>
                </a:cubicBezTo>
                <a:cubicBezTo>
                  <a:pt x="7229246" y="4440963"/>
                  <a:pt x="7216029" y="4440041"/>
                  <a:pt x="7199574" y="4440041"/>
                </a:cubicBezTo>
                <a:close/>
                <a:moveTo>
                  <a:pt x="6943433" y="4440041"/>
                </a:moveTo>
                <a:cubicBezTo>
                  <a:pt x="6932808" y="4440041"/>
                  <a:pt x="6923735" y="4441885"/>
                  <a:pt x="6916217" y="4445571"/>
                </a:cubicBezTo>
                <a:cubicBezTo>
                  <a:pt x="6908698" y="4449258"/>
                  <a:pt x="6901247" y="4455462"/>
                  <a:pt x="6893862" y="4464184"/>
                </a:cubicBezTo>
                <a:lnTo>
                  <a:pt x="6893862" y="4443278"/>
                </a:lnTo>
                <a:lnTo>
                  <a:pt x="6842610" y="4443278"/>
                </a:lnTo>
                <a:lnTo>
                  <a:pt x="6842610" y="4586516"/>
                </a:lnTo>
                <a:lnTo>
                  <a:pt x="6897639" y="4586516"/>
                </a:lnTo>
                <a:lnTo>
                  <a:pt x="6897639" y="4513413"/>
                </a:lnTo>
                <a:cubicBezTo>
                  <a:pt x="6897639" y="4502534"/>
                  <a:pt x="6899669" y="4494711"/>
                  <a:pt x="6903729" y="4489945"/>
                </a:cubicBezTo>
                <a:cubicBezTo>
                  <a:pt x="6907790" y="4485180"/>
                  <a:pt x="6912978" y="4482797"/>
                  <a:pt x="6919295" y="4482797"/>
                </a:cubicBezTo>
                <a:cubicBezTo>
                  <a:pt x="6923174" y="4482797"/>
                  <a:pt x="6926557" y="4483898"/>
                  <a:pt x="6929444" y="4486101"/>
                </a:cubicBezTo>
                <a:cubicBezTo>
                  <a:pt x="6932331" y="4488304"/>
                  <a:pt x="6934361" y="4491204"/>
                  <a:pt x="6935535" y="4494801"/>
                </a:cubicBezTo>
                <a:cubicBezTo>
                  <a:pt x="6936257" y="4497049"/>
                  <a:pt x="6936618" y="4501320"/>
                  <a:pt x="6936618" y="4507614"/>
                </a:cubicBezTo>
                <a:lnTo>
                  <a:pt x="6936618" y="4586516"/>
                </a:lnTo>
                <a:lnTo>
                  <a:pt x="6991647" y="4586516"/>
                </a:lnTo>
                <a:lnTo>
                  <a:pt x="6991647" y="4512604"/>
                </a:lnTo>
                <a:cubicBezTo>
                  <a:pt x="6991647" y="4502264"/>
                  <a:pt x="6993618" y="4494756"/>
                  <a:pt x="6997561" y="4490080"/>
                </a:cubicBezTo>
                <a:cubicBezTo>
                  <a:pt x="7001504" y="4485404"/>
                  <a:pt x="7006702" y="4483067"/>
                  <a:pt x="7013153" y="4483067"/>
                </a:cubicBezTo>
                <a:cubicBezTo>
                  <a:pt x="7018619" y="4483067"/>
                  <a:pt x="7023188" y="4485539"/>
                  <a:pt x="7026862" y="4490485"/>
                </a:cubicBezTo>
                <a:cubicBezTo>
                  <a:pt x="7029371" y="4493632"/>
                  <a:pt x="7030626" y="4498442"/>
                  <a:pt x="7030626" y="4504916"/>
                </a:cubicBezTo>
                <a:lnTo>
                  <a:pt x="7030626" y="4586516"/>
                </a:lnTo>
                <a:lnTo>
                  <a:pt x="7085655" y="4586516"/>
                </a:lnTo>
                <a:lnTo>
                  <a:pt x="7085655" y="4496554"/>
                </a:lnTo>
                <a:cubicBezTo>
                  <a:pt x="7085655" y="4477132"/>
                  <a:pt x="7081345" y="4462858"/>
                  <a:pt x="7072725" y="4453731"/>
                </a:cubicBezTo>
                <a:cubicBezTo>
                  <a:pt x="7064105" y="4444605"/>
                  <a:pt x="7052118" y="4440041"/>
                  <a:pt x="7036763" y="4440041"/>
                </a:cubicBezTo>
                <a:cubicBezTo>
                  <a:pt x="7026347" y="4440041"/>
                  <a:pt x="7017592" y="4441727"/>
                  <a:pt x="7010498" y="4445099"/>
                </a:cubicBezTo>
                <a:cubicBezTo>
                  <a:pt x="7003404" y="4448471"/>
                  <a:pt x="6995547" y="4454833"/>
                  <a:pt x="6986926" y="4464184"/>
                </a:cubicBezTo>
                <a:cubicBezTo>
                  <a:pt x="6982695" y="4456182"/>
                  <a:pt x="6977247" y="4450157"/>
                  <a:pt x="6970583" y="4446111"/>
                </a:cubicBezTo>
                <a:cubicBezTo>
                  <a:pt x="6963920" y="4442064"/>
                  <a:pt x="6954870" y="4440041"/>
                  <a:pt x="6943433" y="4440041"/>
                </a:cubicBezTo>
                <a:close/>
                <a:moveTo>
                  <a:pt x="6727184" y="4440041"/>
                </a:moveTo>
                <a:cubicBezTo>
                  <a:pt x="6710999" y="4440041"/>
                  <a:pt x="6698096" y="4441725"/>
                  <a:pt x="6688475" y="4445094"/>
                </a:cubicBezTo>
                <a:cubicBezTo>
                  <a:pt x="6678854" y="4448462"/>
                  <a:pt x="6671301" y="4453560"/>
                  <a:pt x="6665816" y="4460386"/>
                </a:cubicBezTo>
                <a:cubicBezTo>
                  <a:pt x="6660331" y="4467213"/>
                  <a:pt x="6657588" y="4475343"/>
                  <a:pt x="6657588" y="4484776"/>
                </a:cubicBezTo>
                <a:cubicBezTo>
                  <a:pt x="6657588" y="4493399"/>
                  <a:pt x="6660129" y="4501080"/>
                  <a:pt x="6665209" y="4507816"/>
                </a:cubicBezTo>
                <a:cubicBezTo>
                  <a:pt x="6670289" y="4514553"/>
                  <a:pt x="6676538" y="4519336"/>
                  <a:pt x="6683956" y="4522166"/>
                </a:cubicBezTo>
                <a:cubicBezTo>
                  <a:pt x="6691375" y="4524995"/>
                  <a:pt x="6704615" y="4528072"/>
                  <a:pt x="6723677" y="4531394"/>
                </a:cubicBezTo>
                <a:cubicBezTo>
                  <a:pt x="6736446" y="4533639"/>
                  <a:pt x="6744313" y="4535525"/>
                  <a:pt x="6747281" y="4537050"/>
                </a:cubicBezTo>
                <a:cubicBezTo>
                  <a:pt x="6751417" y="4539206"/>
                  <a:pt x="6753485" y="4542259"/>
                  <a:pt x="6753485" y="4546209"/>
                </a:cubicBezTo>
                <a:cubicBezTo>
                  <a:pt x="6753485" y="4549711"/>
                  <a:pt x="6751911" y="4552628"/>
                  <a:pt x="6748764" y="4554962"/>
                </a:cubicBezTo>
                <a:cubicBezTo>
                  <a:pt x="6744718" y="4558104"/>
                  <a:pt x="6739008" y="4559676"/>
                  <a:pt x="6731635" y="4559676"/>
                </a:cubicBezTo>
                <a:cubicBezTo>
                  <a:pt x="6724891" y="4559676"/>
                  <a:pt x="6719496" y="4558282"/>
                  <a:pt x="6715450" y="4555495"/>
                </a:cubicBezTo>
                <a:cubicBezTo>
                  <a:pt x="6711404" y="4552707"/>
                  <a:pt x="6708257" y="4548076"/>
                  <a:pt x="6706009" y="4541602"/>
                </a:cubicBezTo>
                <a:lnTo>
                  <a:pt x="6651519" y="4546728"/>
                </a:lnTo>
                <a:cubicBezTo>
                  <a:pt x="6654666" y="4560485"/>
                  <a:pt x="6661792" y="4571095"/>
                  <a:pt x="6672897" y="4578558"/>
                </a:cubicBezTo>
                <a:cubicBezTo>
                  <a:pt x="6684001" y="4586022"/>
                  <a:pt x="6702637" y="4589753"/>
                  <a:pt x="6728803" y="4589753"/>
                </a:cubicBezTo>
                <a:cubicBezTo>
                  <a:pt x="6747326" y="4589753"/>
                  <a:pt x="6761959" y="4587440"/>
                  <a:pt x="6772705" y="4582814"/>
                </a:cubicBezTo>
                <a:cubicBezTo>
                  <a:pt x="6783450" y="4578189"/>
                  <a:pt x="6791317" y="4571968"/>
                  <a:pt x="6796308" y="4564153"/>
                </a:cubicBezTo>
                <a:cubicBezTo>
                  <a:pt x="6801298" y="4556338"/>
                  <a:pt x="6803793" y="4548299"/>
                  <a:pt x="6803793" y="4540035"/>
                </a:cubicBezTo>
                <a:cubicBezTo>
                  <a:pt x="6803793" y="4531861"/>
                  <a:pt x="6801433" y="4524360"/>
                  <a:pt x="6796712" y="4517534"/>
                </a:cubicBezTo>
                <a:cubicBezTo>
                  <a:pt x="6791992" y="4510707"/>
                  <a:pt x="6785181" y="4505452"/>
                  <a:pt x="6776279" y="4501769"/>
                </a:cubicBezTo>
                <a:cubicBezTo>
                  <a:pt x="6767377" y="4498086"/>
                  <a:pt x="6753800" y="4495212"/>
                  <a:pt x="6735546" y="4493146"/>
                </a:cubicBezTo>
                <a:cubicBezTo>
                  <a:pt x="6723498" y="4491709"/>
                  <a:pt x="6715675" y="4490093"/>
                  <a:pt x="6712078" y="4488297"/>
                </a:cubicBezTo>
                <a:cubicBezTo>
                  <a:pt x="6708481" y="4486502"/>
                  <a:pt x="6706683" y="4483853"/>
                  <a:pt x="6706683" y="4480352"/>
                </a:cubicBezTo>
                <a:cubicBezTo>
                  <a:pt x="6706683" y="4477209"/>
                  <a:pt x="6708099" y="4474538"/>
                  <a:pt x="6710932" y="4472339"/>
                </a:cubicBezTo>
                <a:cubicBezTo>
                  <a:pt x="6713764" y="4470139"/>
                  <a:pt x="6718282" y="4469039"/>
                  <a:pt x="6724487" y="4469039"/>
                </a:cubicBezTo>
                <a:cubicBezTo>
                  <a:pt x="6730601" y="4469039"/>
                  <a:pt x="6735816" y="4470478"/>
                  <a:pt x="6740132" y="4473355"/>
                </a:cubicBezTo>
                <a:cubicBezTo>
                  <a:pt x="6743279" y="4475513"/>
                  <a:pt x="6745527" y="4478885"/>
                  <a:pt x="6746876" y="4483471"/>
                </a:cubicBezTo>
                <a:lnTo>
                  <a:pt x="6798938" y="4478346"/>
                </a:lnTo>
                <a:cubicBezTo>
                  <a:pt x="6795341" y="4468995"/>
                  <a:pt x="6790823" y="4461577"/>
                  <a:pt x="6785383" y="4456091"/>
                </a:cubicBezTo>
                <a:cubicBezTo>
                  <a:pt x="6779943" y="4450607"/>
                  <a:pt x="6773154" y="4446560"/>
                  <a:pt x="6765017" y="4443953"/>
                </a:cubicBezTo>
                <a:cubicBezTo>
                  <a:pt x="6756879" y="4441345"/>
                  <a:pt x="6744268" y="4440041"/>
                  <a:pt x="6727184" y="4440041"/>
                </a:cubicBezTo>
                <a:close/>
                <a:moveTo>
                  <a:pt x="11025702" y="4388789"/>
                </a:moveTo>
                <a:lnTo>
                  <a:pt x="11025702" y="4426149"/>
                </a:lnTo>
                <a:lnTo>
                  <a:pt x="11080598" y="4426149"/>
                </a:lnTo>
                <a:lnTo>
                  <a:pt x="11080598" y="4388789"/>
                </a:lnTo>
                <a:close/>
                <a:moveTo>
                  <a:pt x="10920793" y="4388789"/>
                </a:moveTo>
                <a:lnTo>
                  <a:pt x="10920793" y="4586516"/>
                </a:lnTo>
                <a:lnTo>
                  <a:pt x="10975822" y="4586516"/>
                </a:lnTo>
                <a:lnTo>
                  <a:pt x="10975822" y="4388789"/>
                </a:lnTo>
                <a:close/>
                <a:moveTo>
                  <a:pt x="10633262" y="4388789"/>
                </a:moveTo>
                <a:lnTo>
                  <a:pt x="10633262" y="4457305"/>
                </a:lnTo>
                <a:cubicBezTo>
                  <a:pt x="10627866" y="4451551"/>
                  <a:pt x="10621685" y="4447235"/>
                  <a:pt x="10614716" y="4444357"/>
                </a:cubicBezTo>
                <a:cubicBezTo>
                  <a:pt x="10607748" y="4441480"/>
                  <a:pt x="10599992" y="4440041"/>
                  <a:pt x="10591450" y="4440041"/>
                </a:cubicBezTo>
                <a:cubicBezTo>
                  <a:pt x="10573916" y="4440041"/>
                  <a:pt x="10559462" y="4446336"/>
                  <a:pt x="10548088" y="4458924"/>
                </a:cubicBezTo>
                <a:cubicBezTo>
                  <a:pt x="10536713" y="4471512"/>
                  <a:pt x="10531026" y="4489675"/>
                  <a:pt x="10531026" y="4513413"/>
                </a:cubicBezTo>
                <a:cubicBezTo>
                  <a:pt x="10531026" y="4534634"/>
                  <a:pt x="10536174" y="4552662"/>
                  <a:pt x="10546470" y="4567499"/>
                </a:cubicBezTo>
                <a:cubicBezTo>
                  <a:pt x="10556764" y="4582335"/>
                  <a:pt x="10571668" y="4589753"/>
                  <a:pt x="10591180" y="4589753"/>
                </a:cubicBezTo>
                <a:cubicBezTo>
                  <a:pt x="10600892" y="4589753"/>
                  <a:pt x="10609704" y="4587685"/>
                  <a:pt x="10617616" y="4583549"/>
                </a:cubicBezTo>
                <a:cubicBezTo>
                  <a:pt x="10623550" y="4580402"/>
                  <a:pt x="10630114" y="4574332"/>
                  <a:pt x="10637308" y="4565341"/>
                </a:cubicBezTo>
                <a:lnTo>
                  <a:pt x="10637308" y="4586516"/>
                </a:lnTo>
                <a:lnTo>
                  <a:pt x="10688696" y="4586516"/>
                </a:lnTo>
                <a:lnTo>
                  <a:pt x="10688696" y="4388789"/>
                </a:lnTo>
                <a:close/>
                <a:moveTo>
                  <a:pt x="10156905" y="4388789"/>
                </a:moveTo>
                <a:lnTo>
                  <a:pt x="10156905" y="4586516"/>
                </a:lnTo>
                <a:lnTo>
                  <a:pt x="10211799" y="4586516"/>
                </a:lnTo>
                <a:lnTo>
                  <a:pt x="10211799" y="4517730"/>
                </a:lnTo>
                <a:cubicBezTo>
                  <a:pt x="10211799" y="4504692"/>
                  <a:pt x="10213867" y="4495655"/>
                  <a:pt x="10218003" y="4490620"/>
                </a:cubicBezTo>
                <a:cubicBezTo>
                  <a:pt x="10222140" y="4485584"/>
                  <a:pt x="10227534" y="4483067"/>
                  <a:pt x="10234188" y="4483067"/>
                </a:cubicBezTo>
                <a:cubicBezTo>
                  <a:pt x="10240213" y="4483067"/>
                  <a:pt x="10244888" y="4484932"/>
                  <a:pt x="10248216" y="4488664"/>
                </a:cubicBezTo>
                <a:cubicBezTo>
                  <a:pt x="10251542" y="4492396"/>
                  <a:pt x="10253206" y="4498757"/>
                  <a:pt x="10253206" y="4507749"/>
                </a:cubicBezTo>
                <a:lnTo>
                  <a:pt x="10253206" y="4586516"/>
                </a:lnTo>
                <a:lnTo>
                  <a:pt x="10308370" y="4586516"/>
                </a:lnTo>
                <a:lnTo>
                  <a:pt x="10308370" y="4495475"/>
                </a:lnTo>
                <a:cubicBezTo>
                  <a:pt x="10308370" y="4476683"/>
                  <a:pt x="10304076" y="4462745"/>
                  <a:pt x="10295490" y="4453664"/>
                </a:cubicBezTo>
                <a:cubicBezTo>
                  <a:pt x="10286902" y="4444582"/>
                  <a:pt x="10275146" y="4440041"/>
                  <a:pt x="10260219" y="4440041"/>
                </a:cubicBezTo>
                <a:cubicBezTo>
                  <a:pt x="10250149" y="4440041"/>
                  <a:pt x="10241426" y="4441705"/>
                  <a:pt x="10234054" y="4445032"/>
                </a:cubicBezTo>
                <a:cubicBezTo>
                  <a:pt x="10226680" y="4448359"/>
                  <a:pt x="10219262" y="4453889"/>
                  <a:pt x="10211799" y="4461621"/>
                </a:cubicBezTo>
                <a:lnTo>
                  <a:pt x="10211799" y="4388789"/>
                </a:lnTo>
                <a:close/>
                <a:moveTo>
                  <a:pt x="9613528" y="4388789"/>
                </a:moveTo>
                <a:lnTo>
                  <a:pt x="9558500" y="4416978"/>
                </a:lnTo>
                <a:lnTo>
                  <a:pt x="9558500" y="4443278"/>
                </a:lnTo>
                <a:lnTo>
                  <a:pt x="9538268" y="4443278"/>
                </a:lnTo>
                <a:lnTo>
                  <a:pt x="9538268" y="4483471"/>
                </a:lnTo>
                <a:lnTo>
                  <a:pt x="9558500" y="4483471"/>
                </a:lnTo>
                <a:lnTo>
                  <a:pt x="9558500" y="4533851"/>
                </a:lnTo>
                <a:cubicBezTo>
                  <a:pt x="9558500" y="4549836"/>
                  <a:pt x="9560050" y="4561397"/>
                  <a:pt x="9563152" y="4568537"/>
                </a:cubicBezTo>
                <a:cubicBezTo>
                  <a:pt x="9566255" y="4575676"/>
                  <a:pt x="9571043" y="4580997"/>
                  <a:pt x="9577517" y="4584499"/>
                </a:cubicBezTo>
                <a:cubicBezTo>
                  <a:pt x="9583991" y="4588002"/>
                  <a:pt x="9594062" y="4589753"/>
                  <a:pt x="9607729" y="4589753"/>
                </a:cubicBezTo>
                <a:cubicBezTo>
                  <a:pt x="9619508" y="4589753"/>
                  <a:pt x="9632186" y="4588269"/>
                  <a:pt x="9645764" y="4585302"/>
                </a:cubicBezTo>
                <a:lnTo>
                  <a:pt x="9641718" y="4547409"/>
                </a:lnTo>
                <a:cubicBezTo>
                  <a:pt x="9634434" y="4549742"/>
                  <a:pt x="9628770" y="4550909"/>
                  <a:pt x="9624723" y="4550909"/>
                </a:cubicBezTo>
                <a:cubicBezTo>
                  <a:pt x="9620228" y="4550909"/>
                  <a:pt x="9617080" y="4549383"/>
                  <a:pt x="9615282" y="4546332"/>
                </a:cubicBezTo>
                <a:cubicBezTo>
                  <a:pt x="9614113" y="4544358"/>
                  <a:pt x="9613528" y="4540320"/>
                  <a:pt x="9613528" y="4534218"/>
                </a:cubicBezTo>
                <a:lnTo>
                  <a:pt x="9613528" y="4483471"/>
                </a:lnTo>
                <a:lnTo>
                  <a:pt x="9643741" y="4483471"/>
                </a:lnTo>
                <a:lnTo>
                  <a:pt x="9643741" y="4443278"/>
                </a:lnTo>
                <a:lnTo>
                  <a:pt x="9613528" y="4443278"/>
                </a:lnTo>
                <a:close/>
                <a:moveTo>
                  <a:pt x="8813428" y="4388789"/>
                </a:moveTo>
                <a:lnTo>
                  <a:pt x="8758400" y="4416978"/>
                </a:lnTo>
                <a:lnTo>
                  <a:pt x="8758400" y="4443278"/>
                </a:lnTo>
                <a:lnTo>
                  <a:pt x="8738168" y="4443278"/>
                </a:lnTo>
                <a:lnTo>
                  <a:pt x="8738168" y="4483471"/>
                </a:lnTo>
                <a:lnTo>
                  <a:pt x="8758400" y="4483471"/>
                </a:lnTo>
                <a:lnTo>
                  <a:pt x="8758400" y="4533851"/>
                </a:lnTo>
                <a:cubicBezTo>
                  <a:pt x="8758400" y="4549836"/>
                  <a:pt x="8759950" y="4561397"/>
                  <a:pt x="8763052" y="4568537"/>
                </a:cubicBezTo>
                <a:cubicBezTo>
                  <a:pt x="8766155" y="4575676"/>
                  <a:pt x="8770943" y="4580997"/>
                  <a:pt x="8777417" y="4584499"/>
                </a:cubicBezTo>
                <a:cubicBezTo>
                  <a:pt x="8783891" y="4588002"/>
                  <a:pt x="8793962" y="4589753"/>
                  <a:pt x="8807629" y="4589753"/>
                </a:cubicBezTo>
                <a:cubicBezTo>
                  <a:pt x="8819408" y="4589753"/>
                  <a:pt x="8832086" y="4588269"/>
                  <a:pt x="8845664" y="4585302"/>
                </a:cubicBezTo>
                <a:lnTo>
                  <a:pt x="8841618" y="4547409"/>
                </a:lnTo>
                <a:cubicBezTo>
                  <a:pt x="8834334" y="4549742"/>
                  <a:pt x="8828670" y="4550909"/>
                  <a:pt x="8824623" y="4550909"/>
                </a:cubicBezTo>
                <a:cubicBezTo>
                  <a:pt x="8820127" y="4550909"/>
                  <a:pt x="8816980" y="4549383"/>
                  <a:pt x="8815182" y="4546332"/>
                </a:cubicBezTo>
                <a:cubicBezTo>
                  <a:pt x="8814013" y="4544358"/>
                  <a:pt x="8813428" y="4540320"/>
                  <a:pt x="8813428" y="4534218"/>
                </a:cubicBezTo>
                <a:lnTo>
                  <a:pt x="8813428" y="4483471"/>
                </a:lnTo>
                <a:lnTo>
                  <a:pt x="8843641" y="4483471"/>
                </a:lnTo>
                <a:lnTo>
                  <a:pt x="8843641" y="4443278"/>
                </a:lnTo>
                <a:lnTo>
                  <a:pt x="8813428" y="4443278"/>
                </a:lnTo>
                <a:close/>
                <a:moveTo>
                  <a:pt x="8453953" y="4388789"/>
                </a:moveTo>
                <a:lnTo>
                  <a:pt x="8453953" y="4426149"/>
                </a:lnTo>
                <a:lnTo>
                  <a:pt x="8508847" y="4426149"/>
                </a:lnTo>
                <a:lnTo>
                  <a:pt x="8508847" y="4388789"/>
                </a:lnTo>
                <a:close/>
                <a:moveTo>
                  <a:pt x="7527554" y="4388789"/>
                </a:moveTo>
                <a:lnTo>
                  <a:pt x="7472525" y="4416978"/>
                </a:lnTo>
                <a:lnTo>
                  <a:pt x="7472525" y="4443278"/>
                </a:lnTo>
                <a:lnTo>
                  <a:pt x="7452293" y="4443278"/>
                </a:lnTo>
                <a:lnTo>
                  <a:pt x="7452293" y="4483471"/>
                </a:lnTo>
                <a:lnTo>
                  <a:pt x="7472525" y="4483471"/>
                </a:lnTo>
                <a:lnTo>
                  <a:pt x="7472525" y="4533851"/>
                </a:lnTo>
                <a:cubicBezTo>
                  <a:pt x="7472525" y="4549836"/>
                  <a:pt x="7474076" y="4561397"/>
                  <a:pt x="7477178" y="4568537"/>
                </a:cubicBezTo>
                <a:cubicBezTo>
                  <a:pt x="7480280" y="4575676"/>
                  <a:pt x="7485068" y="4580997"/>
                  <a:pt x="7491542" y="4584499"/>
                </a:cubicBezTo>
                <a:cubicBezTo>
                  <a:pt x="7498016" y="4588002"/>
                  <a:pt x="7508087" y="4589753"/>
                  <a:pt x="7521754" y="4589753"/>
                </a:cubicBezTo>
                <a:cubicBezTo>
                  <a:pt x="7533533" y="4589753"/>
                  <a:pt x="7546212" y="4588269"/>
                  <a:pt x="7559789" y="4585302"/>
                </a:cubicBezTo>
                <a:lnTo>
                  <a:pt x="7555743" y="4547409"/>
                </a:lnTo>
                <a:cubicBezTo>
                  <a:pt x="7548459" y="4549742"/>
                  <a:pt x="7542795" y="4550909"/>
                  <a:pt x="7538748" y="4550909"/>
                </a:cubicBezTo>
                <a:cubicBezTo>
                  <a:pt x="7534253" y="4550909"/>
                  <a:pt x="7531106" y="4549383"/>
                  <a:pt x="7529307" y="4546332"/>
                </a:cubicBezTo>
                <a:cubicBezTo>
                  <a:pt x="7528138" y="4544358"/>
                  <a:pt x="7527554" y="4540320"/>
                  <a:pt x="7527554" y="4534218"/>
                </a:cubicBezTo>
                <a:lnTo>
                  <a:pt x="7527554" y="4483471"/>
                </a:lnTo>
                <a:lnTo>
                  <a:pt x="7557766" y="4483471"/>
                </a:lnTo>
                <a:lnTo>
                  <a:pt x="7557766" y="4443278"/>
                </a:lnTo>
                <a:lnTo>
                  <a:pt x="7527554" y="4443278"/>
                </a:lnTo>
                <a:close/>
                <a:moveTo>
                  <a:pt x="7547190" y="4198112"/>
                </a:moveTo>
                <a:lnTo>
                  <a:pt x="7547190" y="4253141"/>
                </a:lnTo>
                <a:lnTo>
                  <a:pt x="7605861" y="4253141"/>
                </a:lnTo>
                <a:lnTo>
                  <a:pt x="7605861" y="4198112"/>
                </a:lnTo>
                <a:close/>
                <a:moveTo>
                  <a:pt x="9140130" y="4185164"/>
                </a:moveTo>
                <a:lnTo>
                  <a:pt x="9140130" y="4193931"/>
                </a:lnTo>
                <a:cubicBezTo>
                  <a:pt x="9140130" y="4200765"/>
                  <a:pt x="9139028" y="4206317"/>
                  <a:pt x="9136825" y="4210588"/>
                </a:cubicBezTo>
                <a:cubicBezTo>
                  <a:pt x="9134622" y="4214859"/>
                  <a:pt x="9130891" y="4218478"/>
                  <a:pt x="9125630" y="4221445"/>
                </a:cubicBezTo>
                <a:cubicBezTo>
                  <a:pt x="9120370" y="4224413"/>
                  <a:pt x="9114683" y="4225896"/>
                  <a:pt x="9108569" y="4225896"/>
                </a:cubicBezTo>
                <a:cubicBezTo>
                  <a:pt x="9102724" y="4225896"/>
                  <a:pt x="9098296" y="4224525"/>
                  <a:pt x="9095284" y="4221782"/>
                </a:cubicBezTo>
                <a:cubicBezTo>
                  <a:pt x="9092272" y="4219040"/>
                  <a:pt x="9090765" y="4215511"/>
                  <a:pt x="9090765" y="4211195"/>
                </a:cubicBezTo>
                <a:cubicBezTo>
                  <a:pt x="9090765" y="4207418"/>
                  <a:pt x="9092294" y="4204046"/>
                  <a:pt x="9095351" y="4201079"/>
                </a:cubicBezTo>
                <a:cubicBezTo>
                  <a:pt x="9098318" y="4198202"/>
                  <a:pt x="9105377" y="4195279"/>
                  <a:pt x="9116526" y="4192312"/>
                </a:cubicBezTo>
                <a:cubicBezTo>
                  <a:pt x="9124709" y="4190244"/>
                  <a:pt x="9132576" y="4187861"/>
                  <a:pt x="9140130" y="4185164"/>
                </a:cubicBezTo>
                <a:close/>
                <a:moveTo>
                  <a:pt x="9408834" y="4146454"/>
                </a:moveTo>
                <a:cubicBezTo>
                  <a:pt x="9415848" y="4146454"/>
                  <a:pt x="9421782" y="4149219"/>
                  <a:pt x="9426638" y="4154749"/>
                </a:cubicBezTo>
                <a:cubicBezTo>
                  <a:pt x="9431493" y="4160279"/>
                  <a:pt x="9433921" y="4168260"/>
                  <a:pt x="9433921" y="4178690"/>
                </a:cubicBezTo>
                <a:cubicBezTo>
                  <a:pt x="9433921" y="4189120"/>
                  <a:pt x="9431606" y="4196921"/>
                  <a:pt x="9426975" y="4202091"/>
                </a:cubicBezTo>
                <a:cubicBezTo>
                  <a:pt x="9422344" y="4207261"/>
                  <a:pt x="9416612" y="4209846"/>
                  <a:pt x="9409778" y="4209846"/>
                </a:cubicBezTo>
                <a:cubicBezTo>
                  <a:pt x="9402585" y="4209846"/>
                  <a:pt x="9396785" y="4207351"/>
                  <a:pt x="9392379" y="4202360"/>
                </a:cubicBezTo>
                <a:cubicBezTo>
                  <a:pt x="9387974" y="4197370"/>
                  <a:pt x="9385770" y="4189705"/>
                  <a:pt x="9385770" y="4179364"/>
                </a:cubicBezTo>
                <a:cubicBezTo>
                  <a:pt x="9385770" y="4167585"/>
                  <a:pt x="9387861" y="4159155"/>
                  <a:pt x="9392042" y="4154075"/>
                </a:cubicBezTo>
                <a:cubicBezTo>
                  <a:pt x="9396223" y="4148995"/>
                  <a:pt x="9401820" y="4146454"/>
                  <a:pt x="9408834" y="4146454"/>
                </a:cubicBezTo>
                <a:close/>
                <a:moveTo>
                  <a:pt x="11032940" y="4144431"/>
                </a:moveTo>
                <a:cubicBezTo>
                  <a:pt x="11040492" y="4144431"/>
                  <a:pt x="11046832" y="4147466"/>
                  <a:pt x="11051957" y="4153535"/>
                </a:cubicBezTo>
                <a:cubicBezTo>
                  <a:pt x="11057082" y="4159605"/>
                  <a:pt x="11059644" y="4168844"/>
                  <a:pt x="11059644" y="4181252"/>
                </a:cubicBezTo>
                <a:cubicBezTo>
                  <a:pt x="11059644" y="4194560"/>
                  <a:pt x="11057104" y="4204226"/>
                  <a:pt x="11052024" y="4210251"/>
                </a:cubicBezTo>
                <a:cubicBezTo>
                  <a:pt x="11046944" y="4216275"/>
                  <a:pt x="11040448" y="4219287"/>
                  <a:pt x="11032534" y="4219287"/>
                </a:cubicBezTo>
                <a:cubicBezTo>
                  <a:pt x="11024712" y="4219287"/>
                  <a:pt x="11018216" y="4216230"/>
                  <a:pt x="11013045" y="4210116"/>
                </a:cubicBezTo>
                <a:cubicBezTo>
                  <a:pt x="11007875" y="4204002"/>
                  <a:pt x="11005290" y="4194560"/>
                  <a:pt x="11005290" y="4181792"/>
                </a:cubicBezTo>
                <a:cubicBezTo>
                  <a:pt x="11005290" y="4169204"/>
                  <a:pt x="11007898" y="4159830"/>
                  <a:pt x="11013112" y="4153670"/>
                </a:cubicBezTo>
                <a:cubicBezTo>
                  <a:pt x="11018328" y="4147511"/>
                  <a:pt x="11024937" y="4144431"/>
                  <a:pt x="11032940" y="4144431"/>
                </a:cubicBezTo>
                <a:close/>
                <a:moveTo>
                  <a:pt x="9604190" y="4144431"/>
                </a:moveTo>
                <a:cubicBezTo>
                  <a:pt x="9611743" y="4144431"/>
                  <a:pt x="9618082" y="4147466"/>
                  <a:pt x="9623207" y="4153535"/>
                </a:cubicBezTo>
                <a:cubicBezTo>
                  <a:pt x="9628332" y="4159605"/>
                  <a:pt x="9630895" y="4168844"/>
                  <a:pt x="9630895" y="4181252"/>
                </a:cubicBezTo>
                <a:cubicBezTo>
                  <a:pt x="9630895" y="4194560"/>
                  <a:pt x="9628355" y="4204226"/>
                  <a:pt x="9623274" y="4210251"/>
                </a:cubicBezTo>
                <a:cubicBezTo>
                  <a:pt x="9618194" y="4216275"/>
                  <a:pt x="9611698" y="4219287"/>
                  <a:pt x="9603785" y="4219287"/>
                </a:cubicBezTo>
                <a:cubicBezTo>
                  <a:pt x="9595962" y="4219287"/>
                  <a:pt x="9589466" y="4216230"/>
                  <a:pt x="9584296" y="4210116"/>
                </a:cubicBezTo>
                <a:cubicBezTo>
                  <a:pt x="9579125" y="4204002"/>
                  <a:pt x="9576540" y="4194560"/>
                  <a:pt x="9576540" y="4181792"/>
                </a:cubicBezTo>
                <a:cubicBezTo>
                  <a:pt x="9576540" y="4169204"/>
                  <a:pt x="9579148" y="4159830"/>
                  <a:pt x="9584363" y="4153670"/>
                </a:cubicBezTo>
                <a:cubicBezTo>
                  <a:pt x="9589578" y="4147511"/>
                  <a:pt x="9596187" y="4144431"/>
                  <a:pt x="9604190" y="4144431"/>
                </a:cubicBezTo>
                <a:close/>
                <a:moveTo>
                  <a:pt x="8556440" y="4144431"/>
                </a:moveTo>
                <a:cubicBezTo>
                  <a:pt x="8563993" y="4144431"/>
                  <a:pt x="8570332" y="4147466"/>
                  <a:pt x="8575457" y="4153535"/>
                </a:cubicBezTo>
                <a:cubicBezTo>
                  <a:pt x="8580582" y="4159605"/>
                  <a:pt x="8583145" y="4168844"/>
                  <a:pt x="8583145" y="4181252"/>
                </a:cubicBezTo>
                <a:cubicBezTo>
                  <a:pt x="8583145" y="4194560"/>
                  <a:pt x="8580605" y="4204226"/>
                  <a:pt x="8575524" y="4210251"/>
                </a:cubicBezTo>
                <a:cubicBezTo>
                  <a:pt x="8570444" y="4216275"/>
                  <a:pt x="8563948" y="4219287"/>
                  <a:pt x="8556035" y="4219287"/>
                </a:cubicBezTo>
                <a:cubicBezTo>
                  <a:pt x="8548212" y="4219287"/>
                  <a:pt x="8541716" y="4216230"/>
                  <a:pt x="8536546" y="4210116"/>
                </a:cubicBezTo>
                <a:cubicBezTo>
                  <a:pt x="8531376" y="4204002"/>
                  <a:pt x="8528790" y="4194560"/>
                  <a:pt x="8528790" y="4181792"/>
                </a:cubicBezTo>
                <a:cubicBezTo>
                  <a:pt x="8528790" y="4169204"/>
                  <a:pt x="8531398" y="4159830"/>
                  <a:pt x="8536613" y="4153670"/>
                </a:cubicBezTo>
                <a:cubicBezTo>
                  <a:pt x="8541828" y="4147511"/>
                  <a:pt x="8548437" y="4144431"/>
                  <a:pt x="8556440" y="4144431"/>
                </a:cubicBezTo>
                <a:close/>
                <a:moveTo>
                  <a:pt x="9854128" y="4109903"/>
                </a:moveTo>
                <a:lnTo>
                  <a:pt x="9854128" y="4253141"/>
                </a:lnTo>
                <a:lnTo>
                  <a:pt x="9909022" y="4253141"/>
                </a:lnTo>
                <a:lnTo>
                  <a:pt x="9909022" y="4109903"/>
                </a:lnTo>
                <a:close/>
                <a:moveTo>
                  <a:pt x="7975140" y="4109903"/>
                </a:moveTo>
                <a:lnTo>
                  <a:pt x="7975140" y="4201079"/>
                </a:lnTo>
                <a:cubicBezTo>
                  <a:pt x="7975140" y="4219872"/>
                  <a:pt x="7979434" y="4233786"/>
                  <a:pt x="7988021" y="4242823"/>
                </a:cubicBezTo>
                <a:cubicBezTo>
                  <a:pt x="7996608" y="4251860"/>
                  <a:pt x="8008455" y="4256378"/>
                  <a:pt x="8023561" y="4256378"/>
                </a:cubicBezTo>
                <a:cubicBezTo>
                  <a:pt x="8034890" y="4256378"/>
                  <a:pt x="8044444" y="4254355"/>
                  <a:pt x="8052222" y="4250309"/>
                </a:cubicBezTo>
                <a:cubicBezTo>
                  <a:pt x="8060000" y="4246262"/>
                  <a:pt x="8067710" y="4239474"/>
                  <a:pt x="8075353" y="4229942"/>
                </a:cubicBezTo>
                <a:lnTo>
                  <a:pt x="8075353" y="4253141"/>
                </a:lnTo>
                <a:lnTo>
                  <a:pt x="8126606" y="4253141"/>
                </a:lnTo>
                <a:lnTo>
                  <a:pt x="8126606" y="4109903"/>
                </a:lnTo>
                <a:lnTo>
                  <a:pt x="8071711" y="4109903"/>
                </a:lnTo>
                <a:lnTo>
                  <a:pt x="8071711" y="4178825"/>
                </a:lnTo>
                <a:cubicBezTo>
                  <a:pt x="8071711" y="4191863"/>
                  <a:pt x="8069621" y="4200899"/>
                  <a:pt x="8065440" y="4205935"/>
                </a:cubicBezTo>
                <a:cubicBezTo>
                  <a:pt x="8061258" y="4210970"/>
                  <a:pt x="8055886" y="4213488"/>
                  <a:pt x="8049322" y="4213488"/>
                </a:cubicBezTo>
                <a:cubicBezTo>
                  <a:pt x="8043297" y="4213488"/>
                  <a:pt x="8038622" y="4211599"/>
                  <a:pt x="8035295" y="4207823"/>
                </a:cubicBezTo>
                <a:cubicBezTo>
                  <a:pt x="8031968" y="4204046"/>
                  <a:pt x="8030305" y="4197662"/>
                  <a:pt x="8030305" y="4188671"/>
                </a:cubicBezTo>
                <a:lnTo>
                  <a:pt x="8030305" y="4109903"/>
                </a:lnTo>
                <a:close/>
                <a:moveTo>
                  <a:pt x="7547190" y="4109903"/>
                </a:moveTo>
                <a:lnTo>
                  <a:pt x="7547190" y="4164932"/>
                </a:lnTo>
                <a:lnTo>
                  <a:pt x="7605861" y="4164932"/>
                </a:lnTo>
                <a:lnTo>
                  <a:pt x="7605861" y="4109903"/>
                </a:lnTo>
                <a:close/>
                <a:moveTo>
                  <a:pt x="11234230" y="4106666"/>
                </a:moveTo>
                <a:cubicBezTo>
                  <a:pt x="11226496" y="4106666"/>
                  <a:pt x="11220000" y="4108577"/>
                  <a:pt x="11214740" y="4112398"/>
                </a:cubicBezTo>
                <a:cubicBezTo>
                  <a:pt x="11209480" y="4116220"/>
                  <a:pt x="11204377" y="4123211"/>
                  <a:pt x="11199432" y="4133372"/>
                </a:cubicBezTo>
                <a:lnTo>
                  <a:pt x="11199432" y="4109903"/>
                </a:lnTo>
                <a:lnTo>
                  <a:pt x="11148044" y="4109903"/>
                </a:lnTo>
                <a:lnTo>
                  <a:pt x="11148044" y="4253141"/>
                </a:lnTo>
                <a:lnTo>
                  <a:pt x="11203208" y="4253141"/>
                </a:lnTo>
                <a:lnTo>
                  <a:pt x="11203208" y="4205125"/>
                </a:lnTo>
                <a:cubicBezTo>
                  <a:pt x="11203208" y="4182197"/>
                  <a:pt x="11206040" y="4166551"/>
                  <a:pt x="11211705" y="4158189"/>
                </a:cubicBezTo>
                <a:cubicBezTo>
                  <a:pt x="11215662" y="4152254"/>
                  <a:pt x="11221236" y="4149287"/>
                  <a:pt x="11228430" y="4149287"/>
                </a:cubicBezTo>
                <a:cubicBezTo>
                  <a:pt x="11232206" y="4149287"/>
                  <a:pt x="11237332" y="4150636"/>
                  <a:pt x="11243806" y="4153333"/>
                </a:cubicBezTo>
                <a:lnTo>
                  <a:pt x="11260800" y="4114219"/>
                </a:lnTo>
                <a:cubicBezTo>
                  <a:pt x="11251179" y="4109184"/>
                  <a:pt x="11242322" y="4106666"/>
                  <a:pt x="11234230" y="4106666"/>
                </a:cubicBezTo>
                <a:close/>
                <a:moveTo>
                  <a:pt x="11032130" y="4106666"/>
                </a:moveTo>
                <a:cubicBezTo>
                  <a:pt x="11007044" y="4106666"/>
                  <a:pt x="10987126" y="4113747"/>
                  <a:pt x="10972380" y="4127909"/>
                </a:cubicBezTo>
                <a:cubicBezTo>
                  <a:pt x="10957634" y="4142071"/>
                  <a:pt x="10950261" y="4160077"/>
                  <a:pt x="10950261" y="4181927"/>
                </a:cubicBezTo>
                <a:cubicBezTo>
                  <a:pt x="10950261" y="4205395"/>
                  <a:pt x="10958983" y="4224368"/>
                  <a:pt x="10976426" y="4238844"/>
                </a:cubicBezTo>
                <a:cubicBezTo>
                  <a:pt x="10990633" y="4250534"/>
                  <a:pt x="11009246" y="4256378"/>
                  <a:pt x="11032265" y="4256378"/>
                </a:cubicBezTo>
                <a:cubicBezTo>
                  <a:pt x="11058071" y="4256378"/>
                  <a:pt x="11078280" y="4249342"/>
                  <a:pt x="11092892" y="4235270"/>
                </a:cubicBezTo>
                <a:cubicBezTo>
                  <a:pt x="11107504" y="4221198"/>
                  <a:pt x="11114809" y="4203147"/>
                  <a:pt x="11114809" y="4181117"/>
                </a:cubicBezTo>
                <a:cubicBezTo>
                  <a:pt x="11114809" y="4161516"/>
                  <a:pt x="11108920" y="4145016"/>
                  <a:pt x="11097140" y="4131618"/>
                </a:cubicBezTo>
                <a:cubicBezTo>
                  <a:pt x="11082484" y="4114984"/>
                  <a:pt x="11060814" y="4106666"/>
                  <a:pt x="11032130" y="4106666"/>
                </a:cubicBezTo>
                <a:close/>
                <a:moveTo>
                  <a:pt x="10632434" y="4106666"/>
                </a:moveTo>
                <a:cubicBezTo>
                  <a:pt x="10616249" y="4106666"/>
                  <a:pt x="10603346" y="4108350"/>
                  <a:pt x="10593724" y="4111719"/>
                </a:cubicBezTo>
                <a:cubicBezTo>
                  <a:pt x="10584104" y="4115087"/>
                  <a:pt x="10576550" y="4120185"/>
                  <a:pt x="10571066" y="4127011"/>
                </a:cubicBezTo>
                <a:cubicBezTo>
                  <a:pt x="10565580" y="4133838"/>
                  <a:pt x="10562838" y="4141968"/>
                  <a:pt x="10562838" y="4151401"/>
                </a:cubicBezTo>
                <a:cubicBezTo>
                  <a:pt x="10562838" y="4160024"/>
                  <a:pt x="10565378" y="4167705"/>
                  <a:pt x="10570458" y="4174441"/>
                </a:cubicBezTo>
                <a:cubicBezTo>
                  <a:pt x="10575539" y="4181178"/>
                  <a:pt x="10581788" y="4185961"/>
                  <a:pt x="10589206" y="4188791"/>
                </a:cubicBezTo>
                <a:cubicBezTo>
                  <a:pt x="10596624" y="4191620"/>
                  <a:pt x="10609864" y="4194697"/>
                  <a:pt x="10628927" y="4198019"/>
                </a:cubicBezTo>
                <a:cubicBezTo>
                  <a:pt x="10641696" y="4200264"/>
                  <a:pt x="10649563" y="4202150"/>
                  <a:pt x="10652530" y="4203675"/>
                </a:cubicBezTo>
                <a:cubicBezTo>
                  <a:pt x="10656666" y="4205831"/>
                  <a:pt x="10658734" y="4208884"/>
                  <a:pt x="10658734" y="4212834"/>
                </a:cubicBezTo>
                <a:cubicBezTo>
                  <a:pt x="10658734" y="4216336"/>
                  <a:pt x="10657161" y="4219253"/>
                  <a:pt x="10654014" y="4221587"/>
                </a:cubicBezTo>
                <a:cubicBezTo>
                  <a:pt x="10649968" y="4224729"/>
                  <a:pt x="10644258" y="4226301"/>
                  <a:pt x="10636884" y="4226301"/>
                </a:cubicBezTo>
                <a:cubicBezTo>
                  <a:pt x="10630141" y="4226301"/>
                  <a:pt x="10624746" y="4224907"/>
                  <a:pt x="10620700" y="4222120"/>
                </a:cubicBezTo>
                <a:cubicBezTo>
                  <a:pt x="10616654" y="4219332"/>
                  <a:pt x="10613506" y="4214701"/>
                  <a:pt x="10611258" y="4208227"/>
                </a:cubicBezTo>
                <a:lnTo>
                  <a:pt x="10556768" y="4213353"/>
                </a:lnTo>
                <a:cubicBezTo>
                  <a:pt x="10559916" y="4227110"/>
                  <a:pt x="10567042" y="4237720"/>
                  <a:pt x="10578146" y="4245183"/>
                </a:cubicBezTo>
                <a:cubicBezTo>
                  <a:pt x="10589252" y="4252647"/>
                  <a:pt x="10607886" y="4256378"/>
                  <a:pt x="10634052" y="4256378"/>
                </a:cubicBezTo>
                <a:cubicBezTo>
                  <a:pt x="10652576" y="4256378"/>
                  <a:pt x="10667210" y="4254065"/>
                  <a:pt x="10677954" y="4249439"/>
                </a:cubicBezTo>
                <a:cubicBezTo>
                  <a:pt x="10688700" y="4244814"/>
                  <a:pt x="10696567" y="4238593"/>
                  <a:pt x="10701558" y="4230778"/>
                </a:cubicBezTo>
                <a:cubicBezTo>
                  <a:pt x="10706548" y="4222963"/>
                  <a:pt x="10709043" y="4214924"/>
                  <a:pt x="10709043" y="4206660"/>
                </a:cubicBezTo>
                <a:cubicBezTo>
                  <a:pt x="10709043" y="4198486"/>
                  <a:pt x="10706683" y="4190985"/>
                  <a:pt x="10701962" y="4184159"/>
                </a:cubicBezTo>
                <a:cubicBezTo>
                  <a:pt x="10697242" y="4177332"/>
                  <a:pt x="10690430" y="4172077"/>
                  <a:pt x="10681528" y="4168394"/>
                </a:cubicBezTo>
                <a:cubicBezTo>
                  <a:pt x="10672627" y="4164711"/>
                  <a:pt x="10659050" y="4161837"/>
                  <a:pt x="10640796" y="4159771"/>
                </a:cubicBezTo>
                <a:cubicBezTo>
                  <a:pt x="10628748" y="4158334"/>
                  <a:pt x="10620924" y="4156718"/>
                  <a:pt x="10617328" y="4154922"/>
                </a:cubicBezTo>
                <a:cubicBezTo>
                  <a:pt x="10613731" y="4153127"/>
                  <a:pt x="10611933" y="4150478"/>
                  <a:pt x="10611933" y="4146977"/>
                </a:cubicBezTo>
                <a:cubicBezTo>
                  <a:pt x="10611933" y="4143834"/>
                  <a:pt x="10613349" y="4141163"/>
                  <a:pt x="10616182" y="4138964"/>
                </a:cubicBezTo>
                <a:cubicBezTo>
                  <a:pt x="10619014" y="4136764"/>
                  <a:pt x="10623532" y="4135664"/>
                  <a:pt x="10629736" y="4135664"/>
                </a:cubicBezTo>
                <a:cubicBezTo>
                  <a:pt x="10635851" y="4135664"/>
                  <a:pt x="10641066" y="4137103"/>
                  <a:pt x="10645382" y="4139980"/>
                </a:cubicBezTo>
                <a:cubicBezTo>
                  <a:pt x="10648529" y="4142138"/>
                  <a:pt x="10650777" y="4145510"/>
                  <a:pt x="10652126" y="4150096"/>
                </a:cubicBezTo>
                <a:lnTo>
                  <a:pt x="10704188" y="4144971"/>
                </a:lnTo>
                <a:cubicBezTo>
                  <a:pt x="10700591" y="4135620"/>
                  <a:pt x="10696072" y="4128202"/>
                  <a:pt x="10690632" y="4122716"/>
                </a:cubicBezTo>
                <a:cubicBezTo>
                  <a:pt x="10685193" y="4117232"/>
                  <a:pt x="10678404" y="4113185"/>
                  <a:pt x="10670266" y="4110578"/>
                </a:cubicBezTo>
                <a:cubicBezTo>
                  <a:pt x="10662129" y="4107970"/>
                  <a:pt x="10649518" y="4106666"/>
                  <a:pt x="10632434" y="4106666"/>
                </a:cubicBezTo>
                <a:close/>
                <a:moveTo>
                  <a:pt x="10381958" y="4106666"/>
                </a:moveTo>
                <a:cubicBezTo>
                  <a:pt x="10371332" y="4106666"/>
                  <a:pt x="10362260" y="4108510"/>
                  <a:pt x="10354742" y="4112196"/>
                </a:cubicBezTo>
                <a:cubicBezTo>
                  <a:pt x="10347223" y="4115883"/>
                  <a:pt x="10339772" y="4122087"/>
                  <a:pt x="10332387" y="4130809"/>
                </a:cubicBezTo>
                <a:lnTo>
                  <a:pt x="10332387" y="4109903"/>
                </a:lnTo>
                <a:lnTo>
                  <a:pt x="10281134" y="4109903"/>
                </a:lnTo>
                <a:lnTo>
                  <a:pt x="10281134" y="4253141"/>
                </a:lnTo>
                <a:lnTo>
                  <a:pt x="10336164" y="4253141"/>
                </a:lnTo>
                <a:lnTo>
                  <a:pt x="10336164" y="4180038"/>
                </a:lnTo>
                <a:cubicBezTo>
                  <a:pt x="10336164" y="4169159"/>
                  <a:pt x="10338194" y="4161336"/>
                  <a:pt x="10342254" y="4156570"/>
                </a:cubicBezTo>
                <a:cubicBezTo>
                  <a:pt x="10346314" y="4151805"/>
                  <a:pt x="10351503" y="4149422"/>
                  <a:pt x="10357820" y="4149422"/>
                </a:cubicBezTo>
                <a:cubicBezTo>
                  <a:pt x="10361698" y="4149422"/>
                  <a:pt x="10365082" y="4150523"/>
                  <a:pt x="10367969" y="4152726"/>
                </a:cubicBezTo>
                <a:cubicBezTo>
                  <a:pt x="10370856" y="4154929"/>
                  <a:pt x="10372886" y="4157829"/>
                  <a:pt x="10374059" y="4161426"/>
                </a:cubicBezTo>
                <a:cubicBezTo>
                  <a:pt x="10374782" y="4163674"/>
                  <a:pt x="10375142" y="4167945"/>
                  <a:pt x="10375142" y="4174239"/>
                </a:cubicBezTo>
                <a:lnTo>
                  <a:pt x="10375142" y="4253141"/>
                </a:lnTo>
                <a:lnTo>
                  <a:pt x="10430172" y="4253141"/>
                </a:lnTo>
                <a:lnTo>
                  <a:pt x="10430172" y="4179229"/>
                </a:lnTo>
                <a:cubicBezTo>
                  <a:pt x="10430172" y="4168889"/>
                  <a:pt x="10432143" y="4161381"/>
                  <a:pt x="10436086" y="4156705"/>
                </a:cubicBezTo>
                <a:cubicBezTo>
                  <a:pt x="10440030" y="4152029"/>
                  <a:pt x="10445226" y="4149692"/>
                  <a:pt x="10451678" y="4149692"/>
                </a:cubicBezTo>
                <a:cubicBezTo>
                  <a:pt x="10457144" y="4149692"/>
                  <a:pt x="10461713" y="4152164"/>
                  <a:pt x="10465387" y="4157110"/>
                </a:cubicBezTo>
                <a:cubicBezTo>
                  <a:pt x="10467896" y="4160257"/>
                  <a:pt x="10469151" y="4165067"/>
                  <a:pt x="10469151" y="4171541"/>
                </a:cubicBezTo>
                <a:lnTo>
                  <a:pt x="10469151" y="4253141"/>
                </a:lnTo>
                <a:lnTo>
                  <a:pt x="10524180" y="4253141"/>
                </a:lnTo>
                <a:lnTo>
                  <a:pt x="10524180" y="4163179"/>
                </a:lnTo>
                <a:cubicBezTo>
                  <a:pt x="10524180" y="4143757"/>
                  <a:pt x="10519870" y="4129483"/>
                  <a:pt x="10511250" y="4120356"/>
                </a:cubicBezTo>
                <a:cubicBezTo>
                  <a:pt x="10502630" y="4111230"/>
                  <a:pt x="10490642" y="4106666"/>
                  <a:pt x="10475288" y="4106666"/>
                </a:cubicBezTo>
                <a:cubicBezTo>
                  <a:pt x="10464872" y="4106666"/>
                  <a:pt x="10456116" y="4108352"/>
                  <a:pt x="10449022" y="4111724"/>
                </a:cubicBezTo>
                <a:cubicBezTo>
                  <a:pt x="10441929" y="4115096"/>
                  <a:pt x="10434072" y="4121458"/>
                  <a:pt x="10425451" y="4130809"/>
                </a:cubicBezTo>
                <a:cubicBezTo>
                  <a:pt x="10421220" y="4122807"/>
                  <a:pt x="10415772" y="4116782"/>
                  <a:pt x="10409108" y="4112736"/>
                </a:cubicBezTo>
                <a:cubicBezTo>
                  <a:pt x="10402444" y="4108689"/>
                  <a:pt x="10393394" y="4106666"/>
                  <a:pt x="10381958" y="4106666"/>
                </a:cubicBezTo>
                <a:close/>
                <a:moveTo>
                  <a:pt x="9805480" y="4106666"/>
                </a:moveTo>
                <a:cubicBezTo>
                  <a:pt x="9797747" y="4106666"/>
                  <a:pt x="9791250" y="4108577"/>
                  <a:pt x="9785990" y="4112398"/>
                </a:cubicBezTo>
                <a:cubicBezTo>
                  <a:pt x="9780730" y="4116220"/>
                  <a:pt x="9775627" y="4123211"/>
                  <a:pt x="9770682" y="4133372"/>
                </a:cubicBezTo>
                <a:lnTo>
                  <a:pt x="9770682" y="4109903"/>
                </a:lnTo>
                <a:lnTo>
                  <a:pt x="9719294" y="4109903"/>
                </a:lnTo>
                <a:lnTo>
                  <a:pt x="9719294" y="4253141"/>
                </a:lnTo>
                <a:lnTo>
                  <a:pt x="9774458" y="4253141"/>
                </a:lnTo>
                <a:lnTo>
                  <a:pt x="9774458" y="4205125"/>
                </a:lnTo>
                <a:cubicBezTo>
                  <a:pt x="9774458" y="4182197"/>
                  <a:pt x="9777291" y="4166551"/>
                  <a:pt x="9782956" y="4158189"/>
                </a:cubicBezTo>
                <a:cubicBezTo>
                  <a:pt x="9786912" y="4152254"/>
                  <a:pt x="9792486" y="4149287"/>
                  <a:pt x="9799680" y="4149287"/>
                </a:cubicBezTo>
                <a:cubicBezTo>
                  <a:pt x="9803456" y="4149287"/>
                  <a:pt x="9808582" y="4150636"/>
                  <a:pt x="9815056" y="4153333"/>
                </a:cubicBezTo>
                <a:lnTo>
                  <a:pt x="9832050" y="4114219"/>
                </a:lnTo>
                <a:cubicBezTo>
                  <a:pt x="9822429" y="4109184"/>
                  <a:pt x="9813572" y="4106666"/>
                  <a:pt x="9805480" y="4106666"/>
                </a:cubicBezTo>
                <a:close/>
                <a:moveTo>
                  <a:pt x="9603380" y="4106666"/>
                </a:moveTo>
                <a:cubicBezTo>
                  <a:pt x="9578294" y="4106666"/>
                  <a:pt x="9558377" y="4113747"/>
                  <a:pt x="9543630" y="4127909"/>
                </a:cubicBezTo>
                <a:cubicBezTo>
                  <a:pt x="9528884" y="4142071"/>
                  <a:pt x="9521511" y="4160077"/>
                  <a:pt x="9521511" y="4181927"/>
                </a:cubicBezTo>
                <a:cubicBezTo>
                  <a:pt x="9521511" y="4205395"/>
                  <a:pt x="9530233" y="4224368"/>
                  <a:pt x="9547677" y="4238844"/>
                </a:cubicBezTo>
                <a:cubicBezTo>
                  <a:pt x="9561884" y="4250534"/>
                  <a:pt x="9580496" y="4256378"/>
                  <a:pt x="9603515" y="4256378"/>
                </a:cubicBezTo>
                <a:cubicBezTo>
                  <a:pt x="9629321" y="4256378"/>
                  <a:pt x="9649530" y="4249342"/>
                  <a:pt x="9664142" y="4235270"/>
                </a:cubicBezTo>
                <a:cubicBezTo>
                  <a:pt x="9678753" y="4221198"/>
                  <a:pt x="9686059" y="4203147"/>
                  <a:pt x="9686059" y="4181117"/>
                </a:cubicBezTo>
                <a:cubicBezTo>
                  <a:pt x="9686059" y="4161516"/>
                  <a:pt x="9680169" y="4145016"/>
                  <a:pt x="9668390" y="4131618"/>
                </a:cubicBezTo>
                <a:cubicBezTo>
                  <a:pt x="9653734" y="4114984"/>
                  <a:pt x="9632064" y="4106666"/>
                  <a:pt x="9603380" y="4106666"/>
                </a:cubicBezTo>
                <a:close/>
                <a:moveTo>
                  <a:pt x="9389547" y="4106666"/>
                </a:moveTo>
                <a:cubicBezTo>
                  <a:pt x="9372103" y="4106666"/>
                  <a:pt x="9357986" y="4112511"/>
                  <a:pt x="9347196" y="4124200"/>
                </a:cubicBezTo>
                <a:cubicBezTo>
                  <a:pt x="9336406" y="4135889"/>
                  <a:pt x="9331011" y="4152884"/>
                  <a:pt x="9331011" y="4175183"/>
                </a:cubicBezTo>
                <a:cubicBezTo>
                  <a:pt x="9331011" y="4194695"/>
                  <a:pt x="9335192" y="4210385"/>
                  <a:pt x="9343554" y="4222255"/>
                </a:cubicBezTo>
                <a:cubicBezTo>
                  <a:pt x="9355334" y="4238979"/>
                  <a:pt x="9370799" y="4247341"/>
                  <a:pt x="9389952" y="4247341"/>
                </a:cubicBezTo>
                <a:cubicBezTo>
                  <a:pt x="9399752" y="4247341"/>
                  <a:pt x="9408879" y="4245094"/>
                  <a:pt x="9417331" y="4240598"/>
                </a:cubicBezTo>
                <a:cubicBezTo>
                  <a:pt x="9422726" y="4237720"/>
                  <a:pt x="9428121" y="4233090"/>
                  <a:pt x="9433516" y="4226705"/>
                </a:cubicBezTo>
                <a:lnTo>
                  <a:pt x="9433516" y="4248420"/>
                </a:lnTo>
                <a:cubicBezTo>
                  <a:pt x="9433516" y="4258941"/>
                  <a:pt x="9431561" y="4266314"/>
                  <a:pt x="9427649" y="4270540"/>
                </a:cubicBezTo>
                <a:cubicBezTo>
                  <a:pt x="9423738" y="4274766"/>
                  <a:pt x="9417826" y="4276879"/>
                  <a:pt x="9409913" y="4276879"/>
                </a:cubicBezTo>
                <a:cubicBezTo>
                  <a:pt x="9403799" y="4276879"/>
                  <a:pt x="9398718" y="4275486"/>
                  <a:pt x="9394672" y="4272698"/>
                </a:cubicBezTo>
                <a:cubicBezTo>
                  <a:pt x="9391885" y="4270810"/>
                  <a:pt x="9389817" y="4267393"/>
                  <a:pt x="9388468" y="4262447"/>
                </a:cubicBezTo>
                <a:lnTo>
                  <a:pt x="9335192" y="4256378"/>
                </a:lnTo>
                <a:cubicBezTo>
                  <a:pt x="9335012" y="4259435"/>
                  <a:pt x="9334922" y="4261863"/>
                  <a:pt x="9334922" y="4263661"/>
                </a:cubicBezTo>
                <a:cubicBezTo>
                  <a:pt x="9334922" y="4278138"/>
                  <a:pt x="9340295" y="4289692"/>
                  <a:pt x="9351040" y="4298324"/>
                </a:cubicBezTo>
                <a:cubicBezTo>
                  <a:pt x="9361785" y="4306956"/>
                  <a:pt x="9381544" y="4311272"/>
                  <a:pt x="9410318" y="4311272"/>
                </a:cubicBezTo>
                <a:cubicBezTo>
                  <a:pt x="9422906" y="4311272"/>
                  <a:pt x="9434078" y="4310149"/>
                  <a:pt x="9443834" y="4307900"/>
                </a:cubicBezTo>
                <a:cubicBezTo>
                  <a:pt x="9453590" y="4305653"/>
                  <a:pt x="9461638" y="4302011"/>
                  <a:pt x="9467977" y="4296976"/>
                </a:cubicBezTo>
                <a:cubicBezTo>
                  <a:pt x="9474316" y="4291940"/>
                  <a:pt x="9479396" y="4285354"/>
                  <a:pt x="9483218" y="4277216"/>
                </a:cubicBezTo>
                <a:cubicBezTo>
                  <a:pt x="9487040" y="4269079"/>
                  <a:pt x="9488950" y="4260514"/>
                  <a:pt x="9488950" y="4251523"/>
                </a:cubicBezTo>
                <a:lnTo>
                  <a:pt x="9488815" y="4245183"/>
                </a:lnTo>
                <a:lnTo>
                  <a:pt x="9488815" y="4109903"/>
                </a:lnTo>
                <a:lnTo>
                  <a:pt x="9437428" y="4109903"/>
                </a:lnTo>
                <a:lnTo>
                  <a:pt x="9437428" y="4131079"/>
                </a:lnTo>
                <a:cubicBezTo>
                  <a:pt x="9431134" y="4122357"/>
                  <a:pt x="9424367" y="4116108"/>
                  <a:pt x="9417129" y="4112331"/>
                </a:cubicBezTo>
                <a:cubicBezTo>
                  <a:pt x="9409891" y="4108554"/>
                  <a:pt x="9400696" y="4106666"/>
                  <a:pt x="9389547" y="4106666"/>
                </a:cubicBezTo>
                <a:close/>
                <a:moveTo>
                  <a:pt x="9114099" y="4106666"/>
                </a:moveTo>
                <a:cubicBezTo>
                  <a:pt x="9103848" y="4106666"/>
                  <a:pt x="9094317" y="4107431"/>
                  <a:pt x="9085505" y="4108959"/>
                </a:cubicBezTo>
                <a:cubicBezTo>
                  <a:pt x="9076693" y="4110488"/>
                  <a:pt x="9069769" y="4112646"/>
                  <a:pt x="9064734" y="4115433"/>
                </a:cubicBezTo>
                <a:cubicBezTo>
                  <a:pt x="9057721" y="4119300"/>
                  <a:pt x="9052348" y="4123863"/>
                  <a:pt x="9048616" y="4129123"/>
                </a:cubicBezTo>
                <a:cubicBezTo>
                  <a:pt x="9044885" y="4134383"/>
                  <a:pt x="9042030" y="4141599"/>
                  <a:pt x="9040052" y="4150771"/>
                </a:cubicBezTo>
                <a:lnTo>
                  <a:pt x="9092518" y="4156300"/>
                </a:lnTo>
                <a:cubicBezTo>
                  <a:pt x="9094676" y="4150096"/>
                  <a:pt x="9097509" y="4145870"/>
                  <a:pt x="9101016" y="4143622"/>
                </a:cubicBezTo>
                <a:cubicBezTo>
                  <a:pt x="9105512" y="4140745"/>
                  <a:pt x="9112256" y="4139306"/>
                  <a:pt x="9121247" y="4139306"/>
                </a:cubicBezTo>
                <a:cubicBezTo>
                  <a:pt x="9128260" y="4139306"/>
                  <a:pt x="9133161" y="4140655"/>
                  <a:pt x="9135948" y="4143352"/>
                </a:cubicBezTo>
                <a:cubicBezTo>
                  <a:pt x="9138736" y="4146050"/>
                  <a:pt x="9140130" y="4150771"/>
                  <a:pt x="9140130" y="4157514"/>
                </a:cubicBezTo>
                <a:cubicBezTo>
                  <a:pt x="9133296" y="4160212"/>
                  <a:pt x="9126822" y="4162392"/>
                  <a:pt x="9120708" y="4164056"/>
                </a:cubicBezTo>
                <a:cubicBezTo>
                  <a:pt x="9114593" y="4165719"/>
                  <a:pt x="9101241" y="4168619"/>
                  <a:pt x="9080650" y="4172755"/>
                </a:cubicBezTo>
                <a:cubicBezTo>
                  <a:pt x="9063475" y="4176172"/>
                  <a:pt x="9051696" y="4181387"/>
                  <a:pt x="9045312" y="4188401"/>
                </a:cubicBezTo>
                <a:cubicBezTo>
                  <a:pt x="9038928" y="4195414"/>
                  <a:pt x="9035736" y="4204361"/>
                  <a:pt x="9035736" y="4215241"/>
                </a:cubicBezTo>
                <a:cubicBezTo>
                  <a:pt x="9035736" y="4226840"/>
                  <a:pt x="9040164" y="4236596"/>
                  <a:pt x="9049021" y="4244509"/>
                </a:cubicBezTo>
                <a:cubicBezTo>
                  <a:pt x="9057878" y="4252422"/>
                  <a:pt x="9070848" y="4256378"/>
                  <a:pt x="9087933" y="4256378"/>
                </a:cubicBezTo>
                <a:cubicBezTo>
                  <a:pt x="9100791" y="4256378"/>
                  <a:pt x="9112076" y="4254400"/>
                  <a:pt x="9121786" y="4250443"/>
                </a:cubicBezTo>
                <a:cubicBezTo>
                  <a:pt x="9128890" y="4247476"/>
                  <a:pt x="9136038" y="4242531"/>
                  <a:pt x="9143232" y="4235607"/>
                </a:cubicBezTo>
                <a:cubicBezTo>
                  <a:pt x="9143861" y="4239744"/>
                  <a:pt x="9144491" y="4242778"/>
                  <a:pt x="9145120" y="4244711"/>
                </a:cubicBezTo>
                <a:cubicBezTo>
                  <a:pt x="9145750" y="4246645"/>
                  <a:pt x="9147098" y="4249455"/>
                  <a:pt x="9149166" y="4253141"/>
                </a:cubicBezTo>
                <a:lnTo>
                  <a:pt x="9200689" y="4253141"/>
                </a:lnTo>
                <a:cubicBezTo>
                  <a:pt x="9197812" y="4247206"/>
                  <a:pt x="9195946" y="4242329"/>
                  <a:pt x="9195091" y="4238507"/>
                </a:cubicBezTo>
                <a:cubicBezTo>
                  <a:pt x="9194237" y="4234686"/>
                  <a:pt x="9193810" y="4229403"/>
                  <a:pt x="9193810" y="4222659"/>
                </a:cubicBezTo>
                <a:lnTo>
                  <a:pt x="9193810" y="4159403"/>
                </a:lnTo>
                <a:cubicBezTo>
                  <a:pt x="9193810" y="4152659"/>
                  <a:pt x="9192461" y="4145578"/>
                  <a:pt x="9189764" y="4138160"/>
                </a:cubicBezTo>
                <a:cubicBezTo>
                  <a:pt x="9187066" y="4130742"/>
                  <a:pt x="9183380" y="4125009"/>
                  <a:pt x="9178704" y="4120963"/>
                </a:cubicBezTo>
                <a:cubicBezTo>
                  <a:pt x="9172050" y="4115119"/>
                  <a:pt x="9163733" y="4111275"/>
                  <a:pt x="9153752" y="4109431"/>
                </a:cubicBezTo>
                <a:cubicBezTo>
                  <a:pt x="9143771" y="4107588"/>
                  <a:pt x="9130554" y="4106666"/>
                  <a:pt x="9114099" y="4106666"/>
                </a:cubicBezTo>
                <a:close/>
                <a:moveTo>
                  <a:pt x="8772233" y="4106666"/>
                </a:moveTo>
                <a:cubicBezTo>
                  <a:pt x="8761607" y="4106666"/>
                  <a:pt x="8752535" y="4108510"/>
                  <a:pt x="8745016" y="4112196"/>
                </a:cubicBezTo>
                <a:cubicBezTo>
                  <a:pt x="8737498" y="4115883"/>
                  <a:pt x="8730046" y="4122087"/>
                  <a:pt x="8722662" y="4130809"/>
                </a:cubicBezTo>
                <a:lnTo>
                  <a:pt x="8722662" y="4109903"/>
                </a:lnTo>
                <a:lnTo>
                  <a:pt x="8671409" y="4109903"/>
                </a:lnTo>
                <a:lnTo>
                  <a:pt x="8671409" y="4253141"/>
                </a:lnTo>
                <a:lnTo>
                  <a:pt x="8726438" y="4253141"/>
                </a:lnTo>
                <a:lnTo>
                  <a:pt x="8726438" y="4180038"/>
                </a:lnTo>
                <a:cubicBezTo>
                  <a:pt x="8726438" y="4169159"/>
                  <a:pt x="8728469" y="4161336"/>
                  <a:pt x="8732529" y="4156570"/>
                </a:cubicBezTo>
                <a:cubicBezTo>
                  <a:pt x="8736590" y="4151805"/>
                  <a:pt x="8741778" y="4149422"/>
                  <a:pt x="8748094" y="4149422"/>
                </a:cubicBezTo>
                <a:cubicBezTo>
                  <a:pt x="8751973" y="4149422"/>
                  <a:pt x="8755356" y="4150523"/>
                  <a:pt x="8758244" y="4152726"/>
                </a:cubicBezTo>
                <a:cubicBezTo>
                  <a:pt x="8761131" y="4154929"/>
                  <a:pt x="8763161" y="4157829"/>
                  <a:pt x="8764334" y="4161426"/>
                </a:cubicBezTo>
                <a:cubicBezTo>
                  <a:pt x="8765056" y="4163674"/>
                  <a:pt x="8765418" y="4167945"/>
                  <a:pt x="8765418" y="4174239"/>
                </a:cubicBezTo>
                <a:lnTo>
                  <a:pt x="8765418" y="4253141"/>
                </a:lnTo>
                <a:lnTo>
                  <a:pt x="8820447" y="4253141"/>
                </a:lnTo>
                <a:lnTo>
                  <a:pt x="8820447" y="4179229"/>
                </a:lnTo>
                <a:cubicBezTo>
                  <a:pt x="8820447" y="4168889"/>
                  <a:pt x="8822418" y="4161381"/>
                  <a:pt x="8826361" y="4156705"/>
                </a:cubicBezTo>
                <a:cubicBezTo>
                  <a:pt x="8830304" y="4152029"/>
                  <a:pt x="8835502" y="4149692"/>
                  <a:pt x="8841953" y="4149692"/>
                </a:cubicBezTo>
                <a:cubicBezTo>
                  <a:pt x="8847418" y="4149692"/>
                  <a:pt x="8851988" y="4152164"/>
                  <a:pt x="8855662" y="4157110"/>
                </a:cubicBezTo>
                <a:cubicBezTo>
                  <a:pt x="8858171" y="4160257"/>
                  <a:pt x="8859426" y="4165067"/>
                  <a:pt x="8859426" y="4171541"/>
                </a:cubicBezTo>
                <a:lnTo>
                  <a:pt x="8859426" y="4253141"/>
                </a:lnTo>
                <a:lnTo>
                  <a:pt x="8914455" y="4253141"/>
                </a:lnTo>
                <a:lnTo>
                  <a:pt x="8914455" y="4163179"/>
                </a:lnTo>
                <a:cubicBezTo>
                  <a:pt x="8914455" y="4143757"/>
                  <a:pt x="8910145" y="4129483"/>
                  <a:pt x="8901525" y="4120356"/>
                </a:cubicBezTo>
                <a:cubicBezTo>
                  <a:pt x="8892905" y="4111230"/>
                  <a:pt x="8880917" y="4106666"/>
                  <a:pt x="8865562" y="4106666"/>
                </a:cubicBezTo>
                <a:cubicBezTo>
                  <a:pt x="8855146" y="4106666"/>
                  <a:pt x="8846392" y="4108352"/>
                  <a:pt x="8839298" y="4111724"/>
                </a:cubicBezTo>
                <a:cubicBezTo>
                  <a:pt x="8832204" y="4115096"/>
                  <a:pt x="8824347" y="4121458"/>
                  <a:pt x="8815726" y="4130809"/>
                </a:cubicBezTo>
                <a:cubicBezTo>
                  <a:pt x="8811494" y="4122807"/>
                  <a:pt x="8806047" y="4116782"/>
                  <a:pt x="8799383" y="4112736"/>
                </a:cubicBezTo>
                <a:cubicBezTo>
                  <a:pt x="8792720" y="4108689"/>
                  <a:pt x="8783669" y="4106666"/>
                  <a:pt x="8772233" y="4106666"/>
                </a:cubicBezTo>
                <a:close/>
                <a:moveTo>
                  <a:pt x="8555630" y="4106666"/>
                </a:moveTo>
                <a:cubicBezTo>
                  <a:pt x="8530544" y="4106666"/>
                  <a:pt x="8510627" y="4113747"/>
                  <a:pt x="8495880" y="4127909"/>
                </a:cubicBezTo>
                <a:cubicBezTo>
                  <a:pt x="8481134" y="4142071"/>
                  <a:pt x="8473761" y="4160077"/>
                  <a:pt x="8473761" y="4181927"/>
                </a:cubicBezTo>
                <a:cubicBezTo>
                  <a:pt x="8473761" y="4205395"/>
                  <a:pt x="8482483" y="4224368"/>
                  <a:pt x="8499927" y="4238844"/>
                </a:cubicBezTo>
                <a:cubicBezTo>
                  <a:pt x="8514134" y="4250534"/>
                  <a:pt x="8532746" y="4256378"/>
                  <a:pt x="8555765" y="4256378"/>
                </a:cubicBezTo>
                <a:cubicBezTo>
                  <a:pt x="8581572" y="4256378"/>
                  <a:pt x="8601780" y="4249342"/>
                  <a:pt x="8616392" y="4235270"/>
                </a:cubicBezTo>
                <a:cubicBezTo>
                  <a:pt x="8631004" y="4221198"/>
                  <a:pt x="8638309" y="4203147"/>
                  <a:pt x="8638309" y="4181117"/>
                </a:cubicBezTo>
                <a:cubicBezTo>
                  <a:pt x="8638309" y="4161516"/>
                  <a:pt x="8632420" y="4145016"/>
                  <a:pt x="8620640" y="4131618"/>
                </a:cubicBezTo>
                <a:cubicBezTo>
                  <a:pt x="8605984" y="4114984"/>
                  <a:pt x="8584314" y="4106666"/>
                  <a:pt x="8555630" y="4106666"/>
                </a:cubicBezTo>
                <a:close/>
                <a:moveTo>
                  <a:pt x="8232134" y="4106666"/>
                </a:moveTo>
                <a:cubicBezTo>
                  <a:pt x="8215949" y="4106666"/>
                  <a:pt x="8203046" y="4108350"/>
                  <a:pt x="8193425" y="4111719"/>
                </a:cubicBezTo>
                <a:cubicBezTo>
                  <a:pt x="8183804" y="4115087"/>
                  <a:pt x="8176251" y="4120185"/>
                  <a:pt x="8170766" y="4127011"/>
                </a:cubicBezTo>
                <a:cubicBezTo>
                  <a:pt x="8165281" y="4133838"/>
                  <a:pt x="8162538" y="4141968"/>
                  <a:pt x="8162538" y="4151401"/>
                </a:cubicBezTo>
                <a:cubicBezTo>
                  <a:pt x="8162538" y="4160024"/>
                  <a:pt x="8165079" y="4167705"/>
                  <a:pt x="8170159" y="4174441"/>
                </a:cubicBezTo>
                <a:cubicBezTo>
                  <a:pt x="8175239" y="4181178"/>
                  <a:pt x="8181488" y="4185961"/>
                  <a:pt x="8188907" y="4188791"/>
                </a:cubicBezTo>
                <a:cubicBezTo>
                  <a:pt x="8196325" y="4191620"/>
                  <a:pt x="8209565" y="4194697"/>
                  <a:pt x="8228627" y="4198019"/>
                </a:cubicBezTo>
                <a:cubicBezTo>
                  <a:pt x="8241395" y="4200264"/>
                  <a:pt x="8249263" y="4202150"/>
                  <a:pt x="8252230" y="4203675"/>
                </a:cubicBezTo>
                <a:cubicBezTo>
                  <a:pt x="8256367" y="4205831"/>
                  <a:pt x="8258435" y="4208884"/>
                  <a:pt x="8258435" y="4212834"/>
                </a:cubicBezTo>
                <a:cubicBezTo>
                  <a:pt x="8258435" y="4216336"/>
                  <a:pt x="8256861" y="4219253"/>
                  <a:pt x="8253714" y="4221587"/>
                </a:cubicBezTo>
                <a:cubicBezTo>
                  <a:pt x="8249668" y="4224729"/>
                  <a:pt x="8243958" y="4226301"/>
                  <a:pt x="8236585" y="4226301"/>
                </a:cubicBezTo>
                <a:cubicBezTo>
                  <a:pt x="8229841" y="4226301"/>
                  <a:pt x="8224446" y="4224907"/>
                  <a:pt x="8220400" y="4222120"/>
                </a:cubicBezTo>
                <a:cubicBezTo>
                  <a:pt x="8216354" y="4219332"/>
                  <a:pt x="8213207" y="4214701"/>
                  <a:pt x="8210959" y="4208227"/>
                </a:cubicBezTo>
                <a:lnTo>
                  <a:pt x="8156469" y="4213353"/>
                </a:lnTo>
                <a:cubicBezTo>
                  <a:pt x="8159616" y="4227110"/>
                  <a:pt x="8166742" y="4237720"/>
                  <a:pt x="8177847" y="4245183"/>
                </a:cubicBezTo>
                <a:cubicBezTo>
                  <a:pt x="8188952" y="4252647"/>
                  <a:pt x="8207587" y="4256378"/>
                  <a:pt x="8233753" y="4256378"/>
                </a:cubicBezTo>
                <a:cubicBezTo>
                  <a:pt x="8252275" y="4256378"/>
                  <a:pt x="8266909" y="4254065"/>
                  <a:pt x="8277654" y="4249439"/>
                </a:cubicBezTo>
                <a:cubicBezTo>
                  <a:pt x="8288400" y="4244814"/>
                  <a:pt x="8296267" y="4238593"/>
                  <a:pt x="8301258" y="4230778"/>
                </a:cubicBezTo>
                <a:cubicBezTo>
                  <a:pt x="8306248" y="4222963"/>
                  <a:pt x="8308743" y="4214924"/>
                  <a:pt x="8308743" y="4206660"/>
                </a:cubicBezTo>
                <a:cubicBezTo>
                  <a:pt x="8308743" y="4198486"/>
                  <a:pt x="8306383" y="4190985"/>
                  <a:pt x="8301662" y="4184159"/>
                </a:cubicBezTo>
                <a:cubicBezTo>
                  <a:pt x="8296942" y="4177332"/>
                  <a:pt x="8290131" y="4172077"/>
                  <a:pt x="8281229" y="4168394"/>
                </a:cubicBezTo>
                <a:cubicBezTo>
                  <a:pt x="8272327" y="4164711"/>
                  <a:pt x="8258750" y="4161837"/>
                  <a:pt x="8240496" y="4159771"/>
                </a:cubicBezTo>
                <a:cubicBezTo>
                  <a:pt x="8228447" y="4158334"/>
                  <a:pt x="8220625" y="4156718"/>
                  <a:pt x="8217028" y="4154922"/>
                </a:cubicBezTo>
                <a:cubicBezTo>
                  <a:pt x="8213431" y="4153127"/>
                  <a:pt x="8211633" y="4150478"/>
                  <a:pt x="8211633" y="4146977"/>
                </a:cubicBezTo>
                <a:cubicBezTo>
                  <a:pt x="8211633" y="4143834"/>
                  <a:pt x="8213049" y="4141163"/>
                  <a:pt x="8215882" y="4138964"/>
                </a:cubicBezTo>
                <a:cubicBezTo>
                  <a:pt x="8218714" y="4136764"/>
                  <a:pt x="8223232" y="4135664"/>
                  <a:pt x="8229436" y="4135664"/>
                </a:cubicBezTo>
                <a:cubicBezTo>
                  <a:pt x="8235551" y="4135664"/>
                  <a:pt x="8240766" y="4137103"/>
                  <a:pt x="8245082" y="4139980"/>
                </a:cubicBezTo>
                <a:cubicBezTo>
                  <a:pt x="8248229" y="4142138"/>
                  <a:pt x="8250477" y="4145510"/>
                  <a:pt x="8251826" y="4150096"/>
                </a:cubicBezTo>
                <a:lnTo>
                  <a:pt x="8303888" y="4144971"/>
                </a:lnTo>
                <a:cubicBezTo>
                  <a:pt x="8300291" y="4135620"/>
                  <a:pt x="8295773" y="4128202"/>
                  <a:pt x="8290333" y="4122716"/>
                </a:cubicBezTo>
                <a:cubicBezTo>
                  <a:pt x="8284893" y="4117232"/>
                  <a:pt x="8278104" y="4113185"/>
                  <a:pt x="8269967" y="4110578"/>
                </a:cubicBezTo>
                <a:cubicBezTo>
                  <a:pt x="8261829" y="4107970"/>
                  <a:pt x="8249218" y="4106666"/>
                  <a:pt x="8232134" y="4106666"/>
                </a:cubicBezTo>
                <a:close/>
                <a:moveTo>
                  <a:pt x="6751934" y="4106666"/>
                </a:moveTo>
                <a:lnTo>
                  <a:pt x="6773758" y="4177746"/>
                </a:lnTo>
                <a:lnTo>
                  <a:pt x="6730337" y="4177746"/>
                </a:lnTo>
                <a:close/>
                <a:moveTo>
                  <a:pt x="10090230" y="4055414"/>
                </a:moveTo>
                <a:lnTo>
                  <a:pt x="10090230" y="4253141"/>
                </a:lnTo>
                <a:lnTo>
                  <a:pt x="10145124" y="4253141"/>
                </a:lnTo>
                <a:lnTo>
                  <a:pt x="10145124" y="4184355"/>
                </a:lnTo>
                <a:cubicBezTo>
                  <a:pt x="10145124" y="4171317"/>
                  <a:pt x="10147192" y="4162280"/>
                  <a:pt x="10151328" y="4157245"/>
                </a:cubicBezTo>
                <a:cubicBezTo>
                  <a:pt x="10155464" y="4152209"/>
                  <a:pt x="10160860" y="4149692"/>
                  <a:pt x="10167514" y="4149692"/>
                </a:cubicBezTo>
                <a:cubicBezTo>
                  <a:pt x="10173538" y="4149692"/>
                  <a:pt x="10178213" y="4151557"/>
                  <a:pt x="10181540" y="4155289"/>
                </a:cubicBezTo>
                <a:cubicBezTo>
                  <a:pt x="10184867" y="4159021"/>
                  <a:pt x="10186531" y="4165382"/>
                  <a:pt x="10186531" y="4174374"/>
                </a:cubicBezTo>
                <a:lnTo>
                  <a:pt x="10186531" y="4253141"/>
                </a:lnTo>
                <a:lnTo>
                  <a:pt x="10241695" y="4253141"/>
                </a:lnTo>
                <a:lnTo>
                  <a:pt x="10241695" y="4162100"/>
                </a:lnTo>
                <a:cubicBezTo>
                  <a:pt x="10241695" y="4143308"/>
                  <a:pt x="10237401" y="4129370"/>
                  <a:pt x="10228814" y="4120289"/>
                </a:cubicBezTo>
                <a:cubicBezTo>
                  <a:pt x="10220227" y="4111207"/>
                  <a:pt x="10208470" y="4106666"/>
                  <a:pt x="10193544" y="4106666"/>
                </a:cubicBezTo>
                <a:cubicBezTo>
                  <a:pt x="10183474" y="4106666"/>
                  <a:pt x="10174752" y="4108330"/>
                  <a:pt x="10167378" y="4111657"/>
                </a:cubicBezTo>
                <a:cubicBezTo>
                  <a:pt x="10160005" y="4114984"/>
                  <a:pt x="10152587" y="4120514"/>
                  <a:pt x="10145124" y="4128246"/>
                </a:cubicBezTo>
                <a:lnTo>
                  <a:pt x="10145124" y="4055414"/>
                </a:lnTo>
                <a:close/>
                <a:moveTo>
                  <a:pt x="10023104" y="4055414"/>
                </a:moveTo>
                <a:lnTo>
                  <a:pt x="9968074" y="4083603"/>
                </a:lnTo>
                <a:lnTo>
                  <a:pt x="9968074" y="4109903"/>
                </a:lnTo>
                <a:lnTo>
                  <a:pt x="9947843" y="4109903"/>
                </a:lnTo>
                <a:lnTo>
                  <a:pt x="9947843" y="4150096"/>
                </a:lnTo>
                <a:lnTo>
                  <a:pt x="9968074" y="4150096"/>
                </a:lnTo>
                <a:lnTo>
                  <a:pt x="9968074" y="4200476"/>
                </a:lnTo>
                <a:cubicBezTo>
                  <a:pt x="9968074" y="4216461"/>
                  <a:pt x="9969626" y="4228022"/>
                  <a:pt x="9972728" y="4235162"/>
                </a:cubicBezTo>
                <a:cubicBezTo>
                  <a:pt x="9975830" y="4242301"/>
                  <a:pt x="9980618" y="4247622"/>
                  <a:pt x="9987092" y="4251124"/>
                </a:cubicBezTo>
                <a:cubicBezTo>
                  <a:pt x="9993566" y="4254627"/>
                  <a:pt x="10003637" y="4256378"/>
                  <a:pt x="10017304" y="4256378"/>
                </a:cubicBezTo>
                <a:cubicBezTo>
                  <a:pt x="10029083" y="4256378"/>
                  <a:pt x="10041762" y="4254894"/>
                  <a:pt x="10055339" y="4251927"/>
                </a:cubicBezTo>
                <a:lnTo>
                  <a:pt x="10051292" y="4214034"/>
                </a:lnTo>
                <a:cubicBezTo>
                  <a:pt x="10044009" y="4216367"/>
                  <a:pt x="10038344" y="4217534"/>
                  <a:pt x="10034298" y="4217534"/>
                </a:cubicBezTo>
                <a:cubicBezTo>
                  <a:pt x="10029802" y="4217534"/>
                  <a:pt x="10026656" y="4216008"/>
                  <a:pt x="10024857" y="4212957"/>
                </a:cubicBezTo>
                <a:cubicBezTo>
                  <a:pt x="10023688" y="4210983"/>
                  <a:pt x="10023104" y="4206945"/>
                  <a:pt x="10023104" y="4200843"/>
                </a:cubicBezTo>
                <a:lnTo>
                  <a:pt x="10023104" y="4150096"/>
                </a:lnTo>
                <a:lnTo>
                  <a:pt x="10053316" y="4150096"/>
                </a:lnTo>
                <a:lnTo>
                  <a:pt x="10053316" y="4109903"/>
                </a:lnTo>
                <a:lnTo>
                  <a:pt x="10023104" y="4109903"/>
                </a:lnTo>
                <a:close/>
                <a:moveTo>
                  <a:pt x="9854128" y="4055414"/>
                </a:moveTo>
                <a:lnTo>
                  <a:pt x="9854128" y="4092774"/>
                </a:lnTo>
                <a:lnTo>
                  <a:pt x="9909022" y="4092774"/>
                </a:lnTo>
                <a:lnTo>
                  <a:pt x="9909022" y="4055414"/>
                </a:lnTo>
                <a:close/>
                <a:moveTo>
                  <a:pt x="9234868" y="4055414"/>
                </a:moveTo>
                <a:lnTo>
                  <a:pt x="9234868" y="4253141"/>
                </a:lnTo>
                <a:lnTo>
                  <a:pt x="9289897" y="4253141"/>
                </a:lnTo>
                <a:lnTo>
                  <a:pt x="9289897" y="4055414"/>
                </a:lnTo>
                <a:close/>
                <a:moveTo>
                  <a:pt x="8413378" y="4055414"/>
                </a:moveTo>
                <a:lnTo>
                  <a:pt x="8358350" y="4083603"/>
                </a:lnTo>
                <a:lnTo>
                  <a:pt x="8358350" y="4109903"/>
                </a:lnTo>
                <a:lnTo>
                  <a:pt x="8338118" y="4109903"/>
                </a:lnTo>
                <a:lnTo>
                  <a:pt x="8338118" y="4150096"/>
                </a:lnTo>
                <a:lnTo>
                  <a:pt x="8358350" y="4150096"/>
                </a:lnTo>
                <a:lnTo>
                  <a:pt x="8358350" y="4200476"/>
                </a:lnTo>
                <a:cubicBezTo>
                  <a:pt x="8358350" y="4216461"/>
                  <a:pt x="8359901" y="4228022"/>
                  <a:pt x="8363003" y="4235162"/>
                </a:cubicBezTo>
                <a:cubicBezTo>
                  <a:pt x="8366105" y="4242301"/>
                  <a:pt x="8370893" y="4247622"/>
                  <a:pt x="8377367" y="4251124"/>
                </a:cubicBezTo>
                <a:cubicBezTo>
                  <a:pt x="8383841" y="4254627"/>
                  <a:pt x="8393912" y="4256378"/>
                  <a:pt x="8407579" y="4256378"/>
                </a:cubicBezTo>
                <a:cubicBezTo>
                  <a:pt x="8419358" y="4256378"/>
                  <a:pt x="8432036" y="4254894"/>
                  <a:pt x="8445614" y="4251927"/>
                </a:cubicBezTo>
                <a:lnTo>
                  <a:pt x="8441568" y="4214034"/>
                </a:lnTo>
                <a:cubicBezTo>
                  <a:pt x="8434284" y="4216367"/>
                  <a:pt x="8428620" y="4217534"/>
                  <a:pt x="8424573" y="4217534"/>
                </a:cubicBezTo>
                <a:cubicBezTo>
                  <a:pt x="8420077" y="4217534"/>
                  <a:pt x="8416930" y="4216008"/>
                  <a:pt x="8415132" y="4212957"/>
                </a:cubicBezTo>
                <a:cubicBezTo>
                  <a:pt x="8413963" y="4210983"/>
                  <a:pt x="8413378" y="4206945"/>
                  <a:pt x="8413378" y="4200843"/>
                </a:cubicBezTo>
                <a:lnTo>
                  <a:pt x="8413378" y="4150096"/>
                </a:lnTo>
                <a:lnTo>
                  <a:pt x="8443591" y="4150096"/>
                </a:lnTo>
                <a:lnTo>
                  <a:pt x="8443591" y="4109903"/>
                </a:lnTo>
                <a:lnTo>
                  <a:pt x="8413378" y="4109903"/>
                </a:lnTo>
                <a:close/>
                <a:moveTo>
                  <a:pt x="7360197" y="4055414"/>
                </a:moveTo>
                <a:lnTo>
                  <a:pt x="7360197" y="4253141"/>
                </a:lnTo>
                <a:lnTo>
                  <a:pt x="7516652" y="4253141"/>
                </a:lnTo>
                <a:lnTo>
                  <a:pt x="7516652" y="4204451"/>
                </a:lnTo>
                <a:lnTo>
                  <a:pt x="7421295" y="4204451"/>
                </a:lnTo>
                <a:lnTo>
                  <a:pt x="7421295" y="4055414"/>
                </a:lnTo>
                <a:close/>
                <a:moveTo>
                  <a:pt x="7092822" y="4055414"/>
                </a:moveTo>
                <a:lnTo>
                  <a:pt x="7092822" y="4253141"/>
                </a:lnTo>
                <a:lnTo>
                  <a:pt x="7142861" y="4253141"/>
                </a:lnTo>
                <a:lnTo>
                  <a:pt x="7142861" y="4102350"/>
                </a:lnTo>
                <a:lnTo>
                  <a:pt x="7181345" y="4253141"/>
                </a:lnTo>
                <a:lnTo>
                  <a:pt x="7226638" y="4253141"/>
                </a:lnTo>
                <a:lnTo>
                  <a:pt x="7265193" y="4102350"/>
                </a:lnTo>
                <a:lnTo>
                  <a:pt x="7265193" y="4253141"/>
                </a:lnTo>
                <a:lnTo>
                  <a:pt x="7315232" y="4253141"/>
                </a:lnTo>
                <a:lnTo>
                  <a:pt x="7315232" y="4055414"/>
                </a:lnTo>
                <a:lnTo>
                  <a:pt x="7234928" y="4055414"/>
                </a:lnTo>
                <a:lnTo>
                  <a:pt x="7204162" y="4175722"/>
                </a:lnTo>
                <a:lnTo>
                  <a:pt x="7173174" y="4055414"/>
                </a:lnTo>
                <a:close/>
                <a:moveTo>
                  <a:pt x="6895899" y="4055414"/>
                </a:moveTo>
                <a:lnTo>
                  <a:pt x="6895899" y="4253141"/>
                </a:lnTo>
                <a:lnTo>
                  <a:pt x="6957133" y="4253141"/>
                </a:lnTo>
                <a:lnTo>
                  <a:pt x="6957133" y="4055414"/>
                </a:lnTo>
                <a:close/>
                <a:moveTo>
                  <a:pt x="6719361" y="4055414"/>
                </a:moveTo>
                <a:lnTo>
                  <a:pt x="6645045" y="4253141"/>
                </a:lnTo>
                <a:lnTo>
                  <a:pt x="6707429" y="4253141"/>
                </a:lnTo>
                <a:lnTo>
                  <a:pt x="6717066" y="4220501"/>
                </a:lnTo>
                <a:lnTo>
                  <a:pt x="6786432" y="4220501"/>
                </a:lnTo>
                <a:lnTo>
                  <a:pt x="6796325" y="4253141"/>
                </a:lnTo>
                <a:lnTo>
                  <a:pt x="6860306" y="4253141"/>
                </a:lnTo>
                <a:lnTo>
                  <a:pt x="6786007" y="4055414"/>
                </a:lnTo>
                <a:close/>
                <a:moveTo>
                  <a:pt x="10899757" y="4052042"/>
                </a:moveTo>
                <a:cubicBezTo>
                  <a:pt x="10887708" y="4052042"/>
                  <a:pt x="10878559" y="4053413"/>
                  <a:pt x="10872310" y="4056155"/>
                </a:cubicBezTo>
                <a:cubicBezTo>
                  <a:pt x="10866061" y="4058898"/>
                  <a:pt x="10861205" y="4062495"/>
                  <a:pt x="10857744" y="4066945"/>
                </a:cubicBezTo>
                <a:cubicBezTo>
                  <a:pt x="10854282" y="4071396"/>
                  <a:pt x="10851922" y="4077128"/>
                  <a:pt x="10850662" y="4084142"/>
                </a:cubicBezTo>
                <a:cubicBezTo>
                  <a:pt x="10849404" y="4091156"/>
                  <a:pt x="10848774" y="4097585"/>
                  <a:pt x="10848774" y="4103429"/>
                </a:cubicBezTo>
                <a:lnTo>
                  <a:pt x="10848774" y="4109903"/>
                </a:lnTo>
                <a:lnTo>
                  <a:pt x="10828273" y="4109903"/>
                </a:lnTo>
                <a:lnTo>
                  <a:pt x="10828273" y="4150096"/>
                </a:lnTo>
                <a:lnTo>
                  <a:pt x="10848774" y="4150096"/>
                </a:lnTo>
                <a:lnTo>
                  <a:pt x="10848774" y="4253141"/>
                </a:lnTo>
                <a:lnTo>
                  <a:pt x="10903804" y="4253141"/>
                </a:lnTo>
                <a:lnTo>
                  <a:pt x="10903804" y="4150096"/>
                </a:lnTo>
                <a:lnTo>
                  <a:pt x="10929969" y="4150096"/>
                </a:lnTo>
                <a:lnTo>
                  <a:pt x="10929969" y="4109903"/>
                </a:lnTo>
                <a:lnTo>
                  <a:pt x="10903804" y="4109903"/>
                </a:lnTo>
                <a:cubicBezTo>
                  <a:pt x="10903804" y="4103519"/>
                  <a:pt x="10904028" y="4099338"/>
                  <a:pt x="10904478" y="4097360"/>
                </a:cubicBezTo>
                <a:cubicBezTo>
                  <a:pt x="10905377" y="4093763"/>
                  <a:pt x="10906906" y="4091133"/>
                  <a:pt x="10909064" y="4089470"/>
                </a:cubicBezTo>
                <a:cubicBezTo>
                  <a:pt x="10911222" y="4087806"/>
                  <a:pt x="10914774" y="4086974"/>
                  <a:pt x="10919718" y="4086974"/>
                </a:cubicBezTo>
                <a:cubicBezTo>
                  <a:pt x="10923765" y="4086974"/>
                  <a:pt x="10929070" y="4087514"/>
                  <a:pt x="10935634" y="4088593"/>
                </a:cubicBezTo>
                <a:lnTo>
                  <a:pt x="10941704" y="4055414"/>
                </a:lnTo>
                <a:cubicBezTo>
                  <a:pt x="10923360" y="4053166"/>
                  <a:pt x="10909378" y="4052042"/>
                  <a:pt x="10899757" y="4052042"/>
                </a:cubicBezTo>
                <a:close/>
                <a:moveTo>
                  <a:pt x="7843516" y="4052042"/>
                </a:moveTo>
                <a:cubicBezTo>
                  <a:pt x="7811685" y="4052042"/>
                  <a:pt x="7787071" y="4060825"/>
                  <a:pt x="7769672" y="4078393"/>
                </a:cubicBezTo>
                <a:cubicBezTo>
                  <a:pt x="7752273" y="4095960"/>
                  <a:pt x="7743573" y="4121098"/>
                  <a:pt x="7743573" y="4153805"/>
                </a:cubicBezTo>
                <a:cubicBezTo>
                  <a:pt x="7743573" y="4178337"/>
                  <a:pt x="7748519" y="4198466"/>
                  <a:pt x="7758409" y="4214190"/>
                </a:cubicBezTo>
                <a:cubicBezTo>
                  <a:pt x="7768300" y="4229915"/>
                  <a:pt x="7780057" y="4240900"/>
                  <a:pt x="7793679" y="4247145"/>
                </a:cubicBezTo>
                <a:cubicBezTo>
                  <a:pt x="7807302" y="4253390"/>
                  <a:pt x="7824858" y="4256513"/>
                  <a:pt x="7846348" y="4256513"/>
                </a:cubicBezTo>
                <a:cubicBezTo>
                  <a:pt x="7864062" y="4256513"/>
                  <a:pt x="7878651" y="4253950"/>
                  <a:pt x="7890116" y="4248825"/>
                </a:cubicBezTo>
                <a:cubicBezTo>
                  <a:pt x="7901580" y="4243700"/>
                  <a:pt x="7911178" y="4236102"/>
                  <a:pt x="7918911" y="4226031"/>
                </a:cubicBezTo>
                <a:cubicBezTo>
                  <a:pt x="7926644" y="4215960"/>
                  <a:pt x="7932309" y="4203417"/>
                  <a:pt x="7935906" y="4188401"/>
                </a:cubicBezTo>
                <a:lnTo>
                  <a:pt x="7882360" y="4172216"/>
                </a:lnTo>
                <a:cubicBezTo>
                  <a:pt x="7879663" y="4184714"/>
                  <a:pt x="7875324" y="4194245"/>
                  <a:pt x="7869345" y="4200809"/>
                </a:cubicBezTo>
                <a:cubicBezTo>
                  <a:pt x="7863365" y="4207373"/>
                  <a:pt x="7854531" y="4210655"/>
                  <a:pt x="7842842" y="4210655"/>
                </a:cubicBezTo>
                <a:cubicBezTo>
                  <a:pt x="7830793" y="4210655"/>
                  <a:pt x="7821441" y="4206592"/>
                  <a:pt x="7814787" y="4198464"/>
                </a:cubicBezTo>
                <a:cubicBezTo>
                  <a:pt x="7808133" y="4190336"/>
                  <a:pt x="7804807" y="4175315"/>
                  <a:pt x="7804807" y="4153401"/>
                </a:cubicBezTo>
                <a:cubicBezTo>
                  <a:pt x="7804807" y="4135710"/>
                  <a:pt x="7807594" y="4122733"/>
                  <a:pt x="7813169" y="4114470"/>
                </a:cubicBezTo>
                <a:cubicBezTo>
                  <a:pt x="7820542" y="4103333"/>
                  <a:pt x="7831152" y="4097764"/>
                  <a:pt x="7845000" y="4097764"/>
                </a:cubicBezTo>
                <a:cubicBezTo>
                  <a:pt x="7851114" y="4097764"/>
                  <a:pt x="7856644" y="4099023"/>
                  <a:pt x="7861589" y="4101541"/>
                </a:cubicBezTo>
                <a:cubicBezTo>
                  <a:pt x="7866535" y="4104059"/>
                  <a:pt x="7870716" y="4107655"/>
                  <a:pt x="7874133" y="4112331"/>
                </a:cubicBezTo>
                <a:cubicBezTo>
                  <a:pt x="7876201" y="4115119"/>
                  <a:pt x="7878179" y="4119524"/>
                  <a:pt x="7880067" y="4125549"/>
                </a:cubicBezTo>
                <a:lnTo>
                  <a:pt x="7934017" y="4113545"/>
                </a:lnTo>
                <a:cubicBezTo>
                  <a:pt x="7927094" y="4092684"/>
                  <a:pt x="7916506" y="4077219"/>
                  <a:pt x="7902254" y="4067148"/>
                </a:cubicBezTo>
                <a:cubicBezTo>
                  <a:pt x="7888002" y="4057077"/>
                  <a:pt x="7868423" y="4052042"/>
                  <a:pt x="7843516" y="4052042"/>
                </a:cubicBezTo>
                <a:close/>
                <a:moveTo>
                  <a:pt x="7037061" y="4052042"/>
                </a:moveTo>
                <a:lnTo>
                  <a:pt x="6987675" y="4256513"/>
                </a:lnTo>
                <a:lnTo>
                  <a:pt x="7015428" y="4256513"/>
                </a:lnTo>
                <a:lnTo>
                  <a:pt x="7065094" y="4052042"/>
                </a:lnTo>
                <a:close/>
                <a:moveTo>
                  <a:pt x="6389753" y="4041656"/>
                </a:moveTo>
                <a:cubicBezTo>
                  <a:pt x="6367004" y="4054604"/>
                  <a:pt x="6343716" y="4073172"/>
                  <a:pt x="6319888" y="4097360"/>
                </a:cubicBezTo>
                <a:cubicBezTo>
                  <a:pt x="6296060" y="4121548"/>
                  <a:pt x="6276548" y="4146454"/>
                  <a:pt x="6261352" y="4172081"/>
                </a:cubicBezTo>
                <a:lnTo>
                  <a:pt x="6257171" y="4162640"/>
                </a:lnTo>
                <a:cubicBezTo>
                  <a:pt x="6248719" y="4143847"/>
                  <a:pt x="6241031" y="4134451"/>
                  <a:pt x="6234107" y="4134451"/>
                </a:cubicBezTo>
                <a:cubicBezTo>
                  <a:pt x="6226015" y="4134451"/>
                  <a:pt x="6217113" y="4139576"/>
                  <a:pt x="6207402" y="4149826"/>
                </a:cubicBezTo>
                <a:cubicBezTo>
                  <a:pt x="6213157" y="4151805"/>
                  <a:pt x="6218349" y="4155806"/>
                  <a:pt x="6222980" y="4161830"/>
                </a:cubicBezTo>
                <a:cubicBezTo>
                  <a:pt x="6227611" y="4167855"/>
                  <a:pt x="6232624" y="4177161"/>
                  <a:pt x="6238019" y="4189750"/>
                </a:cubicBezTo>
                <a:lnTo>
                  <a:pt x="6241795" y="4198516"/>
                </a:lnTo>
                <a:cubicBezTo>
                  <a:pt x="6245751" y="4208138"/>
                  <a:pt x="6248314" y="4215061"/>
                  <a:pt x="6249483" y="4219287"/>
                </a:cubicBezTo>
                <a:cubicBezTo>
                  <a:pt x="6252450" y="4216500"/>
                  <a:pt x="6258070" y="4212229"/>
                  <a:pt x="6266342" y="4206474"/>
                </a:cubicBezTo>
                <a:lnTo>
                  <a:pt x="6276323" y="4199730"/>
                </a:lnTo>
                <a:cubicBezTo>
                  <a:pt x="6288732" y="4173564"/>
                  <a:pt x="6306715" y="4145421"/>
                  <a:pt x="6330273" y="4115298"/>
                </a:cubicBezTo>
                <a:cubicBezTo>
                  <a:pt x="6353832" y="4085176"/>
                  <a:pt x="6375232" y="4062877"/>
                  <a:pt x="6394474" y="4048400"/>
                </a:cubicBezTo>
                <a:close/>
                <a:moveTo>
                  <a:pt x="10938090" y="3864737"/>
                </a:moveTo>
                <a:lnTo>
                  <a:pt x="10938090" y="3919766"/>
                </a:lnTo>
                <a:lnTo>
                  <a:pt x="10996760" y="3919766"/>
                </a:lnTo>
                <a:lnTo>
                  <a:pt x="10996760" y="3864737"/>
                </a:lnTo>
                <a:close/>
                <a:moveTo>
                  <a:pt x="9664004" y="3851789"/>
                </a:moveTo>
                <a:lnTo>
                  <a:pt x="9664004" y="3860556"/>
                </a:lnTo>
                <a:cubicBezTo>
                  <a:pt x="9664004" y="3867390"/>
                  <a:pt x="9662903" y="3872942"/>
                  <a:pt x="9660700" y="3877213"/>
                </a:cubicBezTo>
                <a:cubicBezTo>
                  <a:pt x="9658497" y="3881484"/>
                  <a:pt x="9654766" y="3885103"/>
                  <a:pt x="9649506" y="3888070"/>
                </a:cubicBezTo>
                <a:cubicBezTo>
                  <a:pt x="9644245" y="3891038"/>
                  <a:pt x="9638558" y="3892521"/>
                  <a:pt x="9632444" y="3892521"/>
                </a:cubicBezTo>
                <a:cubicBezTo>
                  <a:pt x="9626599" y="3892521"/>
                  <a:pt x="9622171" y="3891150"/>
                  <a:pt x="9619158" y="3888407"/>
                </a:cubicBezTo>
                <a:cubicBezTo>
                  <a:pt x="9616146" y="3885665"/>
                  <a:pt x="9614640" y="3882136"/>
                  <a:pt x="9614640" y="3877820"/>
                </a:cubicBezTo>
                <a:cubicBezTo>
                  <a:pt x="9614640" y="3874043"/>
                  <a:pt x="9616169" y="3870671"/>
                  <a:pt x="9619226" y="3867704"/>
                </a:cubicBezTo>
                <a:cubicBezTo>
                  <a:pt x="9622193" y="3864827"/>
                  <a:pt x="9629252" y="3861904"/>
                  <a:pt x="9640402" y="3858937"/>
                </a:cubicBezTo>
                <a:cubicBezTo>
                  <a:pt x="9648584" y="3856869"/>
                  <a:pt x="9656452" y="3854486"/>
                  <a:pt x="9664004" y="3851789"/>
                </a:cubicBezTo>
                <a:close/>
                <a:moveTo>
                  <a:pt x="9283004" y="3851789"/>
                </a:moveTo>
                <a:lnTo>
                  <a:pt x="9283004" y="3860556"/>
                </a:lnTo>
                <a:cubicBezTo>
                  <a:pt x="9283004" y="3867390"/>
                  <a:pt x="9281903" y="3872942"/>
                  <a:pt x="9279700" y="3877213"/>
                </a:cubicBezTo>
                <a:cubicBezTo>
                  <a:pt x="9277497" y="3881484"/>
                  <a:pt x="9273766" y="3885103"/>
                  <a:pt x="9268506" y="3888070"/>
                </a:cubicBezTo>
                <a:cubicBezTo>
                  <a:pt x="9263245" y="3891038"/>
                  <a:pt x="9257558" y="3892521"/>
                  <a:pt x="9251444" y="3892521"/>
                </a:cubicBezTo>
                <a:cubicBezTo>
                  <a:pt x="9245599" y="3892521"/>
                  <a:pt x="9241171" y="3891150"/>
                  <a:pt x="9238158" y="3888407"/>
                </a:cubicBezTo>
                <a:cubicBezTo>
                  <a:pt x="9235146" y="3885665"/>
                  <a:pt x="9233640" y="3882136"/>
                  <a:pt x="9233640" y="3877820"/>
                </a:cubicBezTo>
                <a:cubicBezTo>
                  <a:pt x="9233640" y="3874043"/>
                  <a:pt x="9235169" y="3870671"/>
                  <a:pt x="9238226" y="3867704"/>
                </a:cubicBezTo>
                <a:cubicBezTo>
                  <a:pt x="9241193" y="3864827"/>
                  <a:pt x="9248252" y="3861904"/>
                  <a:pt x="9259402" y="3858937"/>
                </a:cubicBezTo>
                <a:cubicBezTo>
                  <a:pt x="9267584" y="3856869"/>
                  <a:pt x="9275452" y="3854486"/>
                  <a:pt x="9283004" y="3851789"/>
                </a:cubicBezTo>
                <a:close/>
                <a:moveTo>
                  <a:pt x="8711504" y="3851789"/>
                </a:moveTo>
                <a:lnTo>
                  <a:pt x="8711504" y="3860556"/>
                </a:lnTo>
                <a:cubicBezTo>
                  <a:pt x="8711504" y="3867390"/>
                  <a:pt x="8710403" y="3872942"/>
                  <a:pt x="8708200" y="3877213"/>
                </a:cubicBezTo>
                <a:cubicBezTo>
                  <a:pt x="8705997" y="3881484"/>
                  <a:pt x="8702266" y="3885103"/>
                  <a:pt x="8697006" y="3888070"/>
                </a:cubicBezTo>
                <a:cubicBezTo>
                  <a:pt x="8691745" y="3891038"/>
                  <a:pt x="8686058" y="3892521"/>
                  <a:pt x="8679944" y="3892521"/>
                </a:cubicBezTo>
                <a:cubicBezTo>
                  <a:pt x="8674099" y="3892521"/>
                  <a:pt x="8669671" y="3891150"/>
                  <a:pt x="8666658" y="3888407"/>
                </a:cubicBezTo>
                <a:cubicBezTo>
                  <a:pt x="8663646" y="3885665"/>
                  <a:pt x="8662140" y="3882136"/>
                  <a:pt x="8662140" y="3877820"/>
                </a:cubicBezTo>
                <a:cubicBezTo>
                  <a:pt x="8662140" y="3874043"/>
                  <a:pt x="8663668" y="3870671"/>
                  <a:pt x="8666726" y="3867704"/>
                </a:cubicBezTo>
                <a:cubicBezTo>
                  <a:pt x="8669693" y="3864827"/>
                  <a:pt x="8676752" y="3861904"/>
                  <a:pt x="8687902" y="3858937"/>
                </a:cubicBezTo>
                <a:cubicBezTo>
                  <a:pt x="8696084" y="3856869"/>
                  <a:pt x="8703952" y="3854486"/>
                  <a:pt x="8711504" y="3851789"/>
                </a:cubicBezTo>
                <a:close/>
                <a:moveTo>
                  <a:pt x="8387655" y="3851789"/>
                </a:moveTo>
                <a:lnTo>
                  <a:pt x="8387655" y="3860556"/>
                </a:lnTo>
                <a:cubicBezTo>
                  <a:pt x="8387655" y="3867390"/>
                  <a:pt x="8386553" y="3872942"/>
                  <a:pt x="8384350" y="3877213"/>
                </a:cubicBezTo>
                <a:cubicBezTo>
                  <a:pt x="8382147" y="3881484"/>
                  <a:pt x="8378416" y="3885103"/>
                  <a:pt x="8373156" y="3888070"/>
                </a:cubicBezTo>
                <a:cubicBezTo>
                  <a:pt x="8367895" y="3891038"/>
                  <a:pt x="8362208" y="3892521"/>
                  <a:pt x="8356094" y="3892521"/>
                </a:cubicBezTo>
                <a:cubicBezTo>
                  <a:pt x="8350249" y="3892521"/>
                  <a:pt x="8345821" y="3891150"/>
                  <a:pt x="8342809" y="3888407"/>
                </a:cubicBezTo>
                <a:cubicBezTo>
                  <a:pt x="8339796" y="3885665"/>
                  <a:pt x="8338290" y="3882136"/>
                  <a:pt x="8338290" y="3877820"/>
                </a:cubicBezTo>
                <a:cubicBezTo>
                  <a:pt x="8338290" y="3874043"/>
                  <a:pt x="8339819" y="3870671"/>
                  <a:pt x="8342876" y="3867704"/>
                </a:cubicBezTo>
                <a:cubicBezTo>
                  <a:pt x="8345843" y="3864827"/>
                  <a:pt x="8352902" y="3861904"/>
                  <a:pt x="8364052" y="3858937"/>
                </a:cubicBezTo>
                <a:cubicBezTo>
                  <a:pt x="8372234" y="3856869"/>
                  <a:pt x="8380102" y="3854486"/>
                  <a:pt x="8387655" y="3851789"/>
                </a:cubicBezTo>
                <a:close/>
                <a:moveTo>
                  <a:pt x="7425630" y="3851789"/>
                </a:moveTo>
                <a:lnTo>
                  <a:pt x="7425630" y="3860556"/>
                </a:lnTo>
                <a:cubicBezTo>
                  <a:pt x="7425630" y="3867390"/>
                  <a:pt x="7424528" y="3872942"/>
                  <a:pt x="7422325" y="3877213"/>
                </a:cubicBezTo>
                <a:cubicBezTo>
                  <a:pt x="7420122" y="3881484"/>
                  <a:pt x="7416391" y="3885103"/>
                  <a:pt x="7411131" y="3888070"/>
                </a:cubicBezTo>
                <a:cubicBezTo>
                  <a:pt x="7405871" y="3891038"/>
                  <a:pt x="7400183" y="3892521"/>
                  <a:pt x="7394069" y="3892521"/>
                </a:cubicBezTo>
                <a:cubicBezTo>
                  <a:pt x="7388224" y="3892521"/>
                  <a:pt x="7383796" y="3891150"/>
                  <a:pt x="7380784" y="3888407"/>
                </a:cubicBezTo>
                <a:cubicBezTo>
                  <a:pt x="7377772" y="3885665"/>
                  <a:pt x="7376265" y="3882136"/>
                  <a:pt x="7376265" y="3877820"/>
                </a:cubicBezTo>
                <a:cubicBezTo>
                  <a:pt x="7376265" y="3874043"/>
                  <a:pt x="7377794" y="3870671"/>
                  <a:pt x="7380851" y="3867704"/>
                </a:cubicBezTo>
                <a:cubicBezTo>
                  <a:pt x="7383818" y="3864827"/>
                  <a:pt x="7390877" y="3861904"/>
                  <a:pt x="7402027" y="3858937"/>
                </a:cubicBezTo>
                <a:cubicBezTo>
                  <a:pt x="7410209" y="3856869"/>
                  <a:pt x="7418077" y="3854486"/>
                  <a:pt x="7425630" y="3851789"/>
                </a:cubicBezTo>
                <a:close/>
                <a:moveTo>
                  <a:pt x="7130355" y="3851789"/>
                </a:moveTo>
                <a:lnTo>
                  <a:pt x="7130355" y="3860556"/>
                </a:lnTo>
                <a:cubicBezTo>
                  <a:pt x="7130355" y="3867390"/>
                  <a:pt x="7129253" y="3872942"/>
                  <a:pt x="7127050" y="3877213"/>
                </a:cubicBezTo>
                <a:cubicBezTo>
                  <a:pt x="7124847" y="3881484"/>
                  <a:pt x="7121116" y="3885103"/>
                  <a:pt x="7115856" y="3888070"/>
                </a:cubicBezTo>
                <a:cubicBezTo>
                  <a:pt x="7110596" y="3891038"/>
                  <a:pt x="7104908" y="3892521"/>
                  <a:pt x="7098794" y="3892521"/>
                </a:cubicBezTo>
                <a:cubicBezTo>
                  <a:pt x="7092949" y="3892521"/>
                  <a:pt x="7088521" y="3891150"/>
                  <a:pt x="7085509" y="3888407"/>
                </a:cubicBezTo>
                <a:cubicBezTo>
                  <a:pt x="7082496" y="3885665"/>
                  <a:pt x="7080990" y="3882136"/>
                  <a:pt x="7080990" y="3877820"/>
                </a:cubicBezTo>
                <a:cubicBezTo>
                  <a:pt x="7080990" y="3874043"/>
                  <a:pt x="7082519" y="3870671"/>
                  <a:pt x="7085576" y="3867704"/>
                </a:cubicBezTo>
                <a:cubicBezTo>
                  <a:pt x="7088543" y="3864827"/>
                  <a:pt x="7095602" y="3861904"/>
                  <a:pt x="7106752" y="3858937"/>
                </a:cubicBezTo>
                <a:cubicBezTo>
                  <a:pt x="7114934" y="3856869"/>
                  <a:pt x="7122802" y="3854486"/>
                  <a:pt x="7130355" y="3851789"/>
                </a:cubicBezTo>
                <a:close/>
                <a:moveTo>
                  <a:pt x="8170045" y="3814293"/>
                </a:moveTo>
                <a:cubicBezTo>
                  <a:pt x="8177328" y="3814293"/>
                  <a:pt x="8183353" y="3817058"/>
                  <a:pt x="8188118" y="3822588"/>
                </a:cubicBezTo>
                <a:cubicBezTo>
                  <a:pt x="8192884" y="3828118"/>
                  <a:pt x="8195266" y="3836503"/>
                  <a:pt x="8195266" y="3847742"/>
                </a:cubicBezTo>
                <a:cubicBezTo>
                  <a:pt x="8195266" y="3860151"/>
                  <a:pt x="8192929" y="3869098"/>
                  <a:pt x="8188253" y="3874583"/>
                </a:cubicBezTo>
                <a:cubicBezTo>
                  <a:pt x="8183577" y="3880068"/>
                  <a:pt x="8177733" y="3882810"/>
                  <a:pt x="8170719" y="3882810"/>
                </a:cubicBezTo>
                <a:cubicBezTo>
                  <a:pt x="8164155" y="3882810"/>
                  <a:pt x="8158648" y="3880090"/>
                  <a:pt x="8154197" y="3874650"/>
                </a:cubicBezTo>
                <a:cubicBezTo>
                  <a:pt x="8149746" y="3869210"/>
                  <a:pt x="8147521" y="3860646"/>
                  <a:pt x="8147521" y="3848956"/>
                </a:cubicBezTo>
                <a:cubicBezTo>
                  <a:pt x="8147521" y="3836458"/>
                  <a:pt x="8149679" y="3827556"/>
                  <a:pt x="8153995" y="3822251"/>
                </a:cubicBezTo>
                <a:cubicBezTo>
                  <a:pt x="8158311" y="3816946"/>
                  <a:pt x="8163661" y="3814293"/>
                  <a:pt x="8170045" y="3814293"/>
                </a:cubicBezTo>
                <a:close/>
                <a:moveTo>
                  <a:pt x="7599135" y="3814293"/>
                </a:moveTo>
                <a:cubicBezTo>
                  <a:pt x="7605340" y="3814293"/>
                  <a:pt x="7610622" y="3816946"/>
                  <a:pt x="7614983" y="3822251"/>
                </a:cubicBezTo>
                <a:cubicBezTo>
                  <a:pt x="7619344" y="3827556"/>
                  <a:pt x="7621525" y="3835873"/>
                  <a:pt x="7621525" y="3847203"/>
                </a:cubicBezTo>
                <a:cubicBezTo>
                  <a:pt x="7621525" y="3860061"/>
                  <a:pt x="7619299" y="3869210"/>
                  <a:pt x="7614848" y="3874650"/>
                </a:cubicBezTo>
                <a:cubicBezTo>
                  <a:pt x="7610398" y="3880090"/>
                  <a:pt x="7604890" y="3882810"/>
                  <a:pt x="7598326" y="3882810"/>
                </a:cubicBezTo>
                <a:cubicBezTo>
                  <a:pt x="7591223" y="3882810"/>
                  <a:pt x="7585356" y="3880045"/>
                  <a:pt x="7580725" y="3874515"/>
                </a:cubicBezTo>
                <a:cubicBezTo>
                  <a:pt x="7576094" y="3868985"/>
                  <a:pt x="7573779" y="3860061"/>
                  <a:pt x="7573779" y="3847742"/>
                </a:cubicBezTo>
                <a:cubicBezTo>
                  <a:pt x="7573779" y="3836503"/>
                  <a:pt x="7576139" y="3828118"/>
                  <a:pt x="7580860" y="3822588"/>
                </a:cubicBezTo>
                <a:cubicBezTo>
                  <a:pt x="7585580" y="3817058"/>
                  <a:pt x="7591672" y="3814293"/>
                  <a:pt x="7599135" y="3814293"/>
                </a:cubicBezTo>
                <a:close/>
                <a:moveTo>
                  <a:pt x="9827934" y="3813079"/>
                </a:moveTo>
                <a:cubicBezTo>
                  <a:pt x="9834948" y="3813079"/>
                  <a:pt x="9840882" y="3815844"/>
                  <a:pt x="9845738" y="3821374"/>
                </a:cubicBezTo>
                <a:cubicBezTo>
                  <a:pt x="9850593" y="3826904"/>
                  <a:pt x="9853021" y="3834885"/>
                  <a:pt x="9853021" y="3845315"/>
                </a:cubicBezTo>
                <a:cubicBezTo>
                  <a:pt x="9853021" y="3855745"/>
                  <a:pt x="9850706" y="3863546"/>
                  <a:pt x="9846075" y="3868716"/>
                </a:cubicBezTo>
                <a:cubicBezTo>
                  <a:pt x="9841444" y="3873886"/>
                  <a:pt x="9835712" y="3876471"/>
                  <a:pt x="9828878" y="3876471"/>
                </a:cubicBezTo>
                <a:cubicBezTo>
                  <a:pt x="9821685" y="3876471"/>
                  <a:pt x="9815885" y="3873976"/>
                  <a:pt x="9811479" y="3868985"/>
                </a:cubicBezTo>
                <a:cubicBezTo>
                  <a:pt x="9807073" y="3863995"/>
                  <a:pt x="9804870" y="3856330"/>
                  <a:pt x="9804870" y="3845989"/>
                </a:cubicBezTo>
                <a:cubicBezTo>
                  <a:pt x="9804870" y="3834210"/>
                  <a:pt x="9806961" y="3825780"/>
                  <a:pt x="9811142" y="3820700"/>
                </a:cubicBezTo>
                <a:cubicBezTo>
                  <a:pt x="9815323" y="3815620"/>
                  <a:pt x="9820920" y="3813079"/>
                  <a:pt x="9827934" y="3813079"/>
                </a:cubicBezTo>
                <a:close/>
                <a:moveTo>
                  <a:pt x="10499944" y="3805796"/>
                </a:moveTo>
                <a:cubicBezTo>
                  <a:pt x="10507498" y="3805796"/>
                  <a:pt x="10513590" y="3808089"/>
                  <a:pt x="10518220" y="3812675"/>
                </a:cubicBezTo>
                <a:cubicBezTo>
                  <a:pt x="10522850" y="3817261"/>
                  <a:pt x="10525706" y="3824859"/>
                  <a:pt x="10526784" y="3835469"/>
                </a:cubicBezTo>
                <a:lnTo>
                  <a:pt x="10472700" y="3835469"/>
                </a:lnTo>
                <a:cubicBezTo>
                  <a:pt x="10473599" y="3826927"/>
                  <a:pt x="10475712" y="3820498"/>
                  <a:pt x="10479038" y="3816182"/>
                </a:cubicBezTo>
                <a:cubicBezTo>
                  <a:pt x="10484254" y="3809258"/>
                  <a:pt x="10491222" y="3805796"/>
                  <a:pt x="10499944" y="3805796"/>
                </a:cubicBezTo>
                <a:close/>
                <a:moveTo>
                  <a:pt x="10023694" y="3805796"/>
                </a:moveTo>
                <a:cubicBezTo>
                  <a:pt x="10031247" y="3805796"/>
                  <a:pt x="10037339" y="3808089"/>
                  <a:pt x="10041970" y="3812675"/>
                </a:cubicBezTo>
                <a:cubicBezTo>
                  <a:pt x="10046600" y="3817261"/>
                  <a:pt x="10049456" y="3824859"/>
                  <a:pt x="10050534" y="3835469"/>
                </a:cubicBezTo>
                <a:lnTo>
                  <a:pt x="9996450" y="3835469"/>
                </a:lnTo>
                <a:cubicBezTo>
                  <a:pt x="9997348" y="3826927"/>
                  <a:pt x="9999462" y="3820498"/>
                  <a:pt x="10002788" y="3816182"/>
                </a:cubicBezTo>
                <a:cubicBezTo>
                  <a:pt x="10008004" y="3809258"/>
                  <a:pt x="10014972" y="3805796"/>
                  <a:pt x="10023694" y="3805796"/>
                </a:cubicBezTo>
                <a:close/>
                <a:moveTo>
                  <a:pt x="7890094" y="3805796"/>
                </a:moveTo>
                <a:cubicBezTo>
                  <a:pt x="7897648" y="3805796"/>
                  <a:pt x="7903739" y="3808089"/>
                  <a:pt x="7908370" y="3812675"/>
                </a:cubicBezTo>
                <a:cubicBezTo>
                  <a:pt x="7913001" y="3817261"/>
                  <a:pt x="7915856" y="3824859"/>
                  <a:pt x="7916935" y="3835469"/>
                </a:cubicBezTo>
                <a:lnTo>
                  <a:pt x="7862850" y="3835469"/>
                </a:lnTo>
                <a:cubicBezTo>
                  <a:pt x="7863749" y="3826927"/>
                  <a:pt x="7865862" y="3820498"/>
                  <a:pt x="7869189" y="3816182"/>
                </a:cubicBezTo>
                <a:cubicBezTo>
                  <a:pt x="7874404" y="3809258"/>
                  <a:pt x="7881373" y="3805796"/>
                  <a:pt x="7890094" y="3805796"/>
                </a:cubicBezTo>
                <a:close/>
                <a:moveTo>
                  <a:pt x="10717014" y="3773291"/>
                </a:moveTo>
                <a:cubicBezTo>
                  <a:pt x="10705775" y="3773291"/>
                  <a:pt x="10696244" y="3775337"/>
                  <a:pt x="10688421" y="3779428"/>
                </a:cubicBezTo>
                <a:cubicBezTo>
                  <a:pt x="10680598" y="3783519"/>
                  <a:pt x="10672866" y="3790331"/>
                  <a:pt x="10665222" y="3799862"/>
                </a:cubicBezTo>
                <a:lnTo>
                  <a:pt x="10665222" y="3776528"/>
                </a:lnTo>
                <a:lnTo>
                  <a:pt x="10614104" y="3776528"/>
                </a:lnTo>
                <a:lnTo>
                  <a:pt x="10614104" y="3919766"/>
                </a:lnTo>
                <a:lnTo>
                  <a:pt x="10668999" y="3919766"/>
                </a:lnTo>
                <a:lnTo>
                  <a:pt x="10668999" y="3850980"/>
                </a:lnTo>
                <a:cubicBezTo>
                  <a:pt x="10668999" y="3837942"/>
                  <a:pt x="10671068" y="3828905"/>
                  <a:pt x="10675204" y="3823870"/>
                </a:cubicBezTo>
                <a:cubicBezTo>
                  <a:pt x="10679340" y="3818834"/>
                  <a:pt x="10684734" y="3816317"/>
                  <a:pt x="10691388" y="3816317"/>
                </a:cubicBezTo>
                <a:cubicBezTo>
                  <a:pt x="10697412" y="3816317"/>
                  <a:pt x="10702088" y="3818182"/>
                  <a:pt x="10705416" y="3821914"/>
                </a:cubicBezTo>
                <a:cubicBezTo>
                  <a:pt x="10708742" y="3825646"/>
                  <a:pt x="10710406" y="3832007"/>
                  <a:pt x="10710406" y="3840999"/>
                </a:cubicBezTo>
                <a:lnTo>
                  <a:pt x="10710406" y="3919766"/>
                </a:lnTo>
                <a:lnTo>
                  <a:pt x="10765570" y="3919766"/>
                </a:lnTo>
                <a:lnTo>
                  <a:pt x="10765570" y="3828725"/>
                </a:lnTo>
                <a:cubicBezTo>
                  <a:pt x="10765570" y="3809842"/>
                  <a:pt x="10761276" y="3795883"/>
                  <a:pt x="10752690" y="3786846"/>
                </a:cubicBezTo>
                <a:cubicBezTo>
                  <a:pt x="10744102" y="3777810"/>
                  <a:pt x="10732210" y="3773291"/>
                  <a:pt x="10717014" y="3773291"/>
                </a:cubicBezTo>
                <a:close/>
                <a:moveTo>
                  <a:pt x="10497652" y="3773291"/>
                </a:moveTo>
                <a:cubicBezTo>
                  <a:pt x="10472385" y="3773291"/>
                  <a:pt x="10452580" y="3780215"/>
                  <a:pt x="10438238" y="3794062"/>
                </a:cubicBezTo>
                <a:cubicBezTo>
                  <a:pt x="10423897" y="3807909"/>
                  <a:pt x="10416726" y="3826028"/>
                  <a:pt x="10416726" y="3848417"/>
                </a:cubicBezTo>
                <a:cubicBezTo>
                  <a:pt x="10416726" y="3864153"/>
                  <a:pt x="10420300" y="3877842"/>
                  <a:pt x="10427448" y="3889486"/>
                </a:cubicBezTo>
                <a:cubicBezTo>
                  <a:pt x="10434597" y="3901131"/>
                  <a:pt x="10443612" y="3909628"/>
                  <a:pt x="10454491" y="3914978"/>
                </a:cubicBezTo>
                <a:cubicBezTo>
                  <a:pt x="10465372" y="3920328"/>
                  <a:pt x="10480298" y="3923003"/>
                  <a:pt x="10499270" y="3923003"/>
                </a:cubicBezTo>
                <a:cubicBezTo>
                  <a:pt x="10521120" y="3923003"/>
                  <a:pt x="10537890" y="3919879"/>
                  <a:pt x="10549578" y="3913629"/>
                </a:cubicBezTo>
                <a:cubicBezTo>
                  <a:pt x="10561268" y="3907380"/>
                  <a:pt x="10571248" y="3897062"/>
                  <a:pt x="10579521" y="3882675"/>
                </a:cubicBezTo>
                <a:lnTo>
                  <a:pt x="10525436" y="3877685"/>
                </a:lnTo>
                <a:cubicBezTo>
                  <a:pt x="10522019" y="3882001"/>
                  <a:pt x="10518827" y="3885013"/>
                  <a:pt x="10515860" y="3886722"/>
                </a:cubicBezTo>
                <a:cubicBezTo>
                  <a:pt x="10511004" y="3889419"/>
                  <a:pt x="10505879" y="3890768"/>
                  <a:pt x="10500484" y="3890768"/>
                </a:cubicBezTo>
                <a:cubicBezTo>
                  <a:pt x="10491942" y="3890768"/>
                  <a:pt x="10485018" y="3887666"/>
                  <a:pt x="10479713" y="3881461"/>
                </a:cubicBezTo>
                <a:cubicBezTo>
                  <a:pt x="10475936" y="3877145"/>
                  <a:pt x="10473554" y="3870582"/>
                  <a:pt x="10472564" y="3861770"/>
                </a:cubicBezTo>
                <a:lnTo>
                  <a:pt x="10582623" y="3861770"/>
                </a:lnTo>
                <a:lnTo>
                  <a:pt x="10582623" y="3855565"/>
                </a:lnTo>
                <a:cubicBezTo>
                  <a:pt x="10582623" y="3836683"/>
                  <a:pt x="10579521" y="3821352"/>
                  <a:pt x="10573316" y="3809573"/>
                </a:cubicBezTo>
                <a:cubicBezTo>
                  <a:pt x="10567112" y="3797794"/>
                  <a:pt x="10558076" y="3788802"/>
                  <a:pt x="10546206" y="3782598"/>
                </a:cubicBezTo>
                <a:cubicBezTo>
                  <a:pt x="10534338" y="3776393"/>
                  <a:pt x="10518152" y="3773291"/>
                  <a:pt x="10497652" y="3773291"/>
                </a:cubicBezTo>
                <a:close/>
                <a:moveTo>
                  <a:pt x="10239083" y="3773291"/>
                </a:moveTo>
                <a:cubicBezTo>
                  <a:pt x="10228457" y="3773291"/>
                  <a:pt x="10219385" y="3775135"/>
                  <a:pt x="10211866" y="3778821"/>
                </a:cubicBezTo>
                <a:cubicBezTo>
                  <a:pt x="10204348" y="3782508"/>
                  <a:pt x="10196896" y="3788712"/>
                  <a:pt x="10189512" y="3797434"/>
                </a:cubicBezTo>
                <a:lnTo>
                  <a:pt x="10189512" y="3776528"/>
                </a:lnTo>
                <a:lnTo>
                  <a:pt x="10138259" y="3776528"/>
                </a:lnTo>
                <a:lnTo>
                  <a:pt x="10138259" y="3919766"/>
                </a:lnTo>
                <a:lnTo>
                  <a:pt x="10193288" y="3919766"/>
                </a:lnTo>
                <a:lnTo>
                  <a:pt x="10193288" y="3846663"/>
                </a:lnTo>
                <a:cubicBezTo>
                  <a:pt x="10193288" y="3835784"/>
                  <a:pt x="10195319" y="3827961"/>
                  <a:pt x="10199379" y="3823195"/>
                </a:cubicBezTo>
                <a:cubicBezTo>
                  <a:pt x="10203440" y="3818430"/>
                  <a:pt x="10208628" y="3816047"/>
                  <a:pt x="10214944" y="3816047"/>
                </a:cubicBezTo>
                <a:cubicBezTo>
                  <a:pt x="10218824" y="3816047"/>
                  <a:pt x="10222206" y="3817148"/>
                  <a:pt x="10225094" y="3819351"/>
                </a:cubicBezTo>
                <a:cubicBezTo>
                  <a:pt x="10227981" y="3821554"/>
                  <a:pt x="10230011" y="3824454"/>
                  <a:pt x="10231184" y="3828051"/>
                </a:cubicBezTo>
                <a:cubicBezTo>
                  <a:pt x="10231906" y="3830299"/>
                  <a:pt x="10232268" y="3834570"/>
                  <a:pt x="10232268" y="3840864"/>
                </a:cubicBezTo>
                <a:lnTo>
                  <a:pt x="10232268" y="3919766"/>
                </a:lnTo>
                <a:lnTo>
                  <a:pt x="10287297" y="3919766"/>
                </a:lnTo>
                <a:lnTo>
                  <a:pt x="10287297" y="3845854"/>
                </a:lnTo>
                <a:cubicBezTo>
                  <a:pt x="10287297" y="3835514"/>
                  <a:pt x="10289268" y="3828006"/>
                  <a:pt x="10293211" y="3823330"/>
                </a:cubicBezTo>
                <a:cubicBezTo>
                  <a:pt x="10297154" y="3818654"/>
                  <a:pt x="10302352" y="3816317"/>
                  <a:pt x="10308803" y="3816317"/>
                </a:cubicBezTo>
                <a:cubicBezTo>
                  <a:pt x="10314268" y="3816317"/>
                  <a:pt x="10318838" y="3818789"/>
                  <a:pt x="10322512" y="3823735"/>
                </a:cubicBezTo>
                <a:cubicBezTo>
                  <a:pt x="10325021" y="3826882"/>
                  <a:pt x="10326276" y="3831692"/>
                  <a:pt x="10326276" y="3838166"/>
                </a:cubicBezTo>
                <a:lnTo>
                  <a:pt x="10326276" y="3919766"/>
                </a:lnTo>
                <a:lnTo>
                  <a:pt x="10381305" y="3919766"/>
                </a:lnTo>
                <a:lnTo>
                  <a:pt x="10381305" y="3829804"/>
                </a:lnTo>
                <a:cubicBezTo>
                  <a:pt x="10381305" y="3810382"/>
                  <a:pt x="10376995" y="3796108"/>
                  <a:pt x="10368374" y="3786981"/>
                </a:cubicBezTo>
                <a:cubicBezTo>
                  <a:pt x="10359755" y="3777855"/>
                  <a:pt x="10347767" y="3773291"/>
                  <a:pt x="10332412" y="3773291"/>
                </a:cubicBezTo>
                <a:cubicBezTo>
                  <a:pt x="10321996" y="3773291"/>
                  <a:pt x="10313241" y="3774977"/>
                  <a:pt x="10306148" y="3778349"/>
                </a:cubicBezTo>
                <a:cubicBezTo>
                  <a:pt x="10299054" y="3781721"/>
                  <a:pt x="10291197" y="3788083"/>
                  <a:pt x="10282576" y="3797434"/>
                </a:cubicBezTo>
                <a:cubicBezTo>
                  <a:pt x="10278344" y="3789432"/>
                  <a:pt x="10272896" y="3783407"/>
                  <a:pt x="10266233" y="3779361"/>
                </a:cubicBezTo>
                <a:cubicBezTo>
                  <a:pt x="10259569" y="3775314"/>
                  <a:pt x="10250520" y="3773291"/>
                  <a:pt x="10239083" y="3773291"/>
                </a:cubicBezTo>
                <a:close/>
                <a:moveTo>
                  <a:pt x="10021402" y="3773291"/>
                </a:moveTo>
                <a:cubicBezTo>
                  <a:pt x="9996134" y="3773291"/>
                  <a:pt x="9976330" y="3780215"/>
                  <a:pt x="9961989" y="3794062"/>
                </a:cubicBezTo>
                <a:cubicBezTo>
                  <a:pt x="9947647" y="3807909"/>
                  <a:pt x="9940476" y="3826028"/>
                  <a:pt x="9940476" y="3848417"/>
                </a:cubicBezTo>
                <a:cubicBezTo>
                  <a:pt x="9940476" y="3864153"/>
                  <a:pt x="9944050" y="3877842"/>
                  <a:pt x="9951199" y="3889486"/>
                </a:cubicBezTo>
                <a:cubicBezTo>
                  <a:pt x="9958347" y="3901131"/>
                  <a:pt x="9967361" y="3909628"/>
                  <a:pt x="9978241" y="3914978"/>
                </a:cubicBezTo>
                <a:cubicBezTo>
                  <a:pt x="9989121" y="3920328"/>
                  <a:pt x="10004047" y="3923003"/>
                  <a:pt x="10023020" y="3923003"/>
                </a:cubicBezTo>
                <a:cubicBezTo>
                  <a:pt x="10044870" y="3923003"/>
                  <a:pt x="10061639" y="3919879"/>
                  <a:pt x="10073328" y="3913629"/>
                </a:cubicBezTo>
                <a:cubicBezTo>
                  <a:pt x="10085018" y="3907380"/>
                  <a:pt x="10094998" y="3897062"/>
                  <a:pt x="10103271" y="3882675"/>
                </a:cubicBezTo>
                <a:lnTo>
                  <a:pt x="10049186" y="3877685"/>
                </a:lnTo>
                <a:cubicBezTo>
                  <a:pt x="10045769" y="3882001"/>
                  <a:pt x="10042577" y="3885013"/>
                  <a:pt x="10039610" y="3886722"/>
                </a:cubicBezTo>
                <a:cubicBezTo>
                  <a:pt x="10034754" y="3889419"/>
                  <a:pt x="10029629" y="3890768"/>
                  <a:pt x="10024234" y="3890768"/>
                </a:cubicBezTo>
                <a:cubicBezTo>
                  <a:pt x="10015692" y="3890768"/>
                  <a:pt x="10008768" y="3887666"/>
                  <a:pt x="10003463" y="3881461"/>
                </a:cubicBezTo>
                <a:cubicBezTo>
                  <a:pt x="9999686" y="3877145"/>
                  <a:pt x="9997304" y="3870582"/>
                  <a:pt x="9996314" y="3861770"/>
                </a:cubicBezTo>
                <a:lnTo>
                  <a:pt x="10106373" y="3861770"/>
                </a:lnTo>
                <a:lnTo>
                  <a:pt x="10106373" y="3855565"/>
                </a:lnTo>
                <a:cubicBezTo>
                  <a:pt x="10106373" y="3836683"/>
                  <a:pt x="10103271" y="3821352"/>
                  <a:pt x="10097066" y="3809573"/>
                </a:cubicBezTo>
                <a:cubicBezTo>
                  <a:pt x="10090862" y="3797794"/>
                  <a:pt x="10081826" y="3788802"/>
                  <a:pt x="10069956" y="3782598"/>
                </a:cubicBezTo>
                <a:cubicBezTo>
                  <a:pt x="10058088" y="3776393"/>
                  <a:pt x="10041902" y="3773291"/>
                  <a:pt x="10021402" y="3773291"/>
                </a:cubicBezTo>
                <a:close/>
                <a:moveTo>
                  <a:pt x="9808647" y="3773291"/>
                </a:moveTo>
                <a:cubicBezTo>
                  <a:pt x="9791203" y="3773291"/>
                  <a:pt x="9777086" y="3779136"/>
                  <a:pt x="9766296" y="3790825"/>
                </a:cubicBezTo>
                <a:cubicBezTo>
                  <a:pt x="9755506" y="3802514"/>
                  <a:pt x="9750111" y="3819509"/>
                  <a:pt x="9750111" y="3841808"/>
                </a:cubicBezTo>
                <a:cubicBezTo>
                  <a:pt x="9750111" y="3861320"/>
                  <a:pt x="9754292" y="3877010"/>
                  <a:pt x="9762654" y="3888880"/>
                </a:cubicBezTo>
                <a:cubicBezTo>
                  <a:pt x="9774433" y="3905604"/>
                  <a:pt x="9789899" y="3913966"/>
                  <a:pt x="9809052" y="3913966"/>
                </a:cubicBezTo>
                <a:cubicBezTo>
                  <a:pt x="9818852" y="3913966"/>
                  <a:pt x="9827979" y="3911719"/>
                  <a:pt x="9836431" y="3907223"/>
                </a:cubicBezTo>
                <a:cubicBezTo>
                  <a:pt x="9841826" y="3904345"/>
                  <a:pt x="9847221" y="3899715"/>
                  <a:pt x="9852616" y="3893330"/>
                </a:cubicBezTo>
                <a:lnTo>
                  <a:pt x="9852616" y="3915045"/>
                </a:lnTo>
                <a:cubicBezTo>
                  <a:pt x="9852616" y="3925566"/>
                  <a:pt x="9850661" y="3932939"/>
                  <a:pt x="9846749" y="3937165"/>
                </a:cubicBezTo>
                <a:cubicBezTo>
                  <a:pt x="9842838" y="3941391"/>
                  <a:pt x="9836926" y="3943504"/>
                  <a:pt x="9829013" y="3943504"/>
                </a:cubicBezTo>
                <a:cubicBezTo>
                  <a:pt x="9822899" y="3943504"/>
                  <a:pt x="9817818" y="3942111"/>
                  <a:pt x="9813772" y="3939323"/>
                </a:cubicBezTo>
                <a:cubicBezTo>
                  <a:pt x="9810984" y="3937435"/>
                  <a:pt x="9808917" y="3934018"/>
                  <a:pt x="9807568" y="3929072"/>
                </a:cubicBezTo>
                <a:lnTo>
                  <a:pt x="9754292" y="3923003"/>
                </a:lnTo>
                <a:cubicBezTo>
                  <a:pt x="9754112" y="3926060"/>
                  <a:pt x="9754022" y="3928488"/>
                  <a:pt x="9754022" y="3930286"/>
                </a:cubicBezTo>
                <a:cubicBezTo>
                  <a:pt x="9754022" y="3944763"/>
                  <a:pt x="9759395" y="3956317"/>
                  <a:pt x="9770140" y="3964949"/>
                </a:cubicBezTo>
                <a:cubicBezTo>
                  <a:pt x="9780885" y="3973581"/>
                  <a:pt x="9800644" y="3977897"/>
                  <a:pt x="9829418" y="3977897"/>
                </a:cubicBezTo>
                <a:cubicBezTo>
                  <a:pt x="9842006" y="3977897"/>
                  <a:pt x="9853178" y="3976774"/>
                  <a:pt x="9862934" y="3974525"/>
                </a:cubicBezTo>
                <a:cubicBezTo>
                  <a:pt x="9872690" y="3972278"/>
                  <a:pt x="9880738" y="3968636"/>
                  <a:pt x="9887077" y="3963601"/>
                </a:cubicBezTo>
                <a:cubicBezTo>
                  <a:pt x="9893416" y="3958565"/>
                  <a:pt x="9898496" y="3951979"/>
                  <a:pt x="9902318" y="3943841"/>
                </a:cubicBezTo>
                <a:cubicBezTo>
                  <a:pt x="9906139" y="3935704"/>
                  <a:pt x="9908050" y="3927139"/>
                  <a:pt x="9908050" y="3918148"/>
                </a:cubicBezTo>
                <a:lnTo>
                  <a:pt x="9907915" y="3911808"/>
                </a:lnTo>
                <a:lnTo>
                  <a:pt x="9907915" y="3776528"/>
                </a:lnTo>
                <a:lnTo>
                  <a:pt x="9856528" y="3776528"/>
                </a:lnTo>
                <a:lnTo>
                  <a:pt x="9856528" y="3797704"/>
                </a:lnTo>
                <a:cubicBezTo>
                  <a:pt x="9850233" y="3788982"/>
                  <a:pt x="9843467" y="3782733"/>
                  <a:pt x="9836229" y="3778956"/>
                </a:cubicBezTo>
                <a:cubicBezTo>
                  <a:pt x="9828990" y="3775179"/>
                  <a:pt x="9819796" y="3773291"/>
                  <a:pt x="9808647" y="3773291"/>
                </a:cubicBezTo>
                <a:close/>
                <a:moveTo>
                  <a:pt x="9637974" y="3773291"/>
                </a:moveTo>
                <a:cubicBezTo>
                  <a:pt x="9627723" y="3773291"/>
                  <a:pt x="9618192" y="3774056"/>
                  <a:pt x="9609380" y="3775584"/>
                </a:cubicBezTo>
                <a:cubicBezTo>
                  <a:pt x="9600568" y="3777113"/>
                  <a:pt x="9593645" y="3779271"/>
                  <a:pt x="9588609" y="3782058"/>
                </a:cubicBezTo>
                <a:cubicBezTo>
                  <a:pt x="9581596" y="3785925"/>
                  <a:pt x="9576223" y="3790488"/>
                  <a:pt x="9572492" y="3795748"/>
                </a:cubicBezTo>
                <a:cubicBezTo>
                  <a:pt x="9568760" y="3801008"/>
                  <a:pt x="9565905" y="3808224"/>
                  <a:pt x="9563927" y="3817396"/>
                </a:cubicBezTo>
                <a:lnTo>
                  <a:pt x="9616394" y="3822925"/>
                </a:lnTo>
                <a:cubicBezTo>
                  <a:pt x="9618552" y="3816721"/>
                  <a:pt x="9621384" y="3812495"/>
                  <a:pt x="9624891" y="3810247"/>
                </a:cubicBezTo>
                <a:cubicBezTo>
                  <a:pt x="9629387" y="3807370"/>
                  <a:pt x="9636130" y="3805931"/>
                  <a:pt x="9645122" y="3805931"/>
                </a:cubicBezTo>
                <a:cubicBezTo>
                  <a:pt x="9652136" y="3805931"/>
                  <a:pt x="9657036" y="3807280"/>
                  <a:pt x="9659824" y="3809977"/>
                </a:cubicBezTo>
                <a:cubicBezTo>
                  <a:pt x="9662611" y="3812675"/>
                  <a:pt x="9664004" y="3817396"/>
                  <a:pt x="9664004" y="3824139"/>
                </a:cubicBezTo>
                <a:cubicBezTo>
                  <a:pt x="9657171" y="3826837"/>
                  <a:pt x="9650697" y="3829017"/>
                  <a:pt x="9644582" y="3830681"/>
                </a:cubicBezTo>
                <a:cubicBezTo>
                  <a:pt x="9638468" y="3832344"/>
                  <a:pt x="9625116" y="3835244"/>
                  <a:pt x="9604524" y="3839380"/>
                </a:cubicBezTo>
                <a:cubicBezTo>
                  <a:pt x="9587350" y="3842797"/>
                  <a:pt x="9575571" y="3848012"/>
                  <a:pt x="9569187" y="3855026"/>
                </a:cubicBezTo>
                <a:cubicBezTo>
                  <a:pt x="9562803" y="3862039"/>
                  <a:pt x="9559611" y="3870986"/>
                  <a:pt x="9559611" y="3881866"/>
                </a:cubicBezTo>
                <a:cubicBezTo>
                  <a:pt x="9559611" y="3893465"/>
                  <a:pt x="9564040" y="3903221"/>
                  <a:pt x="9572896" y="3911134"/>
                </a:cubicBezTo>
                <a:cubicBezTo>
                  <a:pt x="9581753" y="3919047"/>
                  <a:pt x="9594724" y="3923003"/>
                  <a:pt x="9611808" y="3923003"/>
                </a:cubicBezTo>
                <a:cubicBezTo>
                  <a:pt x="9624666" y="3923003"/>
                  <a:pt x="9635950" y="3921025"/>
                  <a:pt x="9645662" y="3917068"/>
                </a:cubicBezTo>
                <a:cubicBezTo>
                  <a:pt x="9652765" y="3914101"/>
                  <a:pt x="9659913" y="3909156"/>
                  <a:pt x="9667107" y="3902232"/>
                </a:cubicBezTo>
                <a:cubicBezTo>
                  <a:pt x="9667736" y="3906369"/>
                  <a:pt x="9668366" y="3909403"/>
                  <a:pt x="9668995" y="3911336"/>
                </a:cubicBezTo>
                <a:cubicBezTo>
                  <a:pt x="9669624" y="3913270"/>
                  <a:pt x="9670973" y="3916080"/>
                  <a:pt x="9673041" y="3919766"/>
                </a:cubicBezTo>
                <a:lnTo>
                  <a:pt x="9724564" y="3919766"/>
                </a:lnTo>
                <a:cubicBezTo>
                  <a:pt x="9721686" y="3913831"/>
                  <a:pt x="9719821" y="3908954"/>
                  <a:pt x="9718966" y="3905132"/>
                </a:cubicBezTo>
                <a:cubicBezTo>
                  <a:pt x="9718112" y="3901311"/>
                  <a:pt x="9717685" y="3896028"/>
                  <a:pt x="9717685" y="3889284"/>
                </a:cubicBezTo>
                <a:lnTo>
                  <a:pt x="9717685" y="3826028"/>
                </a:lnTo>
                <a:cubicBezTo>
                  <a:pt x="9717685" y="3819284"/>
                  <a:pt x="9716336" y="3812203"/>
                  <a:pt x="9713639" y="3804785"/>
                </a:cubicBezTo>
                <a:cubicBezTo>
                  <a:pt x="9710941" y="3797367"/>
                  <a:pt x="9707254" y="3791634"/>
                  <a:pt x="9702579" y="3787588"/>
                </a:cubicBezTo>
                <a:cubicBezTo>
                  <a:pt x="9695925" y="3781744"/>
                  <a:pt x="9687608" y="3777900"/>
                  <a:pt x="9677627" y="3776056"/>
                </a:cubicBezTo>
                <a:cubicBezTo>
                  <a:pt x="9667646" y="3774213"/>
                  <a:pt x="9654428" y="3773291"/>
                  <a:pt x="9637974" y="3773291"/>
                </a:cubicBezTo>
                <a:close/>
                <a:moveTo>
                  <a:pt x="9478765" y="3773291"/>
                </a:moveTo>
                <a:cubicBezTo>
                  <a:pt x="9467525" y="3773291"/>
                  <a:pt x="9457994" y="3775337"/>
                  <a:pt x="9450171" y="3779428"/>
                </a:cubicBezTo>
                <a:cubicBezTo>
                  <a:pt x="9442348" y="3783519"/>
                  <a:pt x="9434616" y="3790331"/>
                  <a:pt x="9426972" y="3799862"/>
                </a:cubicBezTo>
                <a:lnTo>
                  <a:pt x="9426972" y="3776528"/>
                </a:lnTo>
                <a:lnTo>
                  <a:pt x="9375855" y="3776528"/>
                </a:lnTo>
                <a:lnTo>
                  <a:pt x="9375855" y="3919766"/>
                </a:lnTo>
                <a:lnTo>
                  <a:pt x="9430749" y="3919766"/>
                </a:lnTo>
                <a:lnTo>
                  <a:pt x="9430749" y="3850980"/>
                </a:lnTo>
                <a:cubicBezTo>
                  <a:pt x="9430749" y="3837942"/>
                  <a:pt x="9432817" y="3828905"/>
                  <a:pt x="9436953" y="3823870"/>
                </a:cubicBezTo>
                <a:cubicBezTo>
                  <a:pt x="9441090" y="3818834"/>
                  <a:pt x="9446484" y="3816317"/>
                  <a:pt x="9453138" y="3816317"/>
                </a:cubicBezTo>
                <a:cubicBezTo>
                  <a:pt x="9459163" y="3816317"/>
                  <a:pt x="9463838" y="3818182"/>
                  <a:pt x="9467166" y="3821914"/>
                </a:cubicBezTo>
                <a:cubicBezTo>
                  <a:pt x="9470492" y="3825646"/>
                  <a:pt x="9472156" y="3832007"/>
                  <a:pt x="9472156" y="3840999"/>
                </a:cubicBezTo>
                <a:lnTo>
                  <a:pt x="9472156" y="3919766"/>
                </a:lnTo>
                <a:lnTo>
                  <a:pt x="9527320" y="3919766"/>
                </a:lnTo>
                <a:lnTo>
                  <a:pt x="9527320" y="3828725"/>
                </a:lnTo>
                <a:cubicBezTo>
                  <a:pt x="9527320" y="3809842"/>
                  <a:pt x="9523026" y="3795883"/>
                  <a:pt x="9514439" y="3786846"/>
                </a:cubicBezTo>
                <a:cubicBezTo>
                  <a:pt x="9505852" y="3777810"/>
                  <a:pt x="9493960" y="3773291"/>
                  <a:pt x="9478765" y="3773291"/>
                </a:cubicBezTo>
                <a:close/>
                <a:moveTo>
                  <a:pt x="9256974" y="3773291"/>
                </a:moveTo>
                <a:cubicBezTo>
                  <a:pt x="9246723" y="3773291"/>
                  <a:pt x="9237192" y="3774056"/>
                  <a:pt x="9228380" y="3775584"/>
                </a:cubicBezTo>
                <a:cubicBezTo>
                  <a:pt x="9219568" y="3777113"/>
                  <a:pt x="9212645" y="3779271"/>
                  <a:pt x="9207609" y="3782058"/>
                </a:cubicBezTo>
                <a:cubicBezTo>
                  <a:pt x="9200596" y="3785925"/>
                  <a:pt x="9195223" y="3790488"/>
                  <a:pt x="9191492" y="3795748"/>
                </a:cubicBezTo>
                <a:cubicBezTo>
                  <a:pt x="9187760" y="3801008"/>
                  <a:pt x="9184905" y="3808224"/>
                  <a:pt x="9182927" y="3817396"/>
                </a:cubicBezTo>
                <a:lnTo>
                  <a:pt x="9235394" y="3822925"/>
                </a:lnTo>
                <a:cubicBezTo>
                  <a:pt x="9237552" y="3816721"/>
                  <a:pt x="9240384" y="3812495"/>
                  <a:pt x="9243891" y="3810247"/>
                </a:cubicBezTo>
                <a:cubicBezTo>
                  <a:pt x="9248387" y="3807370"/>
                  <a:pt x="9255130" y="3805931"/>
                  <a:pt x="9264122" y="3805931"/>
                </a:cubicBezTo>
                <a:cubicBezTo>
                  <a:pt x="9271136" y="3805931"/>
                  <a:pt x="9276036" y="3807280"/>
                  <a:pt x="9278824" y="3809977"/>
                </a:cubicBezTo>
                <a:cubicBezTo>
                  <a:pt x="9281611" y="3812675"/>
                  <a:pt x="9283004" y="3817396"/>
                  <a:pt x="9283004" y="3824139"/>
                </a:cubicBezTo>
                <a:cubicBezTo>
                  <a:pt x="9276171" y="3826837"/>
                  <a:pt x="9269697" y="3829017"/>
                  <a:pt x="9263582" y="3830681"/>
                </a:cubicBezTo>
                <a:cubicBezTo>
                  <a:pt x="9257468" y="3832344"/>
                  <a:pt x="9244116" y="3835244"/>
                  <a:pt x="9223524" y="3839380"/>
                </a:cubicBezTo>
                <a:cubicBezTo>
                  <a:pt x="9206350" y="3842797"/>
                  <a:pt x="9194571" y="3848012"/>
                  <a:pt x="9188187" y="3855026"/>
                </a:cubicBezTo>
                <a:cubicBezTo>
                  <a:pt x="9181803" y="3862039"/>
                  <a:pt x="9178611" y="3870986"/>
                  <a:pt x="9178611" y="3881866"/>
                </a:cubicBezTo>
                <a:cubicBezTo>
                  <a:pt x="9178611" y="3893465"/>
                  <a:pt x="9183040" y="3903221"/>
                  <a:pt x="9191896" y="3911134"/>
                </a:cubicBezTo>
                <a:cubicBezTo>
                  <a:pt x="9200753" y="3919047"/>
                  <a:pt x="9213724" y="3923003"/>
                  <a:pt x="9230808" y="3923003"/>
                </a:cubicBezTo>
                <a:cubicBezTo>
                  <a:pt x="9243666" y="3923003"/>
                  <a:pt x="9254950" y="3921025"/>
                  <a:pt x="9264662" y="3917068"/>
                </a:cubicBezTo>
                <a:cubicBezTo>
                  <a:pt x="9271765" y="3914101"/>
                  <a:pt x="9278913" y="3909156"/>
                  <a:pt x="9286107" y="3902232"/>
                </a:cubicBezTo>
                <a:cubicBezTo>
                  <a:pt x="9286736" y="3906369"/>
                  <a:pt x="9287366" y="3909403"/>
                  <a:pt x="9287995" y="3911336"/>
                </a:cubicBezTo>
                <a:cubicBezTo>
                  <a:pt x="9288624" y="3913270"/>
                  <a:pt x="9289973" y="3916080"/>
                  <a:pt x="9292041" y="3919766"/>
                </a:cubicBezTo>
                <a:lnTo>
                  <a:pt x="9343564" y="3919766"/>
                </a:lnTo>
                <a:cubicBezTo>
                  <a:pt x="9340686" y="3913831"/>
                  <a:pt x="9338821" y="3908954"/>
                  <a:pt x="9337966" y="3905132"/>
                </a:cubicBezTo>
                <a:cubicBezTo>
                  <a:pt x="9337112" y="3901311"/>
                  <a:pt x="9336685" y="3896028"/>
                  <a:pt x="9336685" y="3889284"/>
                </a:cubicBezTo>
                <a:lnTo>
                  <a:pt x="9336685" y="3826028"/>
                </a:lnTo>
                <a:cubicBezTo>
                  <a:pt x="9336685" y="3819284"/>
                  <a:pt x="9335336" y="3812203"/>
                  <a:pt x="9332639" y="3804785"/>
                </a:cubicBezTo>
                <a:cubicBezTo>
                  <a:pt x="9329941" y="3797367"/>
                  <a:pt x="9326254" y="3791634"/>
                  <a:pt x="9321579" y="3787588"/>
                </a:cubicBezTo>
                <a:cubicBezTo>
                  <a:pt x="9314925" y="3781744"/>
                  <a:pt x="9306608" y="3777900"/>
                  <a:pt x="9296627" y="3776056"/>
                </a:cubicBezTo>
                <a:cubicBezTo>
                  <a:pt x="9286646" y="3774213"/>
                  <a:pt x="9273428" y="3773291"/>
                  <a:pt x="9256974" y="3773291"/>
                </a:cubicBezTo>
                <a:close/>
                <a:moveTo>
                  <a:pt x="9000833" y="3773291"/>
                </a:moveTo>
                <a:cubicBezTo>
                  <a:pt x="8990207" y="3773291"/>
                  <a:pt x="8981135" y="3775135"/>
                  <a:pt x="8973616" y="3778821"/>
                </a:cubicBezTo>
                <a:cubicBezTo>
                  <a:pt x="8966098" y="3782508"/>
                  <a:pt x="8958646" y="3788712"/>
                  <a:pt x="8951262" y="3797434"/>
                </a:cubicBezTo>
                <a:lnTo>
                  <a:pt x="8951262" y="3776528"/>
                </a:lnTo>
                <a:lnTo>
                  <a:pt x="8900009" y="3776528"/>
                </a:lnTo>
                <a:lnTo>
                  <a:pt x="8900009" y="3919766"/>
                </a:lnTo>
                <a:lnTo>
                  <a:pt x="8955038" y="3919766"/>
                </a:lnTo>
                <a:lnTo>
                  <a:pt x="8955038" y="3846663"/>
                </a:lnTo>
                <a:cubicBezTo>
                  <a:pt x="8955038" y="3835784"/>
                  <a:pt x="8957069" y="3827961"/>
                  <a:pt x="8961129" y="3823195"/>
                </a:cubicBezTo>
                <a:cubicBezTo>
                  <a:pt x="8965190" y="3818430"/>
                  <a:pt x="8970378" y="3816047"/>
                  <a:pt x="8976694" y="3816047"/>
                </a:cubicBezTo>
                <a:cubicBezTo>
                  <a:pt x="8980574" y="3816047"/>
                  <a:pt x="8983956" y="3817148"/>
                  <a:pt x="8986844" y="3819351"/>
                </a:cubicBezTo>
                <a:cubicBezTo>
                  <a:pt x="8989731" y="3821554"/>
                  <a:pt x="8991761" y="3824454"/>
                  <a:pt x="8992934" y="3828051"/>
                </a:cubicBezTo>
                <a:cubicBezTo>
                  <a:pt x="8993656" y="3830299"/>
                  <a:pt x="8994017" y="3834570"/>
                  <a:pt x="8994017" y="3840864"/>
                </a:cubicBezTo>
                <a:lnTo>
                  <a:pt x="8994017" y="3919766"/>
                </a:lnTo>
                <a:lnTo>
                  <a:pt x="9049046" y="3919766"/>
                </a:lnTo>
                <a:lnTo>
                  <a:pt x="9049046" y="3845854"/>
                </a:lnTo>
                <a:cubicBezTo>
                  <a:pt x="9049046" y="3835514"/>
                  <a:pt x="9051018" y="3828006"/>
                  <a:pt x="9054961" y="3823330"/>
                </a:cubicBezTo>
                <a:cubicBezTo>
                  <a:pt x="9058904" y="3818654"/>
                  <a:pt x="9064102" y="3816317"/>
                  <a:pt x="9070553" y="3816317"/>
                </a:cubicBezTo>
                <a:cubicBezTo>
                  <a:pt x="9076018" y="3816317"/>
                  <a:pt x="9080588" y="3818789"/>
                  <a:pt x="9084262" y="3823735"/>
                </a:cubicBezTo>
                <a:cubicBezTo>
                  <a:pt x="9086771" y="3826882"/>
                  <a:pt x="9088026" y="3831692"/>
                  <a:pt x="9088026" y="3838166"/>
                </a:cubicBezTo>
                <a:lnTo>
                  <a:pt x="9088026" y="3919766"/>
                </a:lnTo>
                <a:lnTo>
                  <a:pt x="9143055" y="3919766"/>
                </a:lnTo>
                <a:lnTo>
                  <a:pt x="9143055" y="3829804"/>
                </a:lnTo>
                <a:cubicBezTo>
                  <a:pt x="9143055" y="3810382"/>
                  <a:pt x="9138745" y="3796108"/>
                  <a:pt x="9130125" y="3786981"/>
                </a:cubicBezTo>
                <a:cubicBezTo>
                  <a:pt x="9121505" y="3777855"/>
                  <a:pt x="9109517" y="3773291"/>
                  <a:pt x="9094163" y="3773291"/>
                </a:cubicBezTo>
                <a:cubicBezTo>
                  <a:pt x="9083746" y="3773291"/>
                  <a:pt x="9074991" y="3774977"/>
                  <a:pt x="9067898" y="3778349"/>
                </a:cubicBezTo>
                <a:cubicBezTo>
                  <a:pt x="9060804" y="3781721"/>
                  <a:pt x="9052947" y="3788083"/>
                  <a:pt x="9044326" y="3797434"/>
                </a:cubicBezTo>
                <a:cubicBezTo>
                  <a:pt x="9040094" y="3789432"/>
                  <a:pt x="9034646" y="3783407"/>
                  <a:pt x="9027983" y="3779361"/>
                </a:cubicBezTo>
                <a:cubicBezTo>
                  <a:pt x="9021319" y="3775314"/>
                  <a:pt x="9012270" y="3773291"/>
                  <a:pt x="9000833" y="3773291"/>
                </a:cubicBezTo>
                <a:close/>
                <a:moveTo>
                  <a:pt x="8685474" y="3773291"/>
                </a:moveTo>
                <a:cubicBezTo>
                  <a:pt x="8675223" y="3773291"/>
                  <a:pt x="8665692" y="3774056"/>
                  <a:pt x="8656880" y="3775584"/>
                </a:cubicBezTo>
                <a:cubicBezTo>
                  <a:pt x="8648068" y="3777113"/>
                  <a:pt x="8641144" y="3779271"/>
                  <a:pt x="8636109" y="3782058"/>
                </a:cubicBezTo>
                <a:cubicBezTo>
                  <a:pt x="8629096" y="3785925"/>
                  <a:pt x="8623723" y="3790488"/>
                  <a:pt x="8619992" y="3795748"/>
                </a:cubicBezTo>
                <a:cubicBezTo>
                  <a:pt x="8616260" y="3801008"/>
                  <a:pt x="8613405" y="3808224"/>
                  <a:pt x="8611427" y="3817396"/>
                </a:cubicBezTo>
                <a:lnTo>
                  <a:pt x="8663894" y="3822925"/>
                </a:lnTo>
                <a:cubicBezTo>
                  <a:pt x="8666052" y="3816721"/>
                  <a:pt x="8668884" y="3812495"/>
                  <a:pt x="8672391" y="3810247"/>
                </a:cubicBezTo>
                <a:cubicBezTo>
                  <a:pt x="8676887" y="3807370"/>
                  <a:pt x="8683630" y="3805931"/>
                  <a:pt x="8692622" y="3805931"/>
                </a:cubicBezTo>
                <a:cubicBezTo>
                  <a:pt x="8699636" y="3805931"/>
                  <a:pt x="8704536" y="3807280"/>
                  <a:pt x="8707324" y="3809977"/>
                </a:cubicBezTo>
                <a:cubicBezTo>
                  <a:pt x="8710111" y="3812675"/>
                  <a:pt x="8711504" y="3817396"/>
                  <a:pt x="8711504" y="3824139"/>
                </a:cubicBezTo>
                <a:cubicBezTo>
                  <a:pt x="8704671" y="3826837"/>
                  <a:pt x="8698197" y="3829017"/>
                  <a:pt x="8692082" y="3830681"/>
                </a:cubicBezTo>
                <a:cubicBezTo>
                  <a:pt x="8685968" y="3832344"/>
                  <a:pt x="8672616" y="3835244"/>
                  <a:pt x="8652024" y="3839380"/>
                </a:cubicBezTo>
                <a:cubicBezTo>
                  <a:pt x="8634850" y="3842797"/>
                  <a:pt x="8623071" y="3848012"/>
                  <a:pt x="8616687" y="3855026"/>
                </a:cubicBezTo>
                <a:cubicBezTo>
                  <a:pt x="8610303" y="3862039"/>
                  <a:pt x="8607111" y="3870986"/>
                  <a:pt x="8607111" y="3881866"/>
                </a:cubicBezTo>
                <a:cubicBezTo>
                  <a:pt x="8607111" y="3893465"/>
                  <a:pt x="8611540" y="3903221"/>
                  <a:pt x="8620396" y="3911134"/>
                </a:cubicBezTo>
                <a:cubicBezTo>
                  <a:pt x="8629253" y="3919047"/>
                  <a:pt x="8642224" y="3923003"/>
                  <a:pt x="8659308" y="3923003"/>
                </a:cubicBezTo>
                <a:cubicBezTo>
                  <a:pt x="8672166" y="3923003"/>
                  <a:pt x="8683450" y="3921025"/>
                  <a:pt x="8693162" y="3917068"/>
                </a:cubicBezTo>
                <a:cubicBezTo>
                  <a:pt x="8700265" y="3914101"/>
                  <a:pt x="8707413" y="3909156"/>
                  <a:pt x="8714607" y="3902232"/>
                </a:cubicBezTo>
                <a:cubicBezTo>
                  <a:pt x="8715236" y="3906369"/>
                  <a:pt x="8715866" y="3909403"/>
                  <a:pt x="8716495" y="3911336"/>
                </a:cubicBezTo>
                <a:cubicBezTo>
                  <a:pt x="8717124" y="3913270"/>
                  <a:pt x="8718473" y="3916080"/>
                  <a:pt x="8720541" y="3919766"/>
                </a:cubicBezTo>
                <a:lnTo>
                  <a:pt x="8772064" y="3919766"/>
                </a:lnTo>
                <a:cubicBezTo>
                  <a:pt x="8769186" y="3913831"/>
                  <a:pt x="8767320" y="3908954"/>
                  <a:pt x="8766466" y="3905132"/>
                </a:cubicBezTo>
                <a:cubicBezTo>
                  <a:pt x="8765612" y="3901311"/>
                  <a:pt x="8765185" y="3896028"/>
                  <a:pt x="8765185" y="3889284"/>
                </a:cubicBezTo>
                <a:lnTo>
                  <a:pt x="8765185" y="3826028"/>
                </a:lnTo>
                <a:cubicBezTo>
                  <a:pt x="8765185" y="3819284"/>
                  <a:pt x="8763836" y="3812203"/>
                  <a:pt x="8761139" y="3804785"/>
                </a:cubicBezTo>
                <a:cubicBezTo>
                  <a:pt x="8758441" y="3797367"/>
                  <a:pt x="8754754" y="3791634"/>
                  <a:pt x="8750079" y="3787588"/>
                </a:cubicBezTo>
                <a:cubicBezTo>
                  <a:pt x="8743425" y="3781744"/>
                  <a:pt x="8735108" y="3777900"/>
                  <a:pt x="8725127" y="3776056"/>
                </a:cubicBezTo>
                <a:cubicBezTo>
                  <a:pt x="8715146" y="3774213"/>
                  <a:pt x="8701928" y="3773291"/>
                  <a:pt x="8685474" y="3773291"/>
                </a:cubicBezTo>
                <a:close/>
                <a:moveTo>
                  <a:pt x="8361624" y="3773291"/>
                </a:moveTo>
                <a:cubicBezTo>
                  <a:pt x="8351373" y="3773291"/>
                  <a:pt x="8341842" y="3774056"/>
                  <a:pt x="8333030" y="3775584"/>
                </a:cubicBezTo>
                <a:cubicBezTo>
                  <a:pt x="8324218" y="3777113"/>
                  <a:pt x="8317295" y="3779271"/>
                  <a:pt x="8312259" y="3782058"/>
                </a:cubicBezTo>
                <a:cubicBezTo>
                  <a:pt x="8305246" y="3785925"/>
                  <a:pt x="8299873" y="3790488"/>
                  <a:pt x="8296142" y="3795748"/>
                </a:cubicBezTo>
                <a:cubicBezTo>
                  <a:pt x="8292410" y="3801008"/>
                  <a:pt x="8289555" y="3808224"/>
                  <a:pt x="8287577" y="3817396"/>
                </a:cubicBezTo>
                <a:lnTo>
                  <a:pt x="8340044" y="3822925"/>
                </a:lnTo>
                <a:cubicBezTo>
                  <a:pt x="8342202" y="3816721"/>
                  <a:pt x="8345034" y="3812495"/>
                  <a:pt x="8348541" y="3810247"/>
                </a:cubicBezTo>
                <a:cubicBezTo>
                  <a:pt x="8353037" y="3807370"/>
                  <a:pt x="8359781" y="3805931"/>
                  <a:pt x="8368772" y="3805931"/>
                </a:cubicBezTo>
                <a:cubicBezTo>
                  <a:pt x="8375786" y="3805931"/>
                  <a:pt x="8380686" y="3807280"/>
                  <a:pt x="8383474" y="3809977"/>
                </a:cubicBezTo>
                <a:cubicBezTo>
                  <a:pt x="8386261" y="3812675"/>
                  <a:pt x="8387655" y="3817396"/>
                  <a:pt x="8387655" y="3824139"/>
                </a:cubicBezTo>
                <a:cubicBezTo>
                  <a:pt x="8380821" y="3826837"/>
                  <a:pt x="8374347" y="3829017"/>
                  <a:pt x="8368233" y="3830681"/>
                </a:cubicBezTo>
                <a:cubicBezTo>
                  <a:pt x="8362118" y="3832344"/>
                  <a:pt x="8348766" y="3835244"/>
                  <a:pt x="8328175" y="3839380"/>
                </a:cubicBezTo>
                <a:cubicBezTo>
                  <a:pt x="8311001" y="3842797"/>
                  <a:pt x="8299221" y="3848012"/>
                  <a:pt x="8292837" y="3855026"/>
                </a:cubicBezTo>
                <a:cubicBezTo>
                  <a:pt x="8286453" y="3862039"/>
                  <a:pt x="8283261" y="3870986"/>
                  <a:pt x="8283261" y="3881866"/>
                </a:cubicBezTo>
                <a:cubicBezTo>
                  <a:pt x="8283261" y="3893465"/>
                  <a:pt x="8287689" y="3903221"/>
                  <a:pt x="8296546" y="3911134"/>
                </a:cubicBezTo>
                <a:cubicBezTo>
                  <a:pt x="8305403" y="3919047"/>
                  <a:pt x="8318374" y="3923003"/>
                  <a:pt x="8335458" y="3923003"/>
                </a:cubicBezTo>
                <a:cubicBezTo>
                  <a:pt x="8348316" y="3923003"/>
                  <a:pt x="8359601" y="3921025"/>
                  <a:pt x="8369312" y="3917068"/>
                </a:cubicBezTo>
                <a:cubicBezTo>
                  <a:pt x="8376415" y="3914101"/>
                  <a:pt x="8383564" y="3909156"/>
                  <a:pt x="8390757" y="3902232"/>
                </a:cubicBezTo>
                <a:cubicBezTo>
                  <a:pt x="8391386" y="3906369"/>
                  <a:pt x="8392016" y="3909403"/>
                  <a:pt x="8392645" y="3911336"/>
                </a:cubicBezTo>
                <a:cubicBezTo>
                  <a:pt x="8393274" y="3913270"/>
                  <a:pt x="8394623" y="3916080"/>
                  <a:pt x="8396691" y="3919766"/>
                </a:cubicBezTo>
                <a:lnTo>
                  <a:pt x="8448214" y="3919766"/>
                </a:lnTo>
                <a:cubicBezTo>
                  <a:pt x="8445336" y="3913831"/>
                  <a:pt x="8443470" y="3908954"/>
                  <a:pt x="8442616" y="3905132"/>
                </a:cubicBezTo>
                <a:cubicBezTo>
                  <a:pt x="8441762" y="3901311"/>
                  <a:pt x="8441335" y="3896028"/>
                  <a:pt x="8441335" y="3889284"/>
                </a:cubicBezTo>
                <a:lnTo>
                  <a:pt x="8441335" y="3826028"/>
                </a:lnTo>
                <a:cubicBezTo>
                  <a:pt x="8441335" y="3819284"/>
                  <a:pt x="8439986" y="3812203"/>
                  <a:pt x="8437289" y="3804785"/>
                </a:cubicBezTo>
                <a:cubicBezTo>
                  <a:pt x="8434591" y="3797367"/>
                  <a:pt x="8430905" y="3791634"/>
                  <a:pt x="8426229" y="3787588"/>
                </a:cubicBezTo>
                <a:cubicBezTo>
                  <a:pt x="8419575" y="3781744"/>
                  <a:pt x="8411258" y="3777900"/>
                  <a:pt x="8401277" y="3776056"/>
                </a:cubicBezTo>
                <a:cubicBezTo>
                  <a:pt x="8391296" y="3774213"/>
                  <a:pt x="8378079" y="3773291"/>
                  <a:pt x="8361624" y="3773291"/>
                </a:cubicBezTo>
                <a:close/>
                <a:moveTo>
                  <a:pt x="7887802" y="3773291"/>
                </a:moveTo>
                <a:cubicBezTo>
                  <a:pt x="7862535" y="3773291"/>
                  <a:pt x="7842731" y="3780215"/>
                  <a:pt x="7828389" y="3794062"/>
                </a:cubicBezTo>
                <a:cubicBezTo>
                  <a:pt x="7814047" y="3807909"/>
                  <a:pt x="7806876" y="3826028"/>
                  <a:pt x="7806876" y="3848417"/>
                </a:cubicBezTo>
                <a:cubicBezTo>
                  <a:pt x="7806876" y="3864153"/>
                  <a:pt x="7810450" y="3877842"/>
                  <a:pt x="7817599" y="3889486"/>
                </a:cubicBezTo>
                <a:cubicBezTo>
                  <a:pt x="7824747" y="3901131"/>
                  <a:pt x="7833761" y="3909628"/>
                  <a:pt x="7844641" y="3914978"/>
                </a:cubicBezTo>
                <a:cubicBezTo>
                  <a:pt x="7855521" y="3920328"/>
                  <a:pt x="7870448" y="3923003"/>
                  <a:pt x="7889420" y="3923003"/>
                </a:cubicBezTo>
                <a:cubicBezTo>
                  <a:pt x="7911270" y="3923003"/>
                  <a:pt x="7928039" y="3919879"/>
                  <a:pt x="7939729" y="3913629"/>
                </a:cubicBezTo>
                <a:cubicBezTo>
                  <a:pt x="7951418" y="3907380"/>
                  <a:pt x="7961399" y="3897062"/>
                  <a:pt x="7969671" y="3882675"/>
                </a:cubicBezTo>
                <a:lnTo>
                  <a:pt x="7915586" y="3877685"/>
                </a:lnTo>
                <a:cubicBezTo>
                  <a:pt x="7912169" y="3882001"/>
                  <a:pt x="7908977" y="3885013"/>
                  <a:pt x="7906010" y="3886722"/>
                </a:cubicBezTo>
                <a:cubicBezTo>
                  <a:pt x="7901154" y="3889419"/>
                  <a:pt x="7896029" y="3890768"/>
                  <a:pt x="7890634" y="3890768"/>
                </a:cubicBezTo>
                <a:cubicBezTo>
                  <a:pt x="7882092" y="3890768"/>
                  <a:pt x="7875168" y="3887666"/>
                  <a:pt x="7869863" y="3881461"/>
                </a:cubicBezTo>
                <a:cubicBezTo>
                  <a:pt x="7866087" y="3877145"/>
                  <a:pt x="7863704" y="3870582"/>
                  <a:pt x="7862715" y="3861770"/>
                </a:cubicBezTo>
                <a:lnTo>
                  <a:pt x="7972773" y="3861770"/>
                </a:lnTo>
                <a:lnTo>
                  <a:pt x="7972773" y="3855565"/>
                </a:lnTo>
                <a:cubicBezTo>
                  <a:pt x="7972773" y="3836683"/>
                  <a:pt x="7969671" y="3821352"/>
                  <a:pt x="7963467" y="3809573"/>
                </a:cubicBezTo>
                <a:cubicBezTo>
                  <a:pt x="7957262" y="3797794"/>
                  <a:pt x="7948226" y="3788802"/>
                  <a:pt x="7936357" y="3782598"/>
                </a:cubicBezTo>
                <a:cubicBezTo>
                  <a:pt x="7924488" y="3776393"/>
                  <a:pt x="7908303" y="3773291"/>
                  <a:pt x="7887802" y="3773291"/>
                </a:cubicBezTo>
                <a:close/>
                <a:moveTo>
                  <a:pt x="7399599" y="3773291"/>
                </a:moveTo>
                <a:cubicBezTo>
                  <a:pt x="7389348" y="3773291"/>
                  <a:pt x="7379817" y="3774056"/>
                  <a:pt x="7371005" y="3775584"/>
                </a:cubicBezTo>
                <a:cubicBezTo>
                  <a:pt x="7362193" y="3777113"/>
                  <a:pt x="7355270" y="3779271"/>
                  <a:pt x="7350234" y="3782058"/>
                </a:cubicBezTo>
                <a:cubicBezTo>
                  <a:pt x="7343221" y="3785925"/>
                  <a:pt x="7337848" y="3790488"/>
                  <a:pt x="7334117" y="3795748"/>
                </a:cubicBezTo>
                <a:cubicBezTo>
                  <a:pt x="7330385" y="3801008"/>
                  <a:pt x="7327530" y="3808224"/>
                  <a:pt x="7325552" y="3817396"/>
                </a:cubicBezTo>
                <a:lnTo>
                  <a:pt x="7378019" y="3822925"/>
                </a:lnTo>
                <a:cubicBezTo>
                  <a:pt x="7380177" y="3816721"/>
                  <a:pt x="7383009" y="3812495"/>
                  <a:pt x="7386516" y="3810247"/>
                </a:cubicBezTo>
                <a:cubicBezTo>
                  <a:pt x="7391012" y="3807370"/>
                  <a:pt x="7397756" y="3805931"/>
                  <a:pt x="7406747" y="3805931"/>
                </a:cubicBezTo>
                <a:cubicBezTo>
                  <a:pt x="7413761" y="3805931"/>
                  <a:pt x="7418661" y="3807280"/>
                  <a:pt x="7421449" y="3809977"/>
                </a:cubicBezTo>
                <a:cubicBezTo>
                  <a:pt x="7424236" y="3812675"/>
                  <a:pt x="7425630" y="3817396"/>
                  <a:pt x="7425630" y="3824139"/>
                </a:cubicBezTo>
                <a:cubicBezTo>
                  <a:pt x="7418796" y="3826837"/>
                  <a:pt x="7412322" y="3829017"/>
                  <a:pt x="7406208" y="3830681"/>
                </a:cubicBezTo>
                <a:cubicBezTo>
                  <a:pt x="7400093" y="3832344"/>
                  <a:pt x="7386741" y="3835244"/>
                  <a:pt x="7366150" y="3839380"/>
                </a:cubicBezTo>
                <a:cubicBezTo>
                  <a:pt x="7348976" y="3842797"/>
                  <a:pt x="7337196" y="3848012"/>
                  <a:pt x="7330812" y="3855026"/>
                </a:cubicBezTo>
                <a:cubicBezTo>
                  <a:pt x="7324428" y="3862039"/>
                  <a:pt x="7321236" y="3870986"/>
                  <a:pt x="7321236" y="3881866"/>
                </a:cubicBezTo>
                <a:cubicBezTo>
                  <a:pt x="7321236" y="3893465"/>
                  <a:pt x="7325665" y="3903221"/>
                  <a:pt x="7334521" y="3911134"/>
                </a:cubicBezTo>
                <a:cubicBezTo>
                  <a:pt x="7343378" y="3919047"/>
                  <a:pt x="7356349" y="3923003"/>
                  <a:pt x="7373433" y="3923003"/>
                </a:cubicBezTo>
                <a:cubicBezTo>
                  <a:pt x="7386291" y="3923003"/>
                  <a:pt x="7397576" y="3921025"/>
                  <a:pt x="7407287" y="3917068"/>
                </a:cubicBezTo>
                <a:cubicBezTo>
                  <a:pt x="7414390" y="3914101"/>
                  <a:pt x="7421539" y="3909156"/>
                  <a:pt x="7428732" y="3902232"/>
                </a:cubicBezTo>
                <a:cubicBezTo>
                  <a:pt x="7429361" y="3906369"/>
                  <a:pt x="7429991" y="3909403"/>
                  <a:pt x="7430620" y="3911336"/>
                </a:cubicBezTo>
                <a:cubicBezTo>
                  <a:pt x="7431249" y="3913270"/>
                  <a:pt x="7432598" y="3916080"/>
                  <a:pt x="7434666" y="3919766"/>
                </a:cubicBezTo>
                <a:lnTo>
                  <a:pt x="7486189" y="3919766"/>
                </a:lnTo>
                <a:cubicBezTo>
                  <a:pt x="7483311" y="3913831"/>
                  <a:pt x="7481446" y="3908954"/>
                  <a:pt x="7480592" y="3905132"/>
                </a:cubicBezTo>
                <a:cubicBezTo>
                  <a:pt x="7479737" y="3901311"/>
                  <a:pt x="7479310" y="3896028"/>
                  <a:pt x="7479310" y="3889284"/>
                </a:cubicBezTo>
                <a:lnTo>
                  <a:pt x="7479310" y="3826028"/>
                </a:lnTo>
                <a:cubicBezTo>
                  <a:pt x="7479310" y="3819284"/>
                  <a:pt x="7477961" y="3812203"/>
                  <a:pt x="7475264" y="3804785"/>
                </a:cubicBezTo>
                <a:cubicBezTo>
                  <a:pt x="7472566" y="3797367"/>
                  <a:pt x="7468880" y="3791634"/>
                  <a:pt x="7464204" y="3787588"/>
                </a:cubicBezTo>
                <a:cubicBezTo>
                  <a:pt x="7457550" y="3781744"/>
                  <a:pt x="7449233" y="3777900"/>
                  <a:pt x="7439252" y="3776056"/>
                </a:cubicBezTo>
                <a:cubicBezTo>
                  <a:pt x="7429271" y="3774213"/>
                  <a:pt x="7416054" y="3773291"/>
                  <a:pt x="7399599" y="3773291"/>
                </a:cubicBezTo>
                <a:close/>
                <a:moveTo>
                  <a:pt x="7104324" y="3773291"/>
                </a:moveTo>
                <a:cubicBezTo>
                  <a:pt x="7094073" y="3773291"/>
                  <a:pt x="7084542" y="3774056"/>
                  <a:pt x="7075730" y="3775584"/>
                </a:cubicBezTo>
                <a:cubicBezTo>
                  <a:pt x="7066918" y="3777113"/>
                  <a:pt x="7059995" y="3779271"/>
                  <a:pt x="7054959" y="3782058"/>
                </a:cubicBezTo>
                <a:cubicBezTo>
                  <a:pt x="7047946" y="3785925"/>
                  <a:pt x="7042573" y="3790488"/>
                  <a:pt x="7038842" y="3795748"/>
                </a:cubicBezTo>
                <a:cubicBezTo>
                  <a:pt x="7035110" y="3801008"/>
                  <a:pt x="7032255" y="3808224"/>
                  <a:pt x="7030277" y="3817396"/>
                </a:cubicBezTo>
                <a:lnTo>
                  <a:pt x="7082744" y="3822925"/>
                </a:lnTo>
                <a:cubicBezTo>
                  <a:pt x="7084902" y="3816721"/>
                  <a:pt x="7087734" y="3812495"/>
                  <a:pt x="7091241" y="3810247"/>
                </a:cubicBezTo>
                <a:cubicBezTo>
                  <a:pt x="7095737" y="3807370"/>
                  <a:pt x="7102481" y="3805931"/>
                  <a:pt x="7111472" y="3805931"/>
                </a:cubicBezTo>
                <a:cubicBezTo>
                  <a:pt x="7118486" y="3805931"/>
                  <a:pt x="7123386" y="3807280"/>
                  <a:pt x="7126174" y="3809977"/>
                </a:cubicBezTo>
                <a:cubicBezTo>
                  <a:pt x="7128961" y="3812675"/>
                  <a:pt x="7130355" y="3817396"/>
                  <a:pt x="7130355" y="3824139"/>
                </a:cubicBezTo>
                <a:cubicBezTo>
                  <a:pt x="7123521" y="3826837"/>
                  <a:pt x="7117047" y="3829017"/>
                  <a:pt x="7110933" y="3830681"/>
                </a:cubicBezTo>
                <a:cubicBezTo>
                  <a:pt x="7104818" y="3832344"/>
                  <a:pt x="7091466" y="3835244"/>
                  <a:pt x="7070875" y="3839380"/>
                </a:cubicBezTo>
                <a:cubicBezTo>
                  <a:pt x="7053701" y="3842797"/>
                  <a:pt x="7041921" y="3848012"/>
                  <a:pt x="7035537" y="3855026"/>
                </a:cubicBezTo>
                <a:cubicBezTo>
                  <a:pt x="7029153" y="3862039"/>
                  <a:pt x="7025961" y="3870986"/>
                  <a:pt x="7025961" y="3881866"/>
                </a:cubicBezTo>
                <a:cubicBezTo>
                  <a:pt x="7025961" y="3893465"/>
                  <a:pt x="7030390" y="3903221"/>
                  <a:pt x="7039246" y="3911134"/>
                </a:cubicBezTo>
                <a:cubicBezTo>
                  <a:pt x="7048103" y="3919047"/>
                  <a:pt x="7061074" y="3923003"/>
                  <a:pt x="7078158" y="3923003"/>
                </a:cubicBezTo>
                <a:cubicBezTo>
                  <a:pt x="7091016" y="3923003"/>
                  <a:pt x="7102301" y="3921025"/>
                  <a:pt x="7112012" y="3917068"/>
                </a:cubicBezTo>
                <a:cubicBezTo>
                  <a:pt x="7119115" y="3914101"/>
                  <a:pt x="7126264" y="3909156"/>
                  <a:pt x="7133457" y="3902232"/>
                </a:cubicBezTo>
                <a:cubicBezTo>
                  <a:pt x="7134086" y="3906369"/>
                  <a:pt x="7134716" y="3909403"/>
                  <a:pt x="7135345" y="3911336"/>
                </a:cubicBezTo>
                <a:cubicBezTo>
                  <a:pt x="7135975" y="3913270"/>
                  <a:pt x="7137323" y="3916080"/>
                  <a:pt x="7139391" y="3919766"/>
                </a:cubicBezTo>
                <a:lnTo>
                  <a:pt x="7190914" y="3919766"/>
                </a:lnTo>
                <a:cubicBezTo>
                  <a:pt x="7188037" y="3913831"/>
                  <a:pt x="7186171" y="3908954"/>
                  <a:pt x="7185317" y="3905132"/>
                </a:cubicBezTo>
                <a:cubicBezTo>
                  <a:pt x="7184462" y="3901311"/>
                  <a:pt x="7184035" y="3896028"/>
                  <a:pt x="7184035" y="3889284"/>
                </a:cubicBezTo>
                <a:lnTo>
                  <a:pt x="7184035" y="3826028"/>
                </a:lnTo>
                <a:cubicBezTo>
                  <a:pt x="7184035" y="3819284"/>
                  <a:pt x="7182686" y="3812203"/>
                  <a:pt x="7179989" y="3804785"/>
                </a:cubicBezTo>
                <a:cubicBezTo>
                  <a:pt x="7177291" y="3797367"/>
                  <a:pt x="7173605" y="3791634"/>
                  <a:pt x="7168929" y="3787588"/>
                </a:cubicBezTo>
                <a:cubicBezTo>
                  <a:pt x="7162275" y="3781744"/>
                  <a:pt x="7153958" y="3777900"/>
                  <a:pt x="7143977" y="3776056"/>
                </a:cubicBezTo>
                <a:cubicBezTo>
                  <a:pt x="7133996" y="3774213"/>
                  <a:pt x="7120779" y="3773291"/>
                  <a:pt x="7104324" y="3773291"/>
                </a:cubicBezTo>
                <a:close/>
                <a:moveTo>
                  <a:pt x="6919084" y="3773291"/>
                </a:moveTo>
                <a:cubicBezTo>
                  <a:pt x="6902359" y="3773291"/>
                  <a:pt x="6888647" y="3775492"/>
                  <a:pt x="6877947" y="3779894"/>
                </a:cubicBezTo>
                <a:cubicBezTo>
                  <a:pt x="6871203" y="3782678"/>
                  <a:pt x="6864639" y="3786923"/>
                  <a:pt x="6858255" y="3792628"/>
                </a:cubicBezTo>
                <a:cubicBezTo>
                  <a:pt x="6851871" y="3798333"/>
                  <a:pt x="6846836" y="3804779"/>
                  <a:pt x="6843149" y="3811965"/>
                </a:cubicBezTo>
                <a:cubicBezTo>
                  <a:pt x="6838114" y="3821757"/>
                  <a:pt x="6835596" y="3834020"/>
                  <a:pt x="6835596" y="3848754"/>
                </a:cubicBezTo>
                <a:cubicBezTo>
                  <a:pt x="6835596" y="3862858"/>
                  <a:pt x="6837664" y="3874178"/>
                  <a:pt x="6841800" y="3882712"/>
                </a:cubicBezTo>
                <a:cubicBezTo>
                  <a:pt x="6845936" y="3891247"/>
                  <a:pt x="6851646" y="3898681"/>
                  <a:pt x="6858930" y="3905014"/>
                </a:cubicBezTo>
                <a:cubicBezTo>
                  <a:pt x="6866213" y="3911348"/>
                  <a:pt x="6874912" y="3915929"/>
                  <a:pt x="6885028" y="3918759"/>
                </a:cubicBezTo>
                <a:cubicBezTo>
                  <a:pt x="6895144" y="3921588"/>
                  <a:pt x="6907799" y="3923003"/>
                  <a:pt x="6922995" y="3923003"/>
                </a:cubicBezTo>
                <a:cubicBezTo>
                  <a:pt x="6938731" y="3923003"/>
                  <a:pt x="6951701" y="3920800"/>
                  <a:pt x="6961907" y="3916394"/>
                </a:cubicBezTo>
                <a:cubicBezTo>
                  <a:pt x="6972113" y="3911988"/>
                  <a:pt x="6980497" y="3905806"/>
                  <a:pt x="6987061" y="3897849"/>
                </a:cubicBezTo>
                <a:cubicBezTo>
                  <a:pt x="6993625" y="3889891"/>
                  <a:pt x="6998346" y="3880472"/>
                  <a:pt x="7001223" y="3869592"/>
                </a:cubicBezTo>
                <a:lnTo>
                  <a:pt x="6949026" y="3863658"/>
                </a:lnTo>
                <a:cubicBezTo>
                  <a:pt x="6946599" y="3871301"/>
                  <a:pt x="6942934" y="3876966"/>
                  <a:pt x="6938034" y="3880652"/>
                </a:cubicBezTo>
                <a:cubicBezTo>
                  <a:pt x="6933134" y="3884339"/>
                  <a:pt x="6927087" y="3886182"/>
                  <a:pt x="6919893" y="3886182"/>
                </a:cubicBezTo>
                <a:cubicBezTo>
                  <a:pt x="6911261" y="3886182"/>
                  <a:pt x="6904158" y="3883130"/>
                  <a:pt x="6898583" y="3877027"/>
                </a:cubicBezTo>
                <a:cubicBezTo>
                  <a:pt x="6893008" y="3870924"/>
                  <a:pt x="6890221" y="3861994"/>
                  <a:pt x="6890221" y="3850236"/>
                </a:cubicBezTo>
                <a:cubicBezTo>
                  <a:pt x="6890221" y="3837041"/>
                  <a:pt x="6893031" y="3827189"/>
                  <a:pt x="6898650" y="3820682"/>
                </a:cubicBezTo>
                <a:cubicBezTo>
                  <a:pt x="6904270" y="3814175"/>
                  <a:pt x="6911621" y="3810921"/>
                  <a:pt x="6920702" y="3810921"/>
                </a:cubicBezTo>
                <a:cubicBezTo>
                  <a:pt x="6927896" y="3810921"/>
                  <a:pt x="6933628" y="3812473"/>
                  <a:pt x="6937899" y="3815575"/>
                </a:cubicBezTo>
                <a:cubicBezTo>
                  <a:pt x="6942170" y="3818677"/>
                  <a:pt x="6945115" y="3823285"/>
                  <a:pt x="6946734" y="3829399"/>
                </a:cubicBezTo>
                <a:lnTo>
                  <a:pt x="6998391" y="3822521"/>
                </a:lnTo>
                <a:cubicBezTo>
                  <a:pt x="6993445" y="3806426"/>
                  <a:pt x="6984836" y="3794197"/>
                  <a:pt x="6972562" y="3785835"/>
                </a:cubicBezTo>
                <a:cubicBezTo>
                  <a:pt x="6960288" y="3777472"/>
                  <a:pt x="6942462" y="3773291"/>
                  <a:pt x="6919084" y="3773291"/>
                </a:cubicBezTo>
                <a:close/>
                <a:moveTo>
                  <a:pt x="6727184" y="3773291"/>
                </a:moveTo>
                <a:cubicBezTo>
                  <a:pt x="6710999" y="3773291"/>
                  <a:pt x="6698096" y="3774975"/>
                  <a:pt x="6688475" y="3778344"/>
                </a:cubicBezTo>
                <a:cubicBezTo>
                  <a:pt x="6678854" y="3781712"/>
                  <a:pt x="6671301" y="3786810"/>
                  <a:pt x="6665816" y="3793636"/>
                </a:cubicBezTo>
                <a:cubicBezTo>
                  <a:pt x="6660331" y="3800463"/>
                  <a:pt x="6657588" y="3808593"/>
                  <a:pt x="6657588" y="3818026"/>
                </a:cubicBezTo>
                <a:cubicBezTo>
                  <a:pt x="6657588" y="3826649"/>
                  <a:pt x="6660128" y="3834330"/>
                  <a:pt x="6665209" y="3841066"/>
                </a:cubicBezTo>
                <a:cubicBezTo>
                  <a:pt x="6670289" y="3847803"/>
                  <a:pt x="6676538" y="3852586"/>
                  <a:pt x="6683956" y="3855416"/>
                </a:cubicBezTo>
                <a:cubicBezTo>
                  <a:pt x="6691375" y="3858245"/>
                  <a:pt x="6704615" y="3861322"/>
                  <a:pt x="6723677" y="3864644"/>
                </a:cubicBezTo>
                <a:cubicBezTo>
                  <a:pt x="6736446" y="3866889"/>
                  <a:pt x="6744313" y="3868775"/>
                  <a:pt x="6747281" y="3870300"/>
                </a:cubicBezTo>
                <a:cubicBezTo>
                  <a:pt x="6751417" y="3872456"/>
                  <a:pt x="6753485" y="3875509"/>
                  <a:pt x="6753485" y="3879459"/>
                </a:cubicBezTo>
                <a:cubicBezTo>
                  <a:pt x="6753485" y="3882961"/>
                  <a:pt x="6751911" y="3885878"/>
                  <a:pt x="6748764" y="3888212"/>
                </a:cubicBezTo>
                <a:cubicBezTo>
                  <a:pt x="6744718" y="3891354"/>
                  <a:pt x="6739008" y="3892926"/>
                  <a:pt x="6731635" y="3892926"/>
                </a:cubicBezTo>
                <a:cubicBezTo>
                  <a:pt x="6724891" y="3892926"/>
                  <a:pt x="6719496" y="3891532"/>
                  <a:pt x="6715450" y="3888745"/>
                </a:cubicBezTo>
                <a:cubicBezTo>
                  <a:pt x="6711404" y="3885957"/>
                  <a:pt x="6708257" y="3881326"/>
                  <a:pt x="6706009" y="3874852"/>
                </a:cubicBezTo>
                <a:lnTo>
                  <a:pt x="6651519" y="3879978"/>
                </a:lnTo>
                <a:cubicBezTo>
                  <a:pt x="6654666" y="3893735"/>
                  <a:pt x="6661792" y="3904345"/>
                  <a:pt x="6672897" y="3911808"/>
                </a:cubicBezTo>
                <a:cubicBezTo>
                  <a:pt x="6684001" y="3919272"/>
                  <a:pt x="6702637" y="3923003"/>
                  <a:pt x="6728803" y="3923003"/>
                </a:cubicBezTo>
                <a:cubicBezTo>
                  <a:pt x="6747326" y="3923003"/>
                  <a:pt x="6761959" y="3920690"/>
                  <a:pt x="6772705" y="3916064"/>
                </a:cubicBezTo>
                <a:cubicBezTo>
                  <a:pt x="6783450" y="3911439"/>
                  <a:pt x="6791317" y="3905218"/>
                  <a:pt x="6796308" y="3897403"/>
                </a:cubicBezTo>
                <a:cubicBezTo>
                  <a:pt x="6801298" y="3889588"/>
                  <a:pt x="6803793" y="3881549"/>
                  <a:pt x="6803793" y="3873285"/>
                </a:cubicBezTo>
                <a:cubicBezTo>
                  <a:pt x="6803793" y="3865111"/>
                  <a:pt x="6801433" y="3857610"/>
                  <a:pt x="6796712" y="3850784"/>
                </a:cubicBezTo>
                <a:cubicBezTo>
                  <a:pt x="6791992" y="3843957"/>
                  <a:pt x="6785181" y="3838702"/>
                  <a:pt x="6776279" y="3835019"/>
                </a:cubicBezTo>
                <a:cubicBezTo>
                  <a:pt x="6767377" y="3831336"/>
                  <a:pt x="6753800" y="3828462"/>
                  <a:pt x="6735546" y="3826396"/>
                </a:cubicBezTo>
                <a:cubicBezTo>
                  <a:pt x="6723498" y="3824959"/>
                  <a:pt x="6715675" y="3823343"/>
                  <a:pt x="6712078" y="3821547"/>
                </a:cubicBezTo>
                <a:cubicBezTo>
                  <a:pt x="6708481" y="3819752"/>
                  <a:pt x="6706683" y="3817103"/>
                  <a:pt x="6706683" y="3813602"/>
                </a:cubicBezTo>
                <a:cubicBezTo>
                  <a:pt x="6706683" y="3810459"/>
                  <a:pt x="6708099" y="3807788"/>
                  <a:pt x="6710932" y="3805589"/>
                </a:cubicBezTo>
                <a:cubicBezTo>
                  <a:pt x="6713764" y="3803389"/>
                  <a:pt x="6718282" y="3802289"/>
                  <a:pt x="6724487" y="3802289"/>
                </a:cubicBezTo>
                <a:cubicBezTo>
                  <a:pt x="6730601" y="3802289"/>
                  <a:pt x="6735816" y="3803728"/>
                  <a:pt x="6740132" y="3806605"/>
                </a:cubicBezTo>
                <a:cubicBezTo>
                  <a:pt x="6743279" y="3808763"/>
                  <a:pt x="6745527" y="3812135"/>
                  <a:pt x="6746876" y="3816721"/>
                </a:cubicBezTo>
                <a:lnTo>
                  <a:pt x="6798938" y="3811596"/>
                </a:lnTo>
                <a:cubicBezTo>
                  <a:pt x="6795341" y="3802245"/>
                  <a:pt x="6790823" y="3794827"/>
                  <a:pt x="6785383" y="3789341"/>
                </a:cubicBezTo>
                <a:cubicBezTo>
                  <a:pt x="6779943" y="3783857"/>
                  <a:pt x="6773154" y="3779810"/>
                  <a:pt x="6765017" y="3777203"/>
                </a:cubicBezTo>
                <a:cubicBezTo>
                  <a:pt x="6756879" y="3774595"/>
                  <a:pt x="6744268" y="3773291"/>
                  <a:pt x="6727184" y="3773291"/>
                </a:cubicBezTo>
                <a:close/>
                <a:moveTo>
                  <a:pt x="10870828" y="3722039"/>
                </a:moveTo>
                <a:lnTo>
                  <a:pt x="10815800" y="3750228"/>
                </a:lnTo>
                <a:lnTo>
                  <a:pt x="10815800" y="3776528"/>
                </a:lnTo>
                <a:lnTo>
                  <a:pt x="10795568" y="3776528"/>
                </a:lnTo>
                <a:lnTo>
                  <a:pt x="10795568" y="3816721"/>
                </a:lnTo>
                <a:lnTo>
                  <a:pt x="10815800" y="3816721"/>
                </a:lnTo>
                <a:lnTo>
                  <a:pt x="10815800" y="3867101"/>
                </a:lnTo>
                <a:cubicBezTo>
                  <a:pt x="10815800" y="3883086"/>
                  <a:pt x="10817350" y="3894647"/>
                  <a:pt x="10820452" y="3901787"/>
                </a:cubicBezTo>
                <a:cubicBezTo>
                  <a:pt x="10823554" y="3908926"/>
                  <a:pt x="10828343" y="3914247"/>
                  <a:pt x="10834817" y="3917749"/>
                </a:cubicBezTo>
                <a:cubicBezTo>
                  <a:pt x="10841291" y="3921252"/>
                  <a:pt x="10851362" y="3923003"/>
                  <a:pt x="10865029" y="3923003"/>
                </a:cubicBezTo>
                <a:cubicBezTo>
                  <a:pt x="10876808" y="3923003"/>
                  <a:pt x="10889486" y="3921519"/>
                  <a:pt x="10903064" y="3918552"/>
                </a:cubicBezTo>
                <a:lnTo>
                  <a:pt x="10899018" y="3880659"/>
                </a:lnTo>
                <a:cubicBezTo>
                  <a:pt x="10891734" y="3882992"/>
                  <a:pt x="10886070" y="3884159"/>
                  <a:pt x="10882024" y="3884159"/>
                </a:cubicBezTo>
                <a:cubicBezTo>
                  <a:pt x="10877528" y="3884159"/>
                  <a:pt x="10874380" y="3882633"/>
                  <a:pt x="10872582" y="3879582"/>
                </a:cubicBezTo>
                <a:cubicBezTo>
                  <a:pt x="10871413" y="3877608"/>
                  <a:pt x="10870828" y="3873570"/>
                  <a:pt x="10870828" y="3867468"/>
                </a:cubicBezTo>
                <a:lnTo>
                  <a:pt x="10870828" y="3816721"/>
                </a:lnTo>
                <a:lnTo>
                  <a:pt x="10901040" y="3816721"/>
                </a:lnTo>
                <a:lnTo>
                  <a:pt x="10901040" y="3776528"/>
                </a:lnTo>
                <a:lnTo>
                  <a:pt x="10870828" y="3776528"/>
                </a:lnTo>
                <a:close/>
                <a:moveTo>
                  <a:pt x="8546728" y="3722039"/>
                </a:moveTo>
                <a:lnTo>
                  <a:pt x="8491700" y="3750228"/>
                </a:lnTo>
                <a:lnTo>
                  <a:pt x="8491700" y="3776528"/>
                </a:lnTo>
                <a:lnTo>
                  <a:pt x="8471468" y="3776528"/>
                </a:lnTo>
                <a:lnTo>
                  <a:pt x="8471468" y="3816721"/>
                </a:lnTo>
                <a:lnTo>
                  <a:pt x="8491700" y="3816721"/>
                </a:lnTo>
                <a:lnTo>
                  <a:pt x="8491700" y="3867101"/>
                </a:lnTo>
                <a:cubicBezTo>
                  <a:pt x="8491700" y="3883086"/>
                  <a:pt x="8493250" y="3894647"/>
                  <a:pt x="8496353" y="3901787"/>
                </a:cubicBezTo>
                <a:cubicBezTo>
                  <a:pt x="8499455" y="3908926"/>
                  <a:pt x="8504243" y="3914247"/>
                  <a:pt x="8510717" y="3917749"/>
                </a:cubicBezTo>
                <a:cubicBezTo>
                  <a:pt x="8517191" y="3921252"/>
                  <a:pt x="8527262" y="3923003"/>
                  <a:pt x="8540929" y="3923003"/>
                </a:cubicBezTo>
                <a:cubicBezTo>
                  <a:pt x="8552708" y="3923003"/>
                  <a:pt x="8565386" y="3921519"/>
                  <a:pt x="8578964" y="3918552"/>
                </a:cubicBezTo>
                <a:lnTo>
                  <a:pt x="8574918" y="3880659"/>
                </a:lnTo>
                <a:cubicBezTo>
                  <a:pt x="8567634" y="3882992"/>
                  <a:pt x="8561970" y="3884159"/>
                  <a:pt x="8557923" y="3884159"/>
                </a:cubicBezTo>
                <a:cubicBezTo>
                  <a:pt x="8553427" y="3884159"/>
                  <a:pt x="8550280" y="3882633"/>
                  <a:pt x="8548482" y="3879582"/>
                </a:cubicBezTo>
                <a:cubicBezTo>
                  <a:pt x="8547313" y="3877608"/>
                  <a:pt x="8546728" y="3873570"/>
                  <a:pt x="8546728" y="3867468"/>
                </a:cubicBezTo>
                <a:lnTo>
                  <a:pt x="8546728" y="3816721"/>
                </a:lnTo>
                <a:lnTo>
                  <a:pt x="8576941" y="3816721"/>
                </a:lnTo>
                <a:lnTo>
                  <a:pt x="8576941" y="3776528"/>
                </a:lnTo>
                <a:lnTo>
                  <a:pt x="8546728" y="3776528"/>
                </a:lnTo>
                <a:close/>
                <a:moveTo>
                  <a:pt x="8194862" y="3722039"/>
                </a:moveTo>
                <a:lnTo>
                  <a:pt x="8194862" y="3790555"/>
                </a:lnTo>
                <a:cubicBezTo>
                  <a:pt x="8189467" y="3784801"/>
                  <a:pt x="8183285" y="3780485"/>
                  <a:pt x="8176317" y="3777607"/>
                </a:cubicBezTo>
                <a:cubicBezTo>
                  <a:pt x="8169348" y="3774730"/>
                  <a:pt x="8161593" y="3773291"/>
                  <a:pt x="8153050" y="3773291"/>
                </a:cubicBezTo>
                <a:cubicBezTo>
                  <a:pt x="8135517" y="3773291"/>
                  <a:pt x="8121062" y="3779586"/>
                  <a:pt x="8109688" y="3792174"/>
                </a:cubicBezTo>
                <a:cubicBezTo>
                  <a:pt x="8098314" y="3804762"/>
                  <a:pt x="8092626" y="3822925"/>
                  <a:pt x="8092626" y="3846663"/>
                </a:cubicBezTo>
                <a:cubicBezTo>
                  <a:pt x="8092626" y="3867884"/>
                  <a:pt x="8097774" y="3885912"/>
                  <a:pt x="8108070" y="3900749"/>
                </a:cubicBezTo>
                <a:cubicBezTo>
                  <a:pt x="8118365" y="3915585"/>
                  <a:pt x="8133269" y="3923003"/>
                  <a:pt x="8152781" y="3923003"/>
                </a:cubicBezTo>
                <a:cubicBezTo>
                  <a:pt x="8162492" y="3923003"/>
                  <a:pt x="8171304" y="3920935"/>
                  <a:pt x="8179216" y="3916799"/>
                </a:cubicBezTo>
                <a:cubicBezTo>
                  <a:pt x="8185151" y="3913652"/>
                  <a:pt x="8191715" y="3907582"/>
                  <a:pt x="8198908" y="3898591"/>
                </a:cubicBezTo>
                <a:lnTo>
                  <a:pt x="8198908" y="3919766"/>
                </a:lnTo>
                <a:lnTo>
                  <a:pt x="8250296" y="3919766"/>
                </a:lnTo>
                <a:lnTo>
                  <a:pt x="8250296" y="3722039"/>
                </a:lnTo>
                <a:close/>
                <a:moveTo>
                  <a:pt x="7710868" y="3722039"/>
                </a:moveTo>
                <a:lnTo>
                  <a:pt x="7710868" y="3919766"/>
                </a:lnTo>
                <a:lnTo>
                  <a:pt x="7765897" y="3919766"/>
                </a:lnTo>
                <a:lnTo>
                  <a:pt x="7765897" y="3722039"/>
                </a:lnTo>
                <a:close/>
                <a:moveTo>
                  <a:pt x="7518750" y="3722039"/>
                </a:moveTo>
                <a:lnTo>
                  <a:pt x="7518750" y="3919766"/>
                </a:lnTo>
                <a:lnTo>
                  <a:pt x="7570137" y="3919766"/>
                </a:lnTo>
                <a:lnTo>
                  <a:pt x="7570137" y="3898591"/>
                </a:lnTo>
                <a:cubicBezTo>
                  <a:pt x="7577241" y="3907492"/>
                  <a:pt x="7583805" y="3913562"/>
                  <a:pt x="7589829" y="3916799"/>
                </a:cubicBezTo>
                <a:cubicBezTo>
                  <a:pt x="7597832" y="3920935"/>
                  <a:pt x="7606644" y="3923003"/>
                  <a:pt x="7616265" y="3923003"/>
                </a:cubicBezTo>
                <a:cubicBezTo>
                  <a:pt x="7627504" y="3923003"/>
                  <a:pt x="7637732" y="3920058"/>
                  <a:pt x="7646949" y="3914169"/>
                </a:cubicBezTo>
                <a:cubicBezTo>
                  <a:pt x="7656165" y="3908279"/>
                  <a:pt x="7663381" y="3899377"/>
                  <a:pt x="7668596" y="3887463"/>
                </a:cubicBezTo>
                <a:cubicBezTo>
                  <a:pt x="7673812" y="3875550"/>
                  <a:pt x="7676419" y="3861770"/>
                  <a:pt x="7676419" y="3846124"/>
                </a:cubicBezTo>
                <a:cubicBezTo>
                  <a:pt x="7676419" y="3822656"/>
                  <a:pt x="7670709" y="3804650"/>
                  <a:pt x="7659290" y="3792106"/>
                </a:cubicBezTo>
                <a:cubicBezTo>
                  <a:pt x="7647870" y="3779563"/>
                  <a:pt x="7633439" y="3773291"/>
                  <a:pt x="7615995" y="3773291"/>
                </a:cubicBezTo>
                <a:cubicBezTo>
                  <a:pt x="7607543" y="3773291"/>
                  <a:pt x="7599832" y="3774730"/>
                  <a:pt x="7592864" y="3777607"/>
                </a:cubicBezTo>
                <a:cubicBezTo>
                  <a:pt x="7585895" y="3780485"/>
                  <a:pt x="7579668" y="3784801"/>
                  <a:pt x="7574184" y="3790555"/>
                </a:cubicBezTo>
                <a:lnTo>
                  <a:pt x="7574184" y="3722039"/>
                </a:lnTo>
                <a:close/>
                <a:moveTo>
                  <a:pt x="7225093" y="3722039"/>
                </a:moveTo>
                <a:lnTo>
                  <a:pt x="7225093" y="3919766"/>
                </a:lnTo>
                <a:lnTo>
                  <a:pt x="7280122" y="3919766"/>
                </a:lnTo>
                <a:lnTo>
                  <a:pt x="7280122" y="3722039"/>
                </a:lnTo>
                <a:close/>
                <a:moveTo>
                  <a:pt x="8156790" y="3531362"/>
                </a:moveTo>
                <a:lnTo>
                  <a:pt x="8156790" y="3586391"/>
                </a:lnTo>
                <a:lnTo>
                  <a:pt x="8215461" y="3586391"/>
                </a:lnTo>
                <a:lnTo>
                  <a:pt x="8215461" y="3531362"/>
                </a:lnTo>
                <a:close/>
                <a:moveTo>
                  <a:pt x="11349930" y="3518414"/>
                </a:moveTo>
                <a:lnTo>
                  <a:pt x="11349930" y="3527181"/>
                </a:lnTo>
                <a:cubicBezTo>
                  <a:pt x="11349930" y="3534014"/>
                  <a:pt x="11348828" y="3539567"/>
                  <a:pt x="11346625" y="3543838"/>
                </a:cubicBezTo>
                <a:cubicBezTo>
                  <a:pt x="11344422" y="3548109"/>
                  <a:pt x="11340690" y="3551728"/>
                  <a:pt x="11335430" y="3554695"/>
                </a:cubicBezTo>
                <a:cubicBezTo>
                  <a:pt x="11330170" y="3557663"/>
                  <a:pt x="11324482" y="3559146"/>
                  <a:pt x="11318368" y="3559146"/>
                </a:cubicBezTo>
                <a:cubicBezTo>
                  <a:pt x="11312524" y="3559146"/>
                  <a:pt x="11308095" y="3557775"/>
                  <a:pt x="11305083" y="3555033"/>
                </a:cubicBezTo>
                <a:cubicBezTo>
                  <a:pt x="11302071" y="3552290"/>
                  <a:pt x="11300565" y="3548761"/>
                  <a:pt x="11300565" y="3544445"/>
                </a:cubicBezTo>
                <a:cubicBezTo>
                  <a:pt x="11300565" y="3540668"/>
                  <a:pt x="11302094" y="3537296"/>
                  <a:pt x="11305150" y="3534329"/>
                </a:cubicBezTo>
                <a:cubicBezTo>
                  <a:pt x="11308118" y="3531452"/>
                  <a:pt x="11315176" y="3528530"/>
                  <a:pt x="11326326" y="3525562"/>
                </a:cubicBezTo>
                <a:cubicBezTo>
                  <a:pt x="11334508" y="3523494"/>
                  <a:pt x="11342376" y="3521111"/>
                  <a:pt x="11349930" y="3518414"/>
                </a:cubicBezTo>
                <a:close/>
                <a:moveTo>
                  <a:pt x="7692330" y="3518414"/>
                </a:moveTo>
                <a:lnTo>
                  <a:pt x="7692330" y="3527181"/>
                </a:lnTo>
                <a:cubicBezTo>
                  <a:pt x="7692330" y="3534014"/>
                  <a:pt x="7691228" y="3539567"/>
                  <a:pt x="7689025" y="3543838"/>
                </a:cubicBezTo>
                <a:cubicBezTo>
                  <a:pt x="7686822" y="3548109"/>
                  <a:pt x="7683091" y="3551728"/>
                  <a:pt x="7677831" y="3554695"/>
                </a:cubicBezTo>
                <a:cubicBezTo>
                  <a:pt x="7672571" y="3557663"/>
                  <a:pt x="7666883" y="3559146"/>
                  <a:pt x="7660769" y="3559146"/>
                </a:cubicBezTo>
                <a:cubicBezTo>
                  <a:pt x="7654924" y="3559146"/>
                  <a:pt x="7650496" y="3557775"/>
                  <a:pt x="7647484" y="3555033"/>
                </a:cubicBezTo>
                <a:cubicBezTo>
                  <a:pt x="7644472" y="3552290"/>
                  <a:pt x="7642965" y="3548761"/>
                  <a:pt x="7642965" y="3544445"/>
                </a:cubicBezTo>
                <a:cubicBezTo>
                  <a:pt x="7642965" y="3540668"/>
                  <a:pt x="7644494" y="3537296"/>
                  <a:pt x="7647551" y="3534329"/>
                </a:cubicBezTo>
                <a:cubicBezTo>
                  <a:pt x="7650518" y="3531452"/>
                  <a:pt x="7657577" y="3528530"/>
                  <a:pt x="7668727" y="3525562"/>
                </a:cubicBezTo>
                <a:cubicBezTo>
                  <a:pt x="7676909" y="3523494"/>
                  <a:pt x="7684777" y="3521111"/>
                  <a:pt x="7692330" y="3518414"/>
                </a:cubicBezTo>
                <a:close/>
                <a:moveTo>
                  <a:pt x="7311330" y="3518414"/>
                </a:moveTo>
                <a:lnTo>
                  <a:pt x="7311330" y="3527181"/>
                </a:lnTo>
                <a:cubicBezTo>
                  <a:pt x="7311330" y="3534014"/>
                  <a:pt x="7310228" y="3539567"/>
                  <a:pt x="7308025" y="3543838"/>
                </a:cubicBezTo>
                <a:cubicBezTo>
                  <a:pt x="7305822" y="3548109"/>
                  <a:pt x="7302091" y="3551728"/>
                  <a:pt x="7296831" y="3554695"/>
                </a:cubicBezTo>
                <a:cubicBezTo>
                  <a:pt x="7291571" y="3557663"/>
                  <a:pt x="7285883" y="3559146"/>
                  <a:pt x="7279769" y="3559146"/>
                </a:cubicBezTo>
                <a:cubicBezTo>
                  <a:pt x="7273924" y="3559146"/>
                  <a:pt x="7269496" y="3557775"/>
                  <a:pt x="7266484" y="3555033"/>
                </a:cubicBezTo>
                <a:cubicBezTo>
                  <a:pt x="7263471" y="3552290"/>
                  <a:pt x="7261965" y="3548761"/>
                  <a:pt x="7261965" y="3544445"/>
                </a:cubicBezTo>
                <a:cubicBezTo>
                  <a:pt x="7261965" y="3540668"/>
                  <a:pt x="7263494" y="3537296"/>
                  <a:pt x="7266551" y="3534329"/>
                </a:cubicBezTo>
                <a:cubicBezTo>
                  <a:pt x="7269518" y="3531452"/>
                  <a:pt x="7276577" y="3528530"/>
                  <a:pt x="7287727" y="3525562"/>
                </a:cubicBezTo>
                <a:cubicBezTo>
                  <a:pt x="7295909" y="3523494"/>
                  <a:pt x="7303777" y="3521111"/>
                  <a:pt x="7311330" y="3518414"/>
                </a:cubicBezTo>
                <a:close/>
                <a:moveTo>
                  <a:pt x="6987480" y="3518414"/>
                </a:moveTo>
                <a:lnTo>
                  <a:pt x="6987480" y="3527181"/>
                </a:lnTo>
                <a:cubicBezTo>
                  <a:pt x="6987480" y="3534014"/>
                  <a:pt x="6986378" y="3539567"/>
                  <a:pt x="6984175" y="3543838"/>
                </a:cubicBezTo>
                <a:cubicBezTo>
                  <a:pt x="6981972" y="3548109"/>
                  <a:pt x="6978241" y="3551728"/>
                  <a:pt x="6972981" y="3554695"/>
                </a:cubicBezTo>
                <a:cubicBezTo>
                  <a:pt x="6967721" y="3557663"/>
                  <a:pt x="6962033" y="3559146"/>
                  <a:pt x="6955919" y="3559146"/>
                </a:cubicBezTo>
                <a:cubicBezTo>
                  <a:pt x="6950074" y="3559146"/>
                  <a:pt x="6945646" y="3557775"/>
                  <a:pt x="6942634" y="3555033"/>
                </a:cubicBezTo>
                <a:cubicBezTo>
                  <a:pt x="6939621" y="3552290"/>
                  <a:pt x="6938115" y="3548761"/>
                  <a:pt x="6938115" y="3544445"/>
                </a:cubicBezTo>
                <a:cubicBezTo>
                  <a:pt x="6938115" y="3540668"/>
                  <a:pt x="6939644" y="3537296"/>
                  <a:pt x="6942701" y="3534329"/>
                </a:cubicBezTo>
                <a:cubicBezTo>
                  <a:pt x="6945668" y="3531452"/>
                  <a:pt x="6952727" y="3528530"/>
                  <a:pt x="6963877" y="3525562"/>
                </a:cubicBezTo>
                <a:cubicBezTo>
                  <a:pt x="6972059" y="3523494"/>
                  <a:pt x="6979927" y="3521111"/>
                  <a:pt x="6987480" y="3518414"/>
                </a:cubicBezTo>
                <a:close/>
                <a:moveTo>
                  <a:pt x="11703820" y="3480919"/>
                </a:moveTo>
                <a:cubicBezTo>
                  <a:pt x="11711102" y="3480919"/>
                  <a:pt x="11717127" y="3483683"/>
                  <a:pt x="11721892" y="3489213"/>
                </a:cubicBezTo>
                <a:cubicBezTo>
                  <a:pt x="11726658" y="3494743"/>
                  <a:pt x="11729041" y="3503128"/>
                  <a:pt x="11729041" y="3514368"/>
                </a:cubicBezTo>
                <a:cubicBezTo>
                  <a:pt x="11729041" y="3526776"/>
                  <a:pt x="11726704" y="3535723"/>
                  <a:pt x="11722028" y="3541208"/>
                </a:cubicBezTo>
                <a:cubicBezTo>
                  <a:pt x="11717352" y="3546693"/>
                  <a:pt x="11711507" y="3549435"/>
                  <a:pt x="11704494" y="3549435"/>
                </a:cubicBezTo>
                <a:cubicBezTo>
                  <a:pt x="11697930" y="3549435"/>
                  <a:pt x="11692422" y="3546715"/>
                  <a:pt x="11687972" y="3541275"/>
                </a:cubicBezTo>
                <a:cubicBezTo>
                  <a:pt x="11683520" y="3535835"/>
                  <a:pt x="11681295" y="3527271"/>
                  <a:pt x="11681295" y="3515582"/>
                </a:cubicBezTo>
                <a:cubicBezTo>
                  <a:pt x="11681295" y="3503083"/>
                  <a:pt x="11683453" y="3494181"/>
                  <a:pt x="11687769" y="3488876"/>
                </a:cubicBezTo>
                <a:cubicBezTo>
                  <a:pt x="11692085" y="3483571"/>
                  <a:pt x="11697436" y="3480919"/>
                  <a:pt x="11703820" y="3480919"/>
                </a:cubicBezTo>
                <a:close/>
                <a:moveTo>
                  <a:pt x="7484835" y="3480919"/>
                </a:moveTo>
                <a:cubicBezTo>
                  <a:pt x="7491040" y="3480919"/>
                  <a:pt x="7496322" y="3483571"/>
                  <a:pt x="7500683" y="3488876"/>
                </a:cubicBezTo>
                <a:cubicBezTo>
                  <a:pt x="7505044" y="3494181"/>
                  <a:pt x="7507225" y="3502499"/>
                  <a:pt x="7507225" y="3513828"/>
                </a:cubicBezTo>
                <a:cubicBezTo>
                  <a:pt x="7507225" y="3526686"/>
                  <a:pt x="7504999" y="3535835"/>
                  <a:pt x="7500548" y="3541275"/>
                </a:cubicBezTo>
                <a:cubicBezTo>
                  <a:pt x="7496098" y="3546715"/>
                  <a:pt x="7490590" y="3549435"/>
                  <a:pt x="7484026" y="3549435"/>
                </a:cubicBezTo>
                <a:cubicBezTo>
                  <a:pt x="7476923" y="3549435"/>
                  <a:pt x="7471056" y="3546670"/>
                  <a:pt x="7466425" y="3541140"/>
                </a:cubicBezTo>
                <a:cubicBezTo>
                  <a:pt x="7461794" y="3535611"/>
                  <a:pt x="7459479" y="3526686"/>
                  <a:pt x="7459479" y="3514368"/>
                </a:cubicBezTo>
                <a:cubicBezTo>
                  <a:pt x="7459479" y="3503128"/>
                  <a:pt x="7461839" y="3494743"/>
                  <a:pt x="7466560" y="3489213"/>
                </a:cubicBezTo>
                <a:cubicBezTo>
                  <a:pt x="7471280" y="3483683"/>
                  <a:pt x="7477373" y="3480919"/>
                  <a:pt x="7484835" y="3480919"/>
                </a:cubicBezTo>
                <a:close/>
                <a:moveTo>
                  <a:pt x="9728015" y="3477682"/>
                </a:moveTo>
                <a:cubicBezTo>
                  <a:pt x="9735568" y="3477682"/>
                  <a:pt x="9741907" y="3480716"/>
                  <a:pt x="9747032" y="3486786"/>
                </a:cubicBezTo>
                <a:cubicBezTo>
                  <a:pt x="9752157" y="3492855"/>
                  <a:pt x="9754720" y="3502094"/>
                  <a:pt x="9754720" y="3514503"/>
                </a:cubicBezTo>
                <a:cubicBezTo>
                  <a:pt x="9754720" y="3527810"/>
                  <a:pt x="9752180" y="3537476"/>
                  <a:pt x="9747100" y="3543501"/>
                </a:cubicBezTo>
                <a:cubicBezTo>
                  <a:pt x="9742019" y="3549525"/>
                  <a:pt x="9735522" y="3552537"/>
                  <a:pt x="9727610" y="3552537"/>
                </a:cubicBezTo>
                <a:cubicBezTo>
                  <a:pt x="9719787" y="3552537"/>
                  <a:pt x="9713291" y="3549480"/>
                  <a:pt x="9708120" y="3543366"/>
                </a:cubicBezTo>
                <a:cubicBezTo>
                  <a:pt x="9702950" y="3537251"/>
                  <a:pt x="9700365" y="3527810"/>
                  <a:pt x="9700365" y="3515042"/>
                </a:cubicBezTo>
                <a:cubicBezTo>
                  <a:pt x="9700365" y="3502454"/>
                  <a:pt x="9702973" y="3493080"/>
                  <a:pt x="9708188" y="3486920"/>
                </a:cubicBezTo>
                <a:cubicBezTo>
                  <a:pt x="9713403" y="3480761"/>
                  <a:pt x="9720012" y="3477682"/>
                  <a:pt x="9728015" y="3477682"/>
                </a:cubicBezTo>
                <a:close/>
                <a:moveTo>
                  <a:pt x="11033344" y="3472421"/>
                </a:moveTo>
                <a:cubicBezTo>
                  <a:pt x="11040897" y="3472421"/>
                  <a:pt x="11046989" y="3474714"/>
                  <a:pt x="11051620" y="3479300"/>
                </a:cubicBezTo>
                <a:cubicBezTo>
                  <a:pt x="11056250" y="3483886"/>
                  <a:pt x="11059105" y="3491484"/>
                  <a:pt x="11060184" y="3502094"/>
                </a:cubicBezTo>
                <a:lnTo>
                  <a:pt x="11006099" y="3502094"/>
                </a:lnTo>
                <a:cubicBezTo>
                  <a:pt x="11006998" y="3493552"/>
                  <a:pt x="11009111" y="3487123"/>
                  <a:pt x="11012438" y="3482807"/>
                </a:cubicBezTo>
                <a:cubicBezTo>
                  <a:pt x="11017654" y="3475883"/>
                  <a:pt x="11024622" y="3472421"/>
                  <a:pt x="11033344" y="3472421"/>
                </a:cubicBezTo>
                <a:close/>
                <a:moveTo>
                  <a:pt x="10328494" y="3472421"/>
                </a:moveTo>
                <a:cubicBezTo>
                  <a:pt x="10336048" y="3472421"/>
                  <a:pt x="10342139" y="3474714"/>
                  <a:pt x="10346770" y="3479300"/>
                </a:cubicBezTo>
                <a:cubicBezTo>
                  <a:pt x="10351400" y="3483886"/>
                  <a:pt x="10354256" y="3491484"/>
                  <a:pt x="10355334" y="3502094"/>
                </a:cubicBezTo>
                <a:lnTo>
                  <a:pt x="10301250" y="3502094"/>
                </a:lnTo>
                <a:cubicBezTo>
                  <a:pt x="10302148" y="3493552"/>
                  <a:pt x="10304262" y="3487123"/>
                  <a:pt x="10307588" y="3482807"/>
                </a:cubicBezTo>
                <a:cubicBezTo>
                  <a:pt x="10312804" y="3475883"/>
                  <a:pt x="10319772" y="3472421"/>
                  <a:pt x="10328494" y="3472421"/>
                </a:cubicBezTo>
                <a:close/>
                <a:moveTo>
                  <a:pt x="8042494" y="3472421"/>
                </a:moveTo>
                <a:cubicBezTo>
                  <a:pt x="8050047" y="3472421"/>
                  <a:pt x="8056140" y="3474714"/>
                  <a:pt x="8060770" y="3479300"/>
                </a:cubicBezTo>
                <a:cubicBezTo>
                  <a:pt x="8065401" y="3483886"/>
                  <a:pt x="8068256" y="3491484"/>
                  <a:pt x="8069335" y="3502094"/>
                </a:cubicBezTo>
                <a:lnTo>
                  <a:pt x="8015250" y="3502094"/>
                </a:lnTo>
                <a:cubicBezTo>
                  <a:pt x="8016149" y="3493552"/>
                  <a:pt x="8018262" y="3487123"/>
                  <a:pt x="8021589" y="3482807"/>
                </a:cubicBezTo>
                <a:cubicBezTo>
                  <a:pt x="8026804" y="3475883"/>
                  <a:pt x="8033773" y="3472421"/>
                  <a:pt x="8042494" y="3472421"/>
                </a:cubicBezTo>
                <a:close/>
                <a:moveTo>
                  <a:pt x="10632615" y="3443153"/>
                </a:moveTo>
                <a:lnTo>
                  <a:pt x="10632615" y="3534329"/>
                </a:lnTo>
                <a:cubicBezTo>
                  <a:pt x="10632615" y="3553122"/>
                  <a:pt x="10636908" y="3567037"/>
                  <a:pt x="10645496" y="3576073"/>
                </a:cubicBezTo>
                <a:cubicBezTo>
                  <a:pt x="10654083" y="3585110"/>
                  <a:pt x="10665930" y="3589628"/>
                  <a:pt x="10681036" y="3589628"/>
                </a:cubicBezTo>
                <a:cubicBezTo>
                  <a:pt x="10692365" y="3589628"/>
                  <a:pt x="10701918" y="3587605"/>
                  <a:pt x="10709696" y="3583559"/>
                </a:cubicBezTo>
                <a:cubicBezTo>
                  <a:pt x="10717474" y="3579513"/>
                  <a:pt x="10725184" y="3572724"/>
                  <a:pt x="10732828" y="3563193"/>
                </a:cubicBezTo>
                <a:lnTo>
                  <a:pt x="10732828" y="3586391"/>
                </a:lnTo>
                <a:lnTo>
                  <a:pt x="10784080" y="3586391"/>
                </a:lnTo>
                <a:lnTo>
                  <a:pt x="10784080" y="3443153"/>
                </a:lnTo>
                <a:lnTo>
                  <a:pt x="10729186" y="3443153"/>
                </a:lnTo>
                <a:lnTo>
                  <a:pt x="10729186" y="3512075"/>
                </a:lnTo>
                <a:cubicBezTo>
                  <a:pt x="10729186" y="3525113"/>
                  <a:pt x="10727096" y="3534149"/>
                  <a:pt x="10722914" y="3539185"/>
                </a:cubicBezTo>
                <a:cubicBezTo>
                  <a:pt x="10718733" y="3544220"/>
                  <a:pt x="10713360" y="3546738"/>
                  <a:pt x="10706797" y="3546738"/>
                </a:cubicBezTo>
                <a:cubicBezTo>
                  <a:pt x="10700772" y="3546738"/>
                  <a:pt x="10696096" y="3544850"/>
                  <a:pt x="10692770" y="3541073"/>
                </a:cubicBezTo>
                <a:cubicBezTo>
                  <a:pt x="10689442" y="3537296"/>
                  <a:pt x="10687780" y="3530912"/>
                  <a:pt x="10687780" y="3521921"/>
                </a:cubicBezTo>
                <a:lnTo>
                  <a:pt x="10687780" y="3443153"/>
                </a:lnTo>
                <a:close/>
                <a:moveTo>
                  <a:pt x="8598074" y="3443153"/>
                </a:moveTo>
                <a:lnTo>
                  <a:pt x="8658182" y="3586366"/>
                </a:lnTo>
                <a:cubicBezTo>
                  <a:pt x="8655398" y="3594019"/>
                  <a:pt x="8652007" y="3599330"/>
                  <a:pt x="8648009" y="3602301"/>
                </a:cubicBezTo>
                <a:cubicBezTo>
                  <a:pt x="8644011" y="3605272"/>
                  <a:pt x="8638778" y="3606757"/>
                  <a:pt x="8632310" y="3606757"/>
                </a:cubicBezTo>
                <a:cubicBezTo>
                  <a:pt x="8622607" y="3606757"/>
                  <a:pt x="8613803" y="3605498"/>
                  <a:pt x="8605897" y="3602981"/>
                </a:cubicBezTo>
                <a:lnTo>
                  <a:pt x="8610209" y="3641285"/>
                </a:lnTo>
                <a:cubicBezTo>
                  <a:pt x="8626747" y="3643443"/>
                  <a:pt x="8638970" y="3644522"/>
                  <a:pt x="8646880" y="3644522"/>
                </a:cubicBezTo>
                <a:cubicBezTo>
                  <a:pt x="8666384" y="3644522"/>
                  <a:pt x="8680899" y="3640203"/>
                  <a:pt x="8690426" y="3631564"/>
                </a:cubicBezTo>
                <a:cubicBezTo>
                  <a:pt x="8697167" y="3625445"/>
                  <a:pt x="8703773" y="3613658"/>
                  <a:pt x="8710244" y="3596201"/>
                </a:cubicBezTo>
                <a:lnTo>
                  <a:pt x="8767073" y="3443153"/>
                </a:lnTo>
                <a:lnTo>
                  <a:pt x="8712980" y="3443153"/>
                </a:lnTo>
                <a:lnTo>
                  <a:pt x="8685541" y="3538510"/>
                </a:lnTo>
                <a:lnTo>
                  <a:pt x="8655997" y="3443153"/>
                </a:lnTo>
                <a:close/>
                <a:moveTo>
                  <a:pt x="8156790" y="3443153"/>
                </a:moveTo>
                <a:lnTo>
                  <a:pt x="8156790" y="3498183"/>
                </a:lnTo>
                <a:lnTo>
                  <a:pt x="8215461" y="3498183"/>
                </a:lnTo>
                <a:lnTo>
                  <a:pt x="8215461" y="3443153"/>
                </a:lnTo>
                <a:close/>
                <a:moveTo>
                  <a:pt x="11545690" y="3439916"/>
                </a:moveTo>
                <a:cubicBezTo>
                  <a:pt x="11534450" y="3439916"/>
                  <a:pt x="11524918" y="3441962"/>
                  <a:pt x="11517096" y="3446053"/>
                </a:cubicBezTo>
                <a:cubicBezTo>
                  <a:pt x="11509273" y="3450144"/>
                  <a:pt x="11501540" y="3456956"/>
                  <a:pt x="11493898" y="3466487"/>
                </a:cubicBezTo>
                <a:lnTo>
                  <a:pt x="11493898" y="3443153"/>
                </a:lnTo>
                <a:lnTo>
                  <a:pt x="11442780" y="3443153"/>
                </a:lnTo>
                <a:lnTo>
                  <a:pt x="11442780" y="3586391"/>
                </a:lnTo>
                <a:lnTo>
                  <a:pt x="11497674" y="3586391"/>
                </a:lnTo>
                <a:lnTo>
                  <a:pt x="11497674" y="3517605"/>
                </a:lnTo>
                <a:cubicBezTo>
                  <a:pt x="11497674" y="3504567"/>
                  <a:pt x="11499742" y="3495530"/>
                  <a:pt x="11503878" y="3490495"/>
                </a:cubicBezTo>
                <a:cubicBezTo>
                  <a:pt x="11508014" y="3485459"/>
                  <a:pt x="11513410" y="3482942"/>
                  <a:pt x="11520063" y="3482942"/>
                </a:cubicBezTo>
                <a:cubicBezTo>
                  <a:pt x="11526088" y="3482942"/>
                  <a:pt x="11530763" y="3484807"/>
                  <a:pt x="11534090" y="3488539"/>
                </a:cubicBezTo>
                <a:cubicBezTo>
                  <a:pt x="11537418" y="3492270"/>
                  <a:pt x="11539080" y="3498632"/>
                  <a:pt x="11539080" y="3507624"/>
                </a:cubicBezTo>
                <a:lnTo>
                  <a:pt x="11539080" y="3586391"/>
                </a:lnTo>
                <a:lnTo>
                  <a:pt x="11594244" y="3586391"/>
                </a:lnTo>
                <a:lnTo>
                  <a:pt x="11594244" y="3495350"/>
                </a:lnTo>
                <a:cubicBezTo>
                  <a:pt x="11594244" y="3476468"/>
                  <a:pt x="11589952" y="3462508"/>
                  <a:pt x="11581364" y="3453471"/>
                </a:cubicBezTo>
                <a:cubicBezTo>
                  <a:pt x="11572777" y="3444435"/>
                  <a:pt x="11560886" y="3439916"/>
                  <a:pt x="11545690" y="3439916"/>
                </a:cubicBezTo>
                <a:close/>
                <a:moveTo>
                  <a:pt x="11323898" y="3439916"/>
                </a:moveTo>
                <a:cubicBezTo>
                  <a:pt x="11313648" y="3439916"/>
                  <a:pt x="11304116" y="3440681"/>
                  <a:pt x="11295304" y="3442209"/>
                </a:cubicBezTo>
                <a:cubicBezTo>
                  <a:pt x="11286493" y="3443738"/>
                  <a:pt x="11279569" y="3445896"/>
                  <a:pt x="11274534" y="3448683"/>
                </a:cubicBezTo>
                <a:cubicBezTo>
                  <a:pt x="11267520" y="3452550"/>
                  <a:pt x="11262148" y="3457113"/>
                  <a:pt x="11258416" y="3462373"/>
                </a:cubicBezTo>
                <a:cubicBezTo>
                  <a:pt x="11254684" y="3467633"/>
                  <a:pt x="11251830" y="3474849"/>
                  <a:pt x="11249852" y="3484021"/>
                </a:cubicBezTo>
                <a:lnTo>
                  <a:pt x="11302318" y="3489551"/>
                </a:lnTo>
                <a:cubicBezTo>
                  <a:pt x="11304476" y="3483346"/>
                  <a:pt x="11307308" y="3479120"/>
                  <a:pt x="11310816" y="3476872"/>
                </a:cubicBezTo>
                <a:cubicBezTo>
                  <a:pt x="11315311" y="3473995"/>
                  <a:pt x="11322055" y="3472556"/>
                  <a:pt x="11331046" y="3472556"/>
                </a:cubicBezTo>
                <a:cubicBezTo>
                  <a:pt x="11338060" y="3472556"/>
                  <a:pt x="11342960" y="3473905"/>
                  <a:pt x="11345748" y="3476603"/>
                </a:cubicBezTo>
                <a:cubicBezTo>
                  <a:pt x="11348536" y="3479300"/>
                  <a:pt x="11349930" y="3484021"/>
                  <a:pt x="11349930" y="3490764"/>
                </a:cubicBezTo>
                <a:cubicBezTo>
                  <a:pt x="11343096" y="3493462"/>
                  <a:pt x="11336622" y="3495642"/>
                  <a:pt x="11330507" y="3497306"/>
                </a:cubicBezTo>
                <a:cubicBezTo>
                  <a:pt x="11324393" y="3498969"/>
                  <a:pt x="11311040" y="3501869"/>
                  <a:pt x="11290449" y="3506005"/>
                </a:cubicBezTo>
                <a:cubicBezTo>
                  <a:pt x="11273276" y="3509422"/>
                  <a:pt x="11261496" y="3514637"/>
                  <a:pt x="11255112" y="3521651"/>
                </a:cubicBezTo>
                <a:cubicBezTo>
                  <a:pt x="11248728" y="3528664"/>
                  <a:pt x="11245536" y="3537611"/>
                  <a:pt x="11245536" y="3548491"/>
                </a:cubicBezTo>
                <a:cubicBezTo>
                  <a:pt x="11245536" y="3560090"/>
                  <a:pt x="11249964" y="3569846"/>
                  <a:pt x="11258821" y="3577759"/>
                </a:cubicBezTo>
                <a:cubicBezTo>
                  <a:pt x="11267678" y="3585672"/>
                  <a:pt x="11280648" y="3589628"/>
                  <a:pt x="11297732" y="3589628"/>
                </a:cubicBezTo>
                <a:cubicBezTo>
                  <a:pt x="11310590" y="3589628"/>
                  <a:pt x="11321875" y="3587650"/>
                  <a:pt x="11331586" y="3583694"/>
                </a:cubicBezTo>
                <a:cubicBezTo>
                  <a:pt x="11338690" y="3580726"/>
                  <a:pt x="11345838" y="3575781"/>
                  <a:pt x="11353032" y="3568857"/>
                </a:cubicBezTo>
                <a:cubicBezTo>
                  <a:pt x="11353661" y="3572993"/>
                  <a:pt x="11354290" y="3576028"/>
                  <a:pt x="11354920" y="3577961"/>
                </a:cubicBezTo>
                <a:cubicBezTo>
                  <a:pt x="11355550" y="3579895"/>
                  <a:pt x="11356898" y="3582704"/>
                  <a:pt x="11358966" y="3586391"/>
                </a:cubicBezTo>
                <a:lnTo>
                  <a:pt x="11410488" y="3586391"/>
                </a:lnTo>
                <a:cubicBezTo>
                  <a:pt x="11407612" y="3580457"/>
                  <a:pt x="11405745" y="3575579"/>
                  <a:pt x="11404891" y="3571757"/>
                </a:cubicBezTo>
                <a:cubicBezTo>
                  <a:pt x="11404037" y="3567936"/>
                  <a:pt x="11403610" y="3562653"/>
                  <a:pt x="11403610" y="3555909"/>
                </a:cubicBezTo>
                <a:lnTo>
                  <a:pt x="11403610" y="3492653"/>
                </a:lnTo>
                <a:cubicBezTo>
                  <a:pt x="11403610" y="3485909"/>
                  <a:pt x="11402261" y="3478828"/>
                  <a:pt x="11399564" y="3471410"/>
                </a:cubicBezTo>
                <a:cubicBezTo>
                  <a:pt x="11396866" y="3463992"/>
                  <a:pt x="11393180" y="3458259"/>
                  <a:pt x="11388504" y="3454213"/>
                </a:cubicBezTo>
                <a:cubicBezTo>
                  <a:pt x="11381850" y="3448368"/>
                  <a:pt x="11373532" y="3444525"/>
                  <a:pt x="11363552" y="3442681"/>
                </a:cubicBezTo>
                <a:cubicBezTo>
                  <a:pt x="11353571" y="3440838"/>
                  <a:pt x="11340353" y="3439916"/>
                  <a:pt x="11323898" y="3439916"/>
                </a:cubicBezTo>
                <a:close/>
                <a:moveTo>
                  <a:pt x="11031051" y="3439916"/>
                </a:moveTo>
                <a:cubicBezTo>
                  <a:pt x="11005784" y="3439916"/>
                  <a:pt x="10985980" y="3446840"/>
                  <a:pt x="10971638" y="3460687"/>
                </a:cubicBezTo>
                <a:cubicBezTo>
                  <a:pt x="10957297" y="3474534"/>
                  <a:pt x="10950126" y="3492653"/>
                  <a:pt x="10950126" y="3515042"/>
                </a:cubicBezTo>
                <a:cubicBezTo>
                  <a:pt x="10950126" y="3530777"/>
                  <a:pt x="10953700" y="3544467"/>
                  <a:pt x="10960848" y="3556112"/>
                </a:cubicBezTo>
                <a:cubicBezTo>
                  <a:pt x="10967997" y="3567756"/>
                  <a:pt x="10977011" y="3576253"/>
                  <a:pt x="10987891" y="3581603"/>
                </a:cubicBezTo>
                <a:cubicBezTo>
                  <a:pt x="10998771" y="3586953"/>
                  <a:pt x="11013697" y="3589628"/>
                  <a:pt x="11032670" y="3589628"/>
                </a:cubicBezTo>
                <a:cubicBezTo>
                  <a:pt x="11054520" y="3589628"/>
                  <a:pt x="11071290" y="3586504"/>
                  <a:pt x="11082978" y="3580254"/>
                </a:cubicBezTo>
                <a:cubicBezTo>
                  <a:pt x="11094668" y="3574005"/>
                  <a:pt x="11104648" y="3563687"/>
                  <a:pt x="11112920" y="3549300"/>
                </a:cubicBezTo>
                <a:lnTo>
                  <a:pt x="11058836" y="3544310"/>
                </a:lnTo>
                <a:cubicBezTo>
                  <a:pt x="11055419" y="3548626"/>
                  <a:pt x="11052226" y="3551638"/>
                  <a:pt x="11049260" y="3553347"/>
                </a:cubicBezTo>
                <a:cubicBezTo>
                  <a:pt x="11044404" y="3556044"/>
                  <a:pt x="11039278" y="3557393"/>
                  <a:pt x="11033884" y="3557393"/>
                </a:cubicBezTo>
                <a:cubicBezTo>
                  <a:pt x="11025342" y="3557393"/>
                  <a:pt x="11018418" y="3554291"/>
                  <a:pt x="11013112" y="3548087"/>
                </a:cubicBezTo>
                <a:cubicBezTo>
                  <a:pt x="11009336" y="3543770"/>
                  <a:pt x="11006953" y="3537207"/>
                  <a:pt x="11005964" y="3528395"/>
                </a:cubicBezTo>
                <a:lnTo>
                  <a:pt x="11116022" y="3528395"/>
                </a:lnTo>
                <a:lnTo>
                  <a:pt x="11116022" y="3522190"/>
                </a:lnTo>
                <a:cubicBezTo>
                  <a:pt x="11116022" y="3503308"/>
                  <a:pt x="11112920" y="3487977"/>
                  <a:pt x="11106716" y="3476198"/>
                </a:cubicBezTo>
                <a:cubicBezTo>
                  <a:pt x="11100512" y="3464419"/>
                  <a:pt x="11091476" y="3455427"/>
                  <a:pt x="11079606" y="3449223"/>
                </a:cubicBezTo>
                <a:cubicBezTo>
                  <a:pt x="11067737" y="3443019"/>
                  <a:pt x="11051552" y="3439916"/>
                  <a:pt x="11031051" y="3439916"/>
                </a:cubicBezTo>
                <a:close/>
                <a:moveTo>
                  <a:pt x="10910380" y="3439916"/>
                </a:moveTo>
                <a:cubicBezTo>
                  <a:pt x="10902646" y="3439916"/>
                  <a:pt x="10896150" y="3441827"/>
                  <a:pt x="10890890" y="3445649"/>
                </a:cubicBezTo>
                <a:cubicBezTo>
                  <a:pt x="10885630" y="3449470"/>
                  <a:pt x="10880527" y="3456461"/>
                  <a:pt x="10875582" y="3466622"/>
                </a:cubicBezTo>
                <a:lnTo>
                  <a:pt x="10875582" y="3443153"/>
                </a:lnTo>
                <a:lnTo>
                  <a:pt x="10824194" y="3443153"/>
                </a:lnTo>
                <a:lnTo>
                  <a:pt x="10824194" y="3586391"/>
                </a:lnTo>
                <a:lnTo>
                  <a:pt x="10879358" y="3586391"/>
                </a:lnTo>
                <a:lnTo>
                  <a:pt x="10879358" y="3538375"/>
                </a:lnTo>
                <a:cubicBezTo>
                  <a:pt x="10879358" y="3515447"/>
                  <a:pt x="10882190" y="3499801"/>
                  <a:pt x="10887856" y="3491439"/>
                </a:cubicBezTo>
                <a:cubicBezTo>
                  <a:pt x="10891812" y="3485504"/>
                  <a:pt x="10897386" y="3482537"/>
                  <a:pt x="10904580" y="3482537"/>
                </a:cubicBezTo>
                <a:cubicBezTo>
                  <a:pt x="10908356" y="3482537"/>
                  <a:pt x="10913482" y="3483886"/>
                  <a:pt x="10919956" y="3486583"/>
                </a:cubicBezTo>
                <a:lnTo>
                  <a:pt x="10936950" y="3447469"/>
                </a:lnTo>
                <a:cubicBezTo>
                  <a:pt x="10927329" y="3442434"/>
                  <a:pt x="10918472" y="3439916"/>
                  <a:pt x="10910380" y="3439916"/>
                </a:cubicBezTo>
                <a:close/>
                <a:moveTo>
                  <a:pt x="10519534" y="3439916"/>
                </a:moveTo>
                <a:cubicBezTo>
                  <a:pt x="10502809" y="3439916"/>
                  <a:pt x="10489097" y="3442117"/>
                  <a:pt x="10478396" y="3446519"/>
                </a:cubicBezTo>
                <a:cubicBezTo>
                  <a:pt x="10471653" y="3449304"/>
                  <a:pt x="10465089" y="3453548"/>
                  <a:pt x="10458705" y="3459253"/>
                </a:cubicBezTo>
                <a:cubicBezTo>
                  <a:pt x="10452320" y="3464958"/>
                  <a:pt x="10447286" y="3471403"/>
                  <a:pt x="10443599" y="3478590"/>
                </a:cubicBezTo>
                <a:cubicBezTo>
                  <a:pt x="10438564" y="3488382"/>
                  <a:pt x="10436046" y="3500645"/>
                  <a:pt x="10436046" y="3515379"/>
                </a:cubicBezTo>
                <a:cubicBezTo>
                  <a:pt x="10436046" y="3529483"/>
                  <a:pt x="10438114" y="3540803"/>
                  <a:pt x="10442250" y="3549337"/>
                </a:cubicBezTo>
                <a:cubicBezTo>
                  <a:pt x="10446386" y="3557872"/>
                  <a:pt x="10452096" y="3565306"/>
                  <a:pt x="10459380" y="3571639"/>
                </a:cubicBezTo>
                <a:cubicBezTo>
                  <a:pt x="10466662" y="3577973"/>
                  <a:pt x="10475362" y="3582554"/>
                  <a:pt x="10485478" y="3585384"/>
                </a:cubicBezTo>
                <a:cubicBezTo>
                  <a:pt x="10495594" y="3588213"/>
                  <a:pt x="10508250" y="3589628"/>
                  <a:pt x="10523445" y="3589628"/>
                </a:cubicBezTo>
                <a:cubicBezTo>
                  <a:pt x="10539180" y="3589628"/>
                  <a:pt x="10552152" y="3587425"/>
                  <a:pt x="10562356" y="3583019"/>
                </a:cubicBezTo>
                <a:cubicBezTo>
                  <a:pt x="10572562" y="3578613"/>
                  <a:pt x="10580947" y="3572432"/>
                  <a:pt x="10587511" y="3564474"/>
                </a:cubicBezTo>
                <a:cubicBezTo>
                  <a:pt x="10594075" y="3556516"/>
                  <a:pt x="10598796" y="3547097"/>
                  <a:pt x="10601673" y="3536217"/>
                </a:cubicBezTo>
                <a:lnTo>
                  <a:pt x="10549476" y="3530283"/>
                </a:lnTo>
                <a:cubicBezTo>
                  <a:pt x="10547048" y="3537926"/>
                  <a:pt x="10543384" y="3543591"/>
                  <a:pt x="10538484" y="3547277"/>
                </a:cubicBezTo>
                <a:cubicBezTo>
                  <a:pt x="10533583" y="3550964"/>
                  <a:pt x="10527536" y="3552807"/>
                  <a:pt x="10520343" y="3552807"/>
                </a:cubicBezTo>
                <a:cubicBezTo>
                  <a:pt x="10511711" y="3552807"/>
                  <a:pt x="10504608" y="3549756"/>
                  <a:pt x="10499032" y="3543652"/>
                </a:cubicBezTo>
                <a:cubicBezTo>
                  <a:pt x="10493458" y="3537549"/>
                  <a:pt x="10490670" y="3528619"/>
                  <a:pt x="10490670" y="3516861"/>
                </a:cubicBezTo>
                <a:cubicBezTo>
                  <a:pt x="10490670" y="3503665"/>
                  <a:pt x="10493480" y="3493814"/>
                  <a:pt x="10499100" y="3487307"/>
                </a:cubicBezTo>
                <a:cubicBezTo>
                  <a:pt x="10504720" y="3480800"/>
                  <a:pt x="10512070" y="3477547"/>
                  <a:pt x="10521152" y="3477547"/>
                </a:cubicBezTo>
                <a:cubicBezTo>
                  <a:pt x="10528346" y="3477547"/>
                  <a:pt x="10534078" y="3479098"/>
                  <a:pt x="10538349" y="3482200"/>
                </a:cubicBezTo>
                <a:cubicBezTo>
                  <a:pt x="10542620" y="3485302"/>
                  <a:pt x="10545564" y="3489910"/>
                  <a:pt x="10547183" y="3496025"/>
                </a:cubicBezTo>
                <a:lnTo>
                  <a:pt x="10598840" y="3489146"/>
                </a:lnTo>
                <a:cubicBezTo>
                  <a:pt x="10593895" y="3473051"/>
                  <a:pt x="10585286" y="3460822"/>
                  <a:pt x="10573012" y="3452460"/>
                </a:cubicBezTo>
                <a:cubicBezTo>
                  <a:pt x="10560738" y="3444098"/>
                  <a:pt x="10542912" y="3439916"/>
                  <a:pt x="10519534" y="3439916"/>
                </a:cubicBezTo>
                <a:close/>
                <a:moveTo>
                  <a:pt x="10326202" y="3439916"/>
                </a:moveTo>
                <a:cubicBezTo>
                  <a:pt x="10300934" y="3439916"/>
                  <a:pt x="10281130" y="3446840"/>
                  <a:pt x="10266789" y="3460687"/>
                </a:cubicBezTo>
                <a:cubicBezTo>
                  <a:pt x="10252447" y="3474534"/>
                  <a:pt x="10245276" y="3492653"/>
                  <a:pt x="10245276" y="3515042"/>
                </a:cubicBezTo>
                <a:cubicBezTo>
                  <a:pt x="10245276" y="3530777"/>
                  <a:pt x="10248850" y="3544467"/>
                  <a:pt x="10255999" y="3556112"/>
                </a:cubicBezTo>
                <a:cubicBezTo>
                  <a:pt x="10263147" y="3567756"/>
                  <a:pt x="10272161" y="3576253"/>
                  <a:pt x="10283041" y="3581603"/>
                </a:cubicBezTo>
                <a:cubicBezTo>
                  <a:pt x="10293921" y="3586953"/>
                  <a:pt x="10308848" y="3589628"/>
                  <a:pt x="10327820" y="3589628"/>
                </a:cubicBezTo>
                <a:cubicBezTo>
                  <a:pt x="10349670" y="3589628"/>
                  <a:pt x="10366440" y="3586504"/>
                  <a:pt x="10378128" y="3580254"/>
                </a:cubicBezTo>
                <a:cubicBezTo>
                  <a:pt x="10389818" y="3574005"/>
                  <a:pt x="10399798" y="3563687"/>
                  <a:pt x="10408071" y="3549300"/>
                </a:cubicBezTo>
                <a:lnTo>
                  <a:pt x="10353986" y="3544310"/>
                </a:lnTo>
                <a:cubicBezTo>
                  <a:pt x="10350569" y="3548626"/>
                  <a:pt x="10347377" y="3551638"/>
                  <a:pt x="10344410" y="3553347"/>
                </a:cubicBezTo>
                <a:cubicBezTo>
                  <a:pt x="10339554" y="3556044"/>
                  <a:pt x="10334429" y="3557393"/>
                  <a:pt x="10329034" y="3557393"/>
                </a:cubicBezTo>
                <a:cubicBezTo>
                  <a:pt x="10320492" y="3557393"/>
                  <a:pt x="10313568" y="3554291"/>
                  <a:pt x="10308263" y="3548087"/>
                </a:cubicBezTo>
                <a:cubicBezTo>
                  <a:pt x="10304486" y="3543770"/>
                  <a:pt x="10302104" y="3537207"/>
                  <a:pt x="10301114" y="3528395"/>
                </a:cubicBezTo>
                <a:lnTo>
                  <a:pt x="10411173" y="3528395"/>
                </a:lnTo>
                <a:lnTo>
                  <a:pt x="10411173" y="3522190"/>
                </a:lnTo>
                <a:cubicBezTo>
                  <a:pt x="10411173" y="3503308"/>
                  <a:pt x="10408071" y="3487977"/>
                  <a:pt x="10401866" y="3476198"/>
                </a:cubicBezTo>
                <a:cubicBezTo>
                  <a:pt x="10395662" y="3464419"/>
                  <a:pt x="10386626" y="3455427"/>
                  <a:pt x="10374756" y="3449223"/>
                </a:cubicBezTo>
                <a:cubicBezTo>
                  <a:pt x="10362888" y="3443019"/>
                  <a:pt x="10346702" y="3439916"/>
                  <a:pt x="10326202" y="3439916"/>
                </a:cubicBezTo>
                <a:close/>
                <a:moveTo>
                  <a:pt x="10137134" y="3439916"/>
                </a:moveTo>
                <a:cubicBezTo>
                  <a:pt x="10120949" y="3439916"/>
                  <a:pt x="10108046" y="3441601"/>
                  <a:pt x="10098424" y="3444969"/>
                </a:cubicBezTo>
                <a:cubicBezTo>
                  <a:pt x="10088804" y="3448337"/>
                  <a:pt x="10081250" y="3453435"/>
                  <a:pt x="10075766" y="3460261"/>
                </a:cubicBezTo>
                <a:cubicBezTo>
                  <a:pt x="10070281" y="3467088"/>
                  <a:pt x="10067538" y="3475218"/>
                  <a:pt x="10067538" y="3484651"/>
                </a:cubicBezTo>
                <a:cubicBezTo>
                  <a:pt x="10067538" y="3493274"/>
                  <a:pt x="10070078" y="3500955"/>
                  <a:pt x="10075158" y="3507691"/>
                </a:cubicBezTo>
                <a:cubicBezTo>
                  <a:pt x="10080239" y="3514428"/>
                  <a:pt x="10086488" y="3519211"/>
                  <a:pt x="10093906" y="3522041"/>
                </a:cubicBezTo>
                <a:cubicBezTo>
                  <a:pt x="10101324" y="3524870"/>
                  <a:pt x="10114564" y="3527946"/>
                  <a:pt x="10133627" y="3531269"/>
                </a:cubicBezTo>
                <a:cubicBezTo>
                  <a:pt x="10146395" y="3533514"/>
                  <a:pt x="10154263" y="3535400"/>
                  <a:pt x="10157230" y="3536926"/>
                </a:cubicBezTo>
                <a:cubicBezTo>
                  <a:pt x="10161366" y="3539081"/>
                  <a:pt x="10163434" y="3542134"/>
                  <a:pt x="10163434" y="3546084"/>
                </a:cubicBezTo>
                <a:cubicBezTo>
                  <a:pt x="10163434" y="3549586"/>
                  <a:pt x="10161861" y="3552503"/>
                  <a:pt x="10158714" y="3554837"/>
                </a:cubicBezTo>
                <a:cubicBezTo>
                  <a:pt x="10154668" y="3557980"/>
                  <a:pt x="10148958" y="3559551"/>
                  <a:pt x="10141585" y="3559551"/>
                </a:cubicBezTo>
                <a:cubicBezTo>
                  <a:pt x="10134841" y="3559551"/>
                  <a:pt x="10129446" y="3558157"/>
                  <a:pt x="10125400" y="3555370"/>
                </a:cubicBezTo>
                <a:cubicBezTo>
                  <a:pt x="10121354" y="3552582"/>
                  <a:pt x="10118206" y="3547952"/>
                  <a:pt x="10115958" y="3541478"/>
                </a:cubicBezTo>
                <a:lnTo>
                  <a:pt x="10061469" y="3546603"/>
                </a:lnTo>
                <a:cubicBezTo>
                  <a:pt x="10064616" y="3560360"/>
                  <a:pt x="10071742" y="3570970"/>
                  <a:pt x="10082846" y="3578434"/>
                </a:cubicBezTo>
                <a:cubicBezTo>
                  <a:pt x="10093951" y="3585897"/>
                  <a:pt x="10112586" y="3589628"/>
                  <a:pt x="10138752" y="3589628"/>
                </a:cubicBezTo>
                <a:cubicBezTo>
                  <a:pt x="10157275" y="3589628"/>
                  <a:pt x="10171909" y="3587315"/>
                  <a:pt x="10182654" y="3582689"/>
                </a:cubicBezTo>
                <a:cubicBezTo>
                  <a:pt x="10193399" y="3578064"/>
                  <a:pt x="10201267" y="3571843"/>
                  <a:pt x="10206258" y="3564028"/>
                </a:cubicBezTo>
                <a:cubicBezTo>
                  <a:pt x="10211248" y="3556213"/>
                  <a:pt x="10213743" y="3548174"/>
                  <a:pt x="10213743" y="3539910"/>
                </a:cubicBezTo>
                <a:cubicBezTo>
                  <a:pt x="10213743" y="3531736"/>
                  <a:pt x="10211383" y="3524235"/>
                  <a:pt x="10206662" y="3517409"/>
                </a:cubicBezTo>
                <a:cubicBezTo>
                  <a:pt x="10201942" y="3510582"/>
                  <a:pt x="10195130" y="3505327"/>
                  <a:pt x="10186228" y="3501644"/>
                </a:cubicBezTo>
                <a:cubicBezTo>
                  <a:pt x="10177327" y="3497961"/>
                  <a:pt x="10163750" y="3495087"/>
                  <a:pt x="10145496" y="3493021"/>
                </a:cubicBezTo>
                <a:cubicBezTo>
                  <a:pt x="10133447" y="3491584"/>
                  <a:pt x="10125624" y="3489968"/>
                  <a:pt x="10122028" y="3488172"/>
                </a:cubicBezTo>
                <a:cubicBezTo>
                  <a:pt x="10118431" y="3486377"/>
                  <a:pt x="10116633" y="3483728"/>
                  <a:pt x="10116633" y="3480227"/>
                </a:cubicBezTo>
                <a:cubicBezTo>
                  <a:pt x="10116633" y="3477084"/>
                  <a:pt x="10118049" y="3474413"/>
                  <a:pt x="10120881" y="3472214"/>
                </a:cubicBezTo>
                <a:cubicBezTo>
                  <a:pt x="10123714" y="3470014"/>
                  <a:pt x="10128232" y="3468915"/>
                  <a:pt x="10134436" y="3468915"/>
                </a:cubicBezTo>
                <a:cubicBezTo>
                  <a:pt x="10140551" y="3468915"/>
                  <a:pt x="10145766" y="3470353"/>
                  <a:pt x="10150082" y="3473231"/>
                </a:cubicBezTo>
                <a:cubicBezTo>
                  <a:pt x="10153229" y="3475389"/>
                  <a:pt x="10155477" y="3478761"/>
                  <a:pt x="10156826" y="3483346"/>
                </a:cubicBezTo>
                <a:lnTo>
                  <a:pt x="10208888" y="3478221"/>
                </a:lnTo>
                <a:cubicBezTo>
                  <a:pt x="10205291" y="3468870"/>
                  <a:pt x="10200773" y="3461452"/>
                  <a:pt x="10195333" y="3455967"/>
                </a:cubicBezTo>
                <a:cubicBezTo>
                  <a:pt x="10189892" y="3450482"/>
                  <a:pt x="10183104" y="3446435"/>
                  <a:pt x="10174966" y="3443828"/>
                </a:cubicBezTo>
                <a:cubicBezTo>
                  <a:pt x="10166829" y="3441220"/>
                  <a:pt x="10154218" y="3439916"/>
                  <a:pt x="10137134" y="3439916"/>
                </a:cubicBezTo>
                <a:close/>
                <a:moveTo>
                  <a:pt x="9929305" y="3439916"/>
                </a:moveTo>
                <a:cubicBezTo>
                  <a:pt x="9921572" y="3439916"/>
                  <a:pt x="9915075" y="3441827"/>
                  <a:pt x="9909815" y="3445649"/>
                </a:cubicBezTo>
                <a:cubicBezTo>
                  <a:pt x="9904555" y="3449470"/>
                  <a:pt x="9899452" y="3456461"/>
                  <a:pt x="9894507" y="3466622"/>
                </a:cubicBezTo>
                <a:lnTo>
                  <a:pt x="9894507" y="3443153"/>
                </a:lnTo>
                <a:lnTo>
                  <a:pt x="9843119" y="3443153"/>
                </a:lnTo>
                <a:lnTo>
                  <a:pt x="9843119" y="3586391"/>
                </a:lnTo>
                <a:lnTo>
                  <a:pt x="9898283" y="3586391"/>
                </a:lnTo>
                <a:lnTo>
                  <a:pt x="9898283" y="3538375"/>
                </a:lnTo>
                <a:cubicBezTo>
                  <a:pt x="9898283" y="3515447"/>
                  <a:pt x="9901116" y="3499801"/>
                  <a:pt x="9906780" y="3491439"/>
                </a:cubicBezTo>
                <a:cubicBezTo>
                  <a:pt x="9910737" y="3485504"/>
                  <a:pt x="9916312" y="3482537"/>
                  <a:pt x="9923505" y="3482537"/>
                </a:cubicBezTo>
                <a:cubicBezTo>
                  <a:pt x="9927282" y="3482537"/>
                  <a:pt x="9932407" y="3483886"/>
                  <a:pt x="9938881" y="3486583"/>
                </a:cubicBezTo>
                <a:lnTo>
                  <a:pt x="9955875" y="3447469"/>
                </a:lnTo>
                <a:cubicBezTo>
                  <a:pt x="9946254" y="3442434"/>
                  <a:pt x="9937397" y="3439916"/>
                  <a:pt x="9929305" y="3439916"/>
                </a:cubicBezTo>
                <a:close/>
                <a:moveTo>
                  <a:pt x="9727206" y="3439916"/>
                </a:moveTo>
                <a:cubicBezTo>
                  <a:pt x="9702118" y="3439916"/>
                  <a:pt x="9682202" y="3446997"/>
                  <a:pt x="9667456" y="3461159"/>
                </a:cubicBezTo>
                <a:cubicBezTo>
                  <a:pt x="9652709" y="3475321"/>
                  <a:pt x="9645336" y="3493327"/>
                  <a:pt x="9645336" y="3515177"/>
                </a:cubicBezTo>
                <a:cubicBezTo>
                  <a:pt x="9645336" y="3538645"/>
                  <a:pt x="9654058" y="3557618"/>
                  <a:pt x="9671502" y="3572094"/>
                </a:cubicBezTo>
                <a:cubicBezTo>
                  <a:pt x="9685709" y="3583783"/>
                  <a:pt x="9704322" y="3589628"/>
                  <a:pt x="9727340" y="3589628"/>
                </a:cubicBezTo>
                <a:cubicBezTo>
                  <a:pt x="9753146" y="3589628"/>
                  <a:pt x="9773355" y="3582592"/>
                  <a:pt x="9787967" y="3568520"/>
                </a:cubicBezTo>
                <a:cubicBezTo>
                  <a:pt x="9802578" y="3554448"/>
                  <a:pt x="9809884" y="3536397"/>
                  <a:pt x="9809884" y="3514368"/>
                </a:cubicBezTo>
                <a:cubicBezTo>
                  <a:pt x="9809884" y="3494766"/>
                  <a:pt x="9803994" y="3478266"/>
                  <a:pt x="9792216" y="3464868"/>
                </a:cubicBezTo>
                <a:cubicBezTo>
                  <a:pt x="9777559" y="3448234"/>
                  <a:pt x="9755889" y="3439916"/>
                  <a:pt x="9727206" y="3439916"/>
                </a:cubicBezTo>
                <a:close/>
                <a:moveTo>
                  <a:pt x="8040202" y="3439916"/>
                </a:moveTo>
                <a:cubicBezTo>
                  <a:pt x="8014935" y="3439916"/>
                  <a:pt x="7995131" y="3446840"/>
                  <a:pt x="7980789" y="3460687"/>
                </a:cubicBezTo>
                <a:cubicBezTo>
                  <a:pt x="7966447" y="3474534"/>
                  <a:pt x="7959276" y="3492653"/>
                  <a:pt x="7959276" y="3515042"/>
                </a:cubicBezTo>
                <a:cubicBezTo>
                  <a:pt x="7959276" y="3530777"/>
                  <a:pt x="7962850" y="3544467"/>
                  <a:pt x="7969999" y="3556112"/>
                </a:cubicBezTo>
                <a:cubicBezTo>
                  <a:pt x="7977147" y="3567756"/>
                  <a:pt x="7986162" y="3576253"/>
                  <a:pt x="7997042" y="3581603"/>
                </a:cubicBezTo>
                <a:cubicBezTo>
                  <a:pt x="8007922" y="3586953"/>
                  <a:pt x="8022848" y="3589628"/>
                  <a:pt x="8041820" y="3589628"/>
                </a:cubicBezTo>
                <a:cubicBezTo>
                  <a:pt x="8063670" y="3589628"/>
                  <a:pt x="8080440" y="3586504"/>
                  <a:pt x="8092129" y="3580254"/>
                </a:cubicBezTo>
                <a:cubicBezTo>
                  <a:pt x="8103818" y="3574005"/>
                  <a:pt x="8113799" y="3563687"/>
                  <a:pt x="8122071" y="3549300"/>
                </a:cubicBezTo>
                <a:lnTo>
                  <a:pt x="8067986" y="3544310"/>
                </a:lnTo>
                <a:cubicBezTo>
                  <a:pt x="8064569" y="3548626"/>
                  <a:pt x="8061377" y="3551638"/>
                  <a:pt x="8058410" y="3553347"/>
                </a:cubicBezTo>
                <a:cubicBezTo>
                  <a:pt x="8053554" y="3556044"/>
                  <a:pt x="8048429" y="3557393"/>
                  <a:pt x="8043034" y="3557393"/>
                </a:cubicBezTo>
                <a:cubicBezTo>
                  <a:pt x="8034492" y="3557393"/>
                  <a:pt x="8027568" y="3554291"/>
                  <a:pt x="8022263" y="3548087"/>
                </a:cubicBezTo>
                <a:cubicBezTo>
                  <a:pt x="8018487" y="3543770"/>
                  <a:pt x="8016104" y="3537207"/>
                  <a:pt x="8015115" y="3528395"/>
                </a:cubicBezTo>
                <a:lnTo>
                  <a:pt x="8125173" y="3528395"/>
                </a:lnTo>
                <a:lnTo>
                  <a:pt x="8125173" y="3522190"/>
                </a:lnTo>
                <a:cubicBezTo>
                  <a:pt x="8125173" y="3503308"/>
                  <a:pt x="8122071" y="3487977"/>
                  <a:pt x="8115867" y="3476198"/>
                </a:cubicBezTo>
                <a:cubicBezTo>
                  <a:pt x="8109663" y="3464419"/>
                  <a:pt x="8100626" y="3455427"/>
                  <a:pt x="8088757" y="3449223"/>
                </a:cubicBezTo>
                <a:cubicBezTo>
                  <a:pt x="8076888" y="3443019"/>
                  <a:pt x="8060703" y="3439916"/>
                  <a:pt x="8040202" y="3439916"/>
                </a:cubicBezTo>
                <a:close/>
                <a:moveTo>
                  <a:pt x="7851134" y="3439916"/>
                </a:moveTo>
                <a:cubicBezTo>
                  <a:pt x="7834949" y="3439916"/>
                  <a:pt x="7822046" y="3441601"/>
                  <a:pt x="7812425" y="3444969"/>
                </a:cubicBezTo>
                <a:cubicBezTo>
                  <a:pt x="7802804" y="3448337"/>
                  <a:pt x="7795251" y="3453435"/>
                  <a:pt x="7789766" y="3460261"/>
                </a:cubicBezTo>
                <a:cubicBezTo>
                  <a:pt x="7784281" y="3467088"/>
                  <a:pt x="7781538" y="3475218"/>
                  <a:pt x="7781538" y="3484651"/>
                </a:cubicBezTo>
                <a:cubicBezTo>
                  <a:pt x="7781538" y="3493274"/>
                  <a:pt x="7784078" y="3500955"/>
                  <a:pt x="7789159" y="3507691"/>
                </a:cubicBezTo>
                <a:cubicBezTo>
                  <a:pt x="7794239" y="3514428"/>
                  <a:pt x="7800488" y="3519211"/>
                  <a:pt x="7807906" y="3522041"/>
                </a:cubicBezTo>
                <a:cubicBezTo>
                  <a:pt x="7815325" y="3524870"/>
                  <a:pt x="7828565" y="3527946"/>
                  <a:pt x="7847627" y="3531269"/>
                </a:cubicBezTo>
                <a:cubicBezTo>
                  <a:pt x="7860396" y="3533514"/>
                  <a:pt x="7868263" y="3535400"/>
                  <a:pt x="7871230" y="3536926"/>
                </a:cubicBezTo>
                <a:cubicBezTo>
                  <a:pt x="7875367" y="3539081"/>
                  <a:pt x="7877435" y="3542134"/>
                  <a:pt x="7877435" y="3546084"/>
                </a:cubicBezTo>
                <a:cubicBezTo>
                  <a:pt x="7877435" y="3549586"/>
                  <a:pt x="7875861" y="3552503"/>
                  <a:pt x="7872714" y="3554837"/>
                </a:cubicBezTo>
                <a:cubicBezTo>
                  <a:pt x="7868668" y="3557980"/>
                  <a:pt x="7862958" y="3559551"/>
                  <a:pt x="7855585" y="3559551"/>
                </a:cubicBezTo>
                <a:cubicBezTo>
                  <a:pt x="7848841" y="3559551"/>
                  <a:pt x="7843446" y="3558157"/>
                  <a:pt x="7839400" y="3555370"/>
                </a:cubicBezTo>
                <a:cubicBezTo>
                  <a:pt x="7835354" y="3552582"/>
                  <a:pt x="7832207" y="3547952"/>
                  <a:pt x="7829959" y="3541478"/>
                </a:cubicBezTo>
                <a:lnTo>
                  <a:pt x="7775469" y="3546603"/>
                </a:lnTo>
                <a:cubicBezTo>
                  <a:pt x="7778616" y="3560360"/>
                  <a:pt x="7785742" y="3570970"/>
                  <a:pt x="7796847" y="3578434"/>
                </a:cubicBezTo>
                <a:cubicBezTo>
                  <a:pt x="7807952" y="3585897"/>
                  <a:pt x="7826587" y="3589628"/>
                  <a:pt x="7852753" y="3589628"/>
                </a:cubicBezTo>
                <a:cubicBezTo>
                  <a:pt x="7871276" y="3589628"/>
                  <a:pt x="7885910" y="3587315"/>
                  <a:pt x="7896655" y="3582689"/>
                </a:cubicBezTo>
                <a:cubicBezTo>
                  <a:pt x="7907400" y="3578064"/>
                  <a:pt x="7915267" y="3571843"/>
                  <a:pt x="7920258" y="3564028"/>
                </a:cubicBezTo>
                <a:cubicBezTo>
                  <a:pt x="7925248" y="3556213"/>
                  <a:pt x="7927743" y="3548174"/>
                  <a:pt x="7927743" y="3539910"/>
                </a:cubicBezTo>
                <a:cubicBezTo>
                  <a:pt x="7927743" y="3531736"/>
                  <a:pt x="7925383" y="3524235"/>
                  <a:pt x="7920662" y="3517409"/>
                </a:cubicBezTo>
                <a:cubicBezTo>
                  <a:pt x="7915942" y="3510582"/>
                  <a:pt x="7909131" y="3505327"/>
                  <a:pt x="7900229" y="3501644"/>
                </a:cubicBezTo>
                <a:cubicBezTo>
                  <a:pt x="7891327" y="3497961"/>
                  <a:pt x="7877750" y="3495087"/>
                  <a:pt x="7859496" y="3493021"/>
                </a:cubicBezTo>
                <a:cubicBezTo>
                  <a:pt x="7847448" y="3491584"/>
                  <a:pt x="7839625" y="3489968"/>
                  <a:pt x="7836028" y="3488172"/>
                </a:cubicBezTo>
                <a:cubicBezTo>
                  <a:pt x="7832431" y="3486377"/>
                  <a:pt x="7830633" y="3483728"/>
                  <a:pt x="7830633" y="3480227"/>
                </a:cubicBezTo>
                <a:cubicBezTo>
                  <a:pt x="7830633" y="3477084"/>
                  <a:pt x="7832049" y="3474413"/>
                  <a:pt x="7834882" y="3472214"/>
                </a:cubicBezTo>
                <a:cubicBezTo>
                  <a:pt x="7837714" y="3470014"/>
                  <a:pt x="7842232" y="3468915"/>
                  <a:pt x="7848437" y="3468915"/>
                </a:cubicBezTo>
                <a:cubicBezTo>
                  <a:pt x="7854551" y="3468915"/>
                  <a:pt x="7859766" y="3470353"/>
                  <a:pt x="7864082" y="3473231"/>
                </a:cubicBezTo>
                <a:cubicBezTo>
                  <a:pt x="7867229" y="3475389"/>
                  <a:pt x="7869477" y="3478761"/>
                  <a:pt x="7870826" y="3483346"/>
                </a:cubicBezTo>
                <a:lnTo>
                  <a:pt x="7922888" y="3478221"/>
                </a:lnTo>
                <a:cubicBezTo>
                  <a:pt x="7919291" y="3468870"/>
                  <a:pt x="7914773" y="3461452"/>
                  <a:pt x="7909333" y="3455967"/>
                </a:cubicBezTo>
                <a:cubicBezTo>
                  <a:pt x="7903893" y="3450482"/>
                  <a:pt x="7897104" y="3446435"/>
                  <a:pt x="7888967" y="3443828"/>
                </a:cubicBezTo>
                <a:cubicBezTo>
                  <a:pt x="7880829" y="3441220"/>
                  <a:pt x="7868218" y="3439916"/>
                  <a:pt x="7851134" y="3439916"/>
                </a:cubicBezTo>
                <a:close/>
                <a:moveTo>
                  <a:pt x="7666299" y="3439916"/>
                </a:moveTo>
                <a:cubicBezTo>
                  <a:pt x="7656048" y="3439916"/>
                  <a:pt x="7646517" y="3440681"/>
                  <a:pt x="7637705" y="3442209"/>
                </a:cubicBezTo>
                <a:cubicBezTo>
                  <a:pt x="7628893" y="3443738"/>
                  <a:pt x="7621970" y="3445896"/>
                  <a:pt x="7616934" y="3448683"/>
                </a:cubicBezTo>
                <a:cubicBezTo>
                  <a:pt x="7609921" y="3452550"/>
                  <a:pt x="7604548" y="3457113"/>
                  <a:pt x="7600817" y="3462373"/>
                </a:cubicBezTo>
                <a:cubicBezTo>
                  <a:pt x="7597085" y="3467633"/>
                  <a:pt x="7594230" y="3474849"/>
                  <a:pt x="7592252" y="3484021"/>
                </a:cubicBezTo>
                <a:lnTo>
                  <a:pt x="7644719" y="3489551"/>
                </a:lnTo>
                <a:cubicBezTo>
                  <a:pt x="7646877" y="3483346"/>
                  <a:pt x="7649709" y="3479120"/>
                  <a:pt x="7653216" y="3476872"/>
                </a:cubicBezTo>
                <a:cubicBezTo>
                  <a:pt x="7657712" y="3473995"/>
                  <a:pt x="7664456" y="3472556"/>
                  <a:pt x="7673447" y="3472556"/>
                </a:cubicBezTo>
                <a:cubicBezTo>
                  <a:pt x="7680461" y="3472556"/>
                  <a:pt x="7685361" y="3473905"/>
                  <a:pt x="7688149" y="3476603"/>
                </a:cubicBezTo>
                <a:cubicBezTo>
                  <a:pt x="7690936" y="3479300"/>
                  <a:pt x="7692330" y="3484021"/>
                  <a:pt x="7692330" y="3490764"/>
                </a:cubicBezTo>
                <a:cubicBezTo>
                  <a:pt x="7685496" y="3493462"/>
                  <a:pt x="7679022" y="3495642"/>
                  <a:pt x="7672908" y="3497306"/>
                </a:cubicBezTo>
                <a:cubicBezTo>
                  <a:pt x="7666793" y="3498969"/>
                  <a:pt x="7653441" y="3501869"/>
                  <a:pt x="7632850" y="3506005"/>
                </a:cubicBezTo>
                <a:cubicBezTo>
                  <a:pt x="7615676" y="3509422"/>
                  <a:pt x="7603897" y="3514637"/>
                  <a:pt x="7597512" y="3521651"/>
                </a:cubicBezTo>
                <a:cubicBezTo>
                  <a:pt x="7591128" y="3528664"/>
                  <a:pt x="7587936" y="3537611"/>
                  <a:pt x="7587936" y="3548491"/>
                </a:cubicBezTo>
                <a:cubicBezTo>
                  <a:pt x="7587936" y="3560090"/>
                  <a:pt x="7592365" y="3569846"/>
                  <a:pt x="7601222" y="3577759"/>
                </a:cubicBezTo>
                <a:cubicBezTo>
                  <a:pt x="7610078" y="3585672"/>
                  <a:pt x="7623049" y="3589628"/>
                  <a:pt x="7640133" y="3589628"/>
                </a:cubicBezTo>
                <a:cubicBezTo>
                  <a:pt x="7652991" y="3589628"/>
                  <a:pt x="7664276" y="3587650"/>
                  <a:pt x="7673987" y="3583694"/>
                </a:cubicBezTo>
                <a:cubicBezTo>
                  <a:pt x="7681090" y="3580726"/>
                  <a:pt x="7688239" y="3575781"/>
                  <a:pt x="7695432" y="3568857"/>
                </a:cubicBezTo>
                <a:cubicBezTo>
                  <a:pt x="7696061" y="3572993"/>
                  <a:pt x="7696691" y="3576028"/>
                  <a:pt x="7697320" y="3577961"/>
                </a:cubicBezTo>
                <a:cubicBezTo>
                  <a:pt x="7697950" y="3579895"/>
                  <a:pt x="7699298" y="3582704"/>
                  <a:pt x="7701366" y="3586391"/>
                </a:cubicBezTo>
                <a:lnTo>
                  <a:pt x="7752889" y="3586391"/>
                </a:lnTo>
                <a:cubicBezTo>
                  <a:pt x="7750012" y="3580457"/>
                  <a:pt x="7748146" y="3575579"/>
                  <a:pt x="7747292" y="3571757"/>
                </a:cubicBezTo>
                <a:cubicBezTo>
                  <a:pt x="7746437" y="3567936"/>
                  <a:pt x="7746010" y="3562653"/>
                  <a:pt x="7746010" y="3555909"/>
                </a:cubicBezTo>
                <a:lnTo>
                  <a:pt x="7746010" y="3492653"/>
                </a:lnTo>
                <a:cubicBezTo>
                  <a:pt x="7746010" y="3485909"/>
                  <a:pt x="7744661" y="3478828"/>
                  <a:pt x="7741964" y="3471410"/>
                </a:cubicBezTo>
                <a:cubicBezTo>
                  <a:pt x="7739266" y="3463992"/>
                  <a:pt x="7735580" y="3458259"/>
                  <a:pt x="7730904" y="3454213"/>
                </a:cubicBezTo>
                <a:cubicBezTo>
                  <a:pt x="7724250" y="3448368"/>
                  <a:pt x="7715933" y="3444525"/>
                  <a:pt x="7705952" y="3442681"/>
                </a:cubicBezTo>
                <a:cubicBezTo>
                  <a:pt x="7695971" y="3440838"/>
                  <a:pt x="7682754" y="3439916"/>
                  <a:pt x="7666299" y="3439916"/>
                </a:cubicBezTo>
                <a:close/>
                <a:moveTo>
                  <a:pt x="7285299" y="3439916"/>
                </a:moveTo>
                <a:cubicBezTo>
                  <a:pt x="7275048" y="3439916"/>
                  <a:pt x="7265517" y="3440681"/>
                  <a:pt x="7256705" y="3442209"/>
                </a:cubicBezTo>
                <a:cubicBezTo>
                  <a:pt x="7247893" y="3443738"/>
                  <a:pt x="7240970" y="3445896"/>
                  <a:pt x="7235934" y="3448683"/>
                </a:cubicBezTo>
                <a:cubicBezTo>
                  <a:pt x="7228921" y="3452550"/>
                  <a:pt x="7223548" y="3457113"/>
                  <a:pt x="7219817" y="3462373"/>
                </a:cubicBezTo>
                <a:cubicBezTo>
                  <a:pt x="7216085" y="3467633"/>
                  <a:pt x="7213230" y="3474849"/>
                  <a:pt x="7211252" y="3484021"/>
                </a:cubicBezTo>
                <a:lnTo>
                  <a:pt x="7263719" y="3489551"/>
                </a:lnTo>
                <a:cubicBezTo>
                  <a:pt x="7265877" y="3483346"/>
                  <a:pt x="7268709" y="3479120"/>
                  <a:pt x="7272216" y="3476872"/>
                </a:cubicBezTo>
                <a:cubicBezTo>
                  <a:pt x="7276712" y="3473995"/>
                  <a:pt x="7283456" y="3472556"/>
                  <a:pt x="7292447" y="3472556"/>
                </a:cubicBezTo>
                <a:cubicBezTo>
                  <a:pt x="7299461" y="3472556"/>
                  <a:pt x="7304361" y="3473905"/>
                  <a:pt x="7307149" y="3476603"/>
                </a:cubicBezTo>
                <a:cubicBezTo>
                  <a:pt x="7309936" y="3479300"/>
                  <a:pt x="7311330" y="3484021"/>
                  <a:pt x="7311330" y="3490764"/>
                </a:cubicBezTo>
                <a:cubicBezTo>
                  <a:pt x="7304496" y="3493462"/>
                  <a:pt x="7298022" y="3495642"/>
                  <a:pt x="7291908" y="3497306"/>
                </a:cubicBezTo>
                <a:cubicBezTo>
                  <a:pt x="7285793" y="3498969"/>
                  <a:pt x="7272441" y="3501869"/>
                  <a:pt x="7251850" y="3506005"/>
                </a:cubicBezTo>
                <a:cubicBezTo>
                  <a:pt x="7234676" y="3509422"/>
                  <a:pt x="7222896" y="3514637"/>
                  <a:pt x="7216512" y="3521651"/>
                </a:cubicBezTo>
                <a:cubicBezTo>
                  <a:pt x="7210128" y="3528664"/>
                  <a:pt x="7206936" y="3537611"/>
                  <a:pt x="7206936" y="3548491"/>
                </a:cubicBezTo>
                <a:cubicBezTo>
                  <a:pt x="7206936" y="3560090"/>
                  <a:pt x="7211365" y="3569846"/>
                  <a:pt x="7220221" y="3577759"/>
                </a:cubicBezTo>
                <a:cubicBezTo>
                  <a:pt x="7229078" y="3585672"/>
                  <a:pt x="7242049" y="3589628"/>
                  <a:pt x="7259133" y="3589628"/>
                </a:cubicBezTo>
                <a:cubicBezTo>
                  <a:pt x="7271991" y="3589628"/>
                  <a:pt x="7283276" y="3587650"/>
                  <a:pt x="7292987" y="3583694"/>
                </a:cubicBezTo>
                <a:cubicBezTo>
                  <a:pt x="7300090" y="3580726"/>
                  <a:pt x="7307239" y="3575781"/>
                  <a:pt x="7314432" y="3568857"/>
                </a:cubicBezTo>
                <a:cubicBezTo>
                  <a:pt x="7315061" y="3572993"/>
                  <a:pt x="7315691" y="3576028"/>
                  <a:pt x="7316320" y="3577961"/>
                </a:cubicBezTo>
                <a:cubicBezTo>
                  <a:pt x="7316950" y="3579895"/>
                  <a:pt x="7318298" y="3582704"/>
                  <a:pt x="7320367" y="3586391"/>
                </a:cubicBezTo>
                <a:lnTo>
                  <a:pt x="7371889" y="3586391"/>
                </a:lnTo>
                <a:cubicBezTo>
                  <a:pt x="7369012" y="3580457"/>
                  <a:pt x="7367146" y="3575579"/>
                  <a:pt x="7366292" y="3571757"/>
                </a:cubicBezTo>
                <a:cubicBezTo>
                  <a:pt x="7365437" y="3567936"/>
                  <a:pt x="7365010" y="3562653"/>
                  <a:pt x="7365010" y="3555909"/>
                </a:cubicBezTo>
                <a:lnTo>
                  <a:pt x="7365010" y="3492653"/>
                </a:lnTo>
                <a:cubicBezTo>
                  <a:pt x="7365010" y="3485909"/>
                  <a:pt x="7363661" y="3478828"/>
                  <a:pt x="7360964" y="3471410"/>
                </a:cubicBezTo>
                <a:cubicBezTo>
                  <a:pt x="7358266" y="3463992"/>
                  <a:pt x="7354580" y="3458259"/>
                  <a:pt x="7349904" y="3454213"/>
                </a:cubicBezTo>
                <a:cubicBezTo>
                  <a:pt x="7343250" y="3448368"/>
                  <a:pt x="7334933" y="3444525"/>
                  <a:pt x="7324952" y="3442681"/>
                </a:cubicBezTo>
                <a:cubicBezTo>
                  <a:pt x="7314971" y="3440838"/>
                  <a:pt x="7301754" y="3439916"/>
                  <a:pt x="7285299" y="3439916"/>
                </a:cubicBezTo>
                <a:close/>
                <a:moveTo>
                  <a:pt x="6961449" y="3439916"/>
                </a:moveTo>
                <a:cubicBezTo>
                  <a:pt x="6951198" y="3439916"/>
                  <a:pt x="6941667" y="3440681"/>
                  <a:pt x="6932855" y="3442209"/>
                </a:cubicBezTo>
                <a:cubicBezTo>
                  <a:pt x="6924043" y="3443738"/>
                  <a:pt x="6917120" y="3445896"/>
                  <a:pt x="6912084" y="3448683"/>
                </a:cubicBezTo>
                <a:cubicBezTo>
                  <a:pt x="6905071" y="3452550"/>
                  <a:pt x="6899698" y="3457113"/>
                  <a:pt x="6895967" y="3462373"/>
                </a:cubicBezTo>
                <a:cubicBezTo>
                  <a:pt x="6892235" y="3467633"/>
                  <a:pt x="6889380" y="3474849"/>
                  <a:pt x="6887402" y="3484021"/>
                </a:cubicBezTo>
                <a:lnTo>
                  <a:pt x="6939869" y="3489551"/>
                </a:lnTo>
                <a:cubicBezTo>
                  <a:pt x="6942027" y="3483346"/>
                  <a:pt x="6944859" y="3479120"/>
                  <a:pt x="6948366" y="3476872"/>
                </a:cubicBezTo>
                <a:cubicBezTo>
                  <a:pt x="6952862" y="3473995"/>
                  <a:pt x="6959606" y="3472556"/>
                  <a:pt x="6968597" y="3472556"/>
                </a:cubicBezTo>
                <a:cubicBezTo>
                  <a:pt x="6975611" y="3472556"/>
                  <a:pt x="6980511" y="3473905"/>
                  <a:pt x="6983299" y="3476603"/>
                </a:cubicBezTo>
                <a:cubicBezTo>
                  <a:pt x="6986086" y="3479300"/>
                  <a:pt x="6987480" y="3484021"/>
                  <a:pt x="6987480" y="3490764"/>
                </a:cubicBezTo>
                <a:cubicBezTo>
                  <a:pt x="6980646" y="3493462"/>
                  <a:pt x="6974172" y="3495642"/>
                  <a:pt x="6968058" y="3497306"/>
                </a:cubicBezTo>
                <a:cubicBezTo>
                  <a:pt x="6961943" y="3498969"/>
                  <a:pt x="6948591" y="3501869"/>
                  <a:pt x="6928000" y="3506005"/>
                </a:cubicBezTo>
                <a:cubicBezTo>
                  <a:pt x="6910826" y="3509422"/>
                  <a:pt x="6899046" y="3514637"/>
                  <a:pt x="6892662" y="3521651"/>
                </a:cubicBezTo>
                <a:cubicBezTo>
                  <a:pt x="6886278" y="3528664"/>
                  <a:pt x="6883086" y="3537611"/>
                  <a:pt x="6883086" y="3548491"/>
                </a:cubicBezTo>
                <a:cubicBezTo>
                  <a:pt x="6883086" y="3560090"/>
                  <a:pt x="6887515" y="3569846"/>
                  <a:pt x="6896371" y="3577759"/>
                </a:cubicBezTo>
                <a:cubicBezTo>
                  <a:pt x="6905228" y="3585672"/>
                  <a:pt x="6918199" y="3589628"/>
                  <a:pt x="6935283" y="3589628"/>
                </a:cubicBezTo>
                <a:cubicBezTo>
                  <a:pt x="6948141" y="3589628"/>
                  <a:pt x="6959426" y="3587650"/>
                  <a:pt x="6969137" y="3583694"/>
                </a:cubicBezTo>
                <a:cubicBezTo>
                  <a:pt x="6976240" y="3580726"/>
                  <a:pt x="6983389" y="3575781"/>
                  <a:pt x="6990582" y="3568857"/>
                </a:cubicBezTo>
                <a:cubicBezTo>
                  <a:pt x="6991211" y="3572993"/>
                  <a:pt x="6991841" y="3576028"/>
                  <a:pt x="6992470" y="3577961"/>
                </a:cubicBezTo>
                <a:cubicBezTo>
                  <a:pt x="6993100" y="3579895"/>
                  <a:pt x="6994448" y="3582704"/>
                  <a:pt x="6996517" y="3586391"/>
                </a:cubicBezTo>
                <a:lnTo>
                  <a:pt x="7048039" y="3586391"/>
                </a:lnTo>
                <a:cubicBezTo>
                  <a:pt x="7045162" y="3580457"/>
                  <a:pt x="7043296" y="3575579"/>
                  <a:pt x="7042442" y="3571757"/>
                </a:cubicBezTo>
                <a:cubicBezTo>
                  <a:pt x="7041587" y="3567936"/>
                  <a:pt x="7041160" y="3562653"/>
                  <a:pt x="7041160" y="3555909"/>
                </a:cubicBezTo>
                <a:lnTo>
                  <a:pt x="7041160" y="3492653"/>
                </a:lnTo>
                <a:cubicBezTo>
                  <a:pt x="7041160" y="3485909"/>
                  <a:pt x="7039812" y="3478828"/>
                  <a:pt x="7037114" y="3471410"/>
                </a:cubicBezTo>
                <a:cubicBezTo>
                  <a:pt x="7034416" y="3463992"/>
                  <a:pt x="7030730" y="3458259"/>
                  <a:pt x="7026054" y="3454213"/>
                </a:cubicBezTo>
                <a:cubicBezTo>
                  <a:pt x="7019400" y="3448368"/>
                  <a:pt x="7011083" y="3444525"/>
                  <a:pt x="7001102" y="3442681"/>
                </a:cubicBezTo>
                <a:cubicBezTo>
                  <a:pt x="6991122" y="3440838"/>
                  <a:pt x="6977904" y="3439916"/>
                  <a:pt x="6961449" y="3439916"/>
                </a:cubicBezTo>
                <a:close/>
                <a:moveTo>
                  <a:pt x="6726779" y="3433442"/>
                </a:moveTo>
                <a:lnTo>
                  <a:pt x="6742020" y="3433442"/>
                </a:lnTo>
                <a:cubicBezTo>
                  <a:pt x="6757846" y="3433442"/>
                  <a:pt x="6769175" y="3437309"/>
                  <a:pt x="6776009" y="3445042"/>
                </a:cubicBezTo>
                <a:cubicBezTo>
                  <a:pt x="6782843" y="3452774"/>
                  <a:pt x="6786260" y="3467116"/>
                  <a:pt x="6786260" y="3488067"/>
                </a:cubicBezTo>
                <a:cubicBezTo>
                  <a:pt x="6786260" y="3503892"/>
                  <a:pt x="6784731" y="3515334"/>
                  <a:pt x="6781674" y="3522393"/>
                </a:cubicBezTo>
                <a:cubicBezTo>
                  <a:pt x="6778617" y="3529451"/>
                  <a:pt x="6774390" y="3534397"/>
                  <a:pt x="6768995" y="3537229"/>
                </a:cubicBezTo>
                <a:cubicBezTo>
                  <a:pt x="6763600" y="3540061"/>
                  <a:pt x="6754519" y="3541478"/>
                  <a:pt x="6741751" y="3541478"/>
                </a:cubicBezTo>
                <a:lnTo>
                  <a:pt x="6726779" y="3541478"/>
                </a:lnTo>
                <a:close/>
                <a:moveTo>
                  <a:pt x="9102299" y="3431554"/>
                </a:moveTo>
                <a:cubicBezTo>
                  <a:pt x="9115337" y="3431554"/>
                  <a:pt x="9125565" y="3435825"/>
                  <a:pt x="9132984" y="3444367"/>
                </a:cubicBezTo>
                <a:cubicBezTo>
                  <a:pt x="9140402" y="3452909"/>
                  <a:pt x="9144111" y="3467161"/>
                  <a:pt x="9144111" y="3487123"/>
                </a:cubicBezTo>
                <a:cubicBezTo>
                  <a:pt x="9144111" y="3504477"/>
                  <a:pt x="9141683" y="3517515"/>
                  <a:pt x="9136828" y="3526237"/>
                </a:cubicBezTo>
                <a:cubicBezTo>
                  <a:pt x="9134400" y="3524708"/>
                  <a:pt x="9132152" y="3523224"/>
                  <a:pt x="9130084" y="3521786"/>
                </a:cubicBezTo>
                <a:cubicBezTo>
                  <a:pt x="9121362" y="3515671"/>
                  <a:pt x="9115495" y="3511895"/>
                  <a:pt x="9112482" y="3510456"/>
                </a:cubicBezTo>
                <a:cubicBezTo>
                  <a:pt x="9109470" y="3509018"/>
                  <a:pt x="9105266" y="3507804"/>
                  <a:pt x="9099872" y="3506815"/>
                </a:cubicBezTo>
                <a:lnTo>
                  <a:pt x="9090296" y="3528799"/>
                </a:lnTo>
                <a:cubicBezTo>
                  <a:pt x="9101355" y="3533205"/>
                  <a:pt x="9109448" y="3537881"/>
                  <a:pt x="9114573" y="3542826"/>
                </a:cubicBezTo>
                <a:cubicBezTo>
                  <a:pt x="9110886" y="3543636"/>
                  <a:pt x="9106975" y="3544040"/>
                  <a:pt x="9102839" y="3544040"/>
                </a:cubicBezTo>
                <a:cubicBezTo>
                  <a:pt x="9089980" y="3544040"/>
                  <a:pt x="9079865" y="3539679"/>
                  <a:pt x="9072492" y="3530957"/>
                </a:cubicBezTo>
                <a:cubicBezTo>
                  <a:pt x="9065119" y="3522235"/>
                  <a:pt x="9061432" y="3507084"/>
                  <a:pt x="9061432" y="3485504"/>
                </a:cubicBezTo>
                <a:cubicBezTo>
                  <a:pt x="9061432" y="3466981"/>
                  <a:pt x="9065208" y="3453359"/>
                  <a:pt x="9072762" y="3444637"/>
                </a:cubicBezTo>
                <a:cubicBezTo>
                  <a:pt x="9080315" y="3435915"/>
                  <a:pt x="9090160" y="3431554"/>
                  <a:pt x="9102299" y="3431554"/>
                </a:cubicBezTo>
                <a:close/>
                <a:moveTo>
                  <a:pt x="11728636" y="3388664"/>
                </a:moveTo>
                <a:lnTo>
                  <a:pt x="11728636" y="3457180"/>
                </a:lnTo>
                <a:cubicBezTo>
                  <a:pt x="11723242" y="3451426"/>
                  <a:pt x="11717060" y="3447110"/>
                  <a:pt x="11710091" y="3444232"/>
                </a:cubicBezTo>
                <a:cubicBezTo>
                  <a:pt x="11703122" y="3441355"/>
                  <a:pt x="11695367" y="3439916"/>
                  <a:pt x="11686825" y="3439916"/>
                </a:cubicBezTo>
                <a:cubicBezTo>
                  <a:pt x="11669291" y="3439916"/>
                  <a:pt x="11654837" y="3446210"/>
                  <a:pt x="11643462" y="3458799"/>
                </a:cubicBezTo>
                <a:cubicBezTo>
                  <a:pt x="11632088" y="3471387"/>
                  <a:pt x="11626401" y="3489551"/>
                  <a:pt x="11626401" y="3513289"/>
                </a:cubicBezTo>
                <a:cubicBezTo>
                  <a:pt x="11626401" y="3534509"/>
                  <a:pt x="11631548" y="3552537"/>
                  <a:pt x="11641844" y="3567374"/>
                </a:cubicBezTo>
                <a:cubicBezTo>
                  <a:pt x="11652140" y="3582210"/>
                  <a:pt x="11667043" y="3589628"/>
                  <a:pt x="11686556" y="3589628"/>
                </a:cubicBezTo>
                <a:cubicBezTo>
                  <a:pt x="11696266" y="3589628"/>
                  <a:pt x="11705078" y="3587560"/>
                  <a:pt x="11712991" y="3583424"/>
                </a:cubicBezTo>
                <a:cubicBezTo>
                  <a:pt x="11718926" y="3580277"/>
                  <a:pt x="11725490" y="3574207"/>
                  <a:pt x="11732682" y="3565216"/>
                </a:cubicBezTo>
                <a:lnTo>
                  <a:pt x="11732682" y="3586391"/>
                </a:lnTo>
                <a:lnTo>
                  <a:pt x="11784070" y="3586391"/>
                </a:lnTo>
                <a:lnTo>
                  <a:pt x="11784070" y="3388664"/>
                </a:lnTo>
                <a:close/>
                <a:moveTo>
                  <a:pt x="9246146" y="3388664"/>
                </a:moveTo>
                <a:lnTo>
                  <a:pt x="9246146" y="3586391"/>
                </a:lnTo>
                <a:lnTo>
                  <a:pt x="9402602" y="3586391"/>
                </a:lnTo>
                <a:lnTo>
                  <a:pt x="9402602" y="3537701"/>
                </a:lnTo>
                <a:lnTo>
                  <a:pt x="9307245" y="3537701"/>
                </a:lnTo>
                <a:lnTo>
                  <a:pt x="9307245" y="3388664"/>
                </a:lnTo>
                <a:close/>
                <a:moveTo>
                  <a:pt x="8350122" y="3388664"/>
                </a:moveTo>
                <a:lnTo>
                  <a:pt x="8350122" y="3586391"/>
                </a:lnTo>
                <a:lnTo>
                  <a:pt x="8400161" y="3586391"/>
                </a:lnTo>
                <a:lnTo>
                  <a:pt x="8400161" y="3435600"/>
                </a:lnTo>
                <a:lnTo>
                  <a:pt x="8438645" y="3586391"/>
                </a:lnTo>
                <a:lnTo>
                  <a:pt x="8483938" y="3586391"/>
                </a:lnTo>
                <a:lnTo>
                  <a:pt x="8522493" y="3435600"/>
                </a:lnTo>
                <a:lnTo>
                  <a:pt x="8522493" y="3586391"/>
                </a:lnTo>
                <a:lnTo>
                  <a:pt x="8572532" y="3586391"/>
                </a:lnTo>
                <a:lnTo>
                  <a:pt x="8572532" y="3388664"/>
                </a:lnTo>
                <a:lnTo>
                  <a:pt x="8492228" y="3388664"/>
                </a:lnTo>
                <a:lnTo>
                  <a:pt x="8461462" y="3508973"/>
                </a:lnTo>
                <a:lnTo>
                  <a:pt x="8430474" y="3388664"/>
                </a:lnTo>
                <a:close/>
                <a:moveTo>
                  <a:pt x="7404450" y="3388664"/>
                </a:moveTo>
                <a:lnTo>
                  <a:pt x="7404450" y="3586391"/>
                </a:lnTo>
                <a:lnTo>
                  <a:pt x="7455837" y="3586391"/>
                </a:lnTo>
                <a:lnTo>
                  <a:pt x="7455837" y="3565216"/>
                </a:lnTo>
                <a:cubicBezTo>
                  <a:pt x="7462941" y="3574117"/>
                  <a:pt x="7469505" y="3580187"/>
                  <a:pt x="7475529" y="3583424"/>
                </a:cubicBezTo>
                <a:cubicBezTo>
                  <a:pt x="7483532" y="3587560"/>
                  <a:pt x="7492344" y="3589628"/>
                  <a:pt x="7501965" y="3589628"/>
                </a:cubicBezTo>
                <a:cubicBezTo>
                  <a:pt x="7513204" y="3589628"/>
                  <a:pt x="7523432" y="3586683"/>
                  <a:pt x="7532649" y="3580794"/>
                </a:cubicBezTo>
                <a:cubicBezTo>
                  <a:pt x="7541865" y="3574904"/>
                  <a:pt x="7549081" y="3566002"/>
                  <a:pt x="7554296" y="3554088"/>
                </a:cubicBezTo>
                <a:cubicBezTo>
                  <a:pt x="7559512" y="3542174"/>
                  <a:pt x="7562119" y="3528395"/>
                  <a:pt x="7562119" y="3512749"/>
                </a:cubicBezTo>
                <a:cubicBezTo>
                  <a:pt x="7562119" y="3489281"/>
                  <a:pt x="7556409" y="3471275"/>
                  <a:pt x="7544990" y="3458732"/>
                </a:cubicBezTo>
                <a:cubicBezTo>
                  <a:pt x="7533571" y="3446188"/>
                  <a:pt x="7519139" y="3439916"/>
                  <a:pt x="7501695" y="3439916"/>
                </a:cubicBezTo>
                <a:cubicBezTo>
                  <a:pt x="7493243" y="3439916"/>
                  <a:pt x="7485532" y="3441355"/>
                  <a:pt x="7478564" y="3444232"/>
                </a:cubicBezTo>
                <a:cubicBezTo>
                  <a:pt x="7471595" y="3447110"/>
                  <a:pt x="7465368" y="3451426"/>
                  <a:pt x="7459884" y="3457180"/>
                </a:cubicBezTo>
                <a:lnTo>
                  <a:pt x="7459884" y="3388664"/>
                </a:lnTo>
                <a:close/>
                <a:moveTo>
                  <a:pt x="7146554" y="3388664"/>
                </a:moveTo>
                <a:lnTo>
                  <a:pt x="7091525" y="3416853"/>
                </a:lnTo>
                <a:lnTo>
                  <a:pt x="7091525" y="3443153"/>
                </a:lnTo>
                <a:lnTo>
                  <a:pt x="7071293" y="3443153"/>
                </a:lnTo>
                <a:lnTo>
                  <a:pt x="7071293" y="3483346"/>
                </a:lnTo>
                <a:lnTo>
                  <a:pt x="7091525" y="3483346"/>
                </a:lnTo>
                <a:lnTo>
                  <a:pt x="7091525" y="3533726"/>
                </a:lnTo>
                <a:cubicBezTo>
                  <a:pt x="7091525" y="3549711"/>
                  <a:pt x="7093076" y="3561272"/>
                  <a:pt x="7096178" y="3568412"/>
                </a:cubicBezTo>
                <a:cubicBezTo>
                  <a:pt x="7099280" y="3575551"/>
                  <a:pt x="7104068" y="3580872"/>
                  <a:pt x="7110542" y="3584374"/>
                </a:cubicBezTo>
                <a:cubicBezTo>
                  <a:pt x="7117016" y="3587877"/>
                  <a:pt x="7127087" y="3589628"/>
                  <a:pt x="7140754" y="3589628"/>
                </a:cubicBezTo>
                <a:cubicBezTo>
                  <a:pt x="7152533" y="3589628"/>
                  <a:pt x="7165212" y="3588145"/>
                  <a:pt x="7178789" y="3585177"/>
                </a:cubicBezTo>
                <a:lnTo>
                  <a:pt x="7174743" y="3547284"/>
                </a:lnTo>
                <a:cubicBezTo>
                  <a:pt x="7167459" y="3549617"/>
                  <a:pt x="7161795" y="3550784"/>
                  <a:pt x="7157749" y="3550784"/>
                </a:cubicBezTo>
                <a:cubicBezTo>
                  <a:pt x="7153253" y="3550784"/>
                  <a:pt x="7150105" y="3549258"/>
                  <a:pt x="7148307" y="3546207"/>
                </a:cubicBezTo>
                <a:cubicBezTo>
                  <a:pt x="7147138" y="3544233"/>
                  <a:pt x="7146554" y="3540195"/>
                  <a:pt x="7146554" y="3534093"/>
                </a:cubicBezTo>
                <a:lnTo>
                  <a:pt x="7146554" y="3483346"/>
                </a:lnTo>
                <a:lnTo>
                  <a:pt x="7176766" y="3483346"/>
                </a:lnTo>
                <a:lnTo>
                  <a:pt x="7176766" y="3443153"/>
                </a:lnTo>
                <a:lnTo>
                  <a:pt x="7146554" y="3443153"/>
                </a:lnTo>
                <a:close/>
                <a:moveTo>
                  <a:pt x="6665681" y="3388664"/>
                </a:moveTo>
                <a:lnTo>
                  <a:pt x="6665681" y="3586391"/>
                </a:lnTo>
                <a:lnTo>
                  <a:pt x="6756452" y="3586391"/>
                </a:lnTo>
                <a:cubicBezTo>
                  <a:pt x="6767332" y="3586391"/>
                  <a:pt x="6779471" y="3584593"/>
                  <a:pt x="6792868" y="3580996"/>
                </a:cubicBezTo>
                <a:cubicBezTo>
                  <a:pt x="6802669" y="3578388"/>
                  <a:pt x="6811841" y="3573151"/>
                  <a:pt x="6820383" y="3565283"/>
                </a:cubicBezTo>
                <a:cubicBezTo>
                  <a:pt x="6828925" y="3557415"/>
                  <a:pt x="6835602" y="3547659"/>
                  <a:pt x="6840412" y="3536015"/>
                </a:cubicBezTo>
                <a:cubicBezTo>
                  <a:pt x="6845223" y="3524371"/>
                  <a:pt x="6847628" y="3507984"/>
                  <a:pt x="6847628" y="3486853"/>
                </a:cubicBezTo>
                <a:cubicBezTo>
                  <a:pt x="6847628" y="3473365"/>
                  <a:pt x="6846009" y="3460597"/>
                  <a:pt x="6842772" y="3448548"/>
                </a:cubicBezTo>
                <a:cubicBezTo>
                  <a:pt x="6839535" y="3436499"/>
                  <a:pt x="6834320" y="3425934"/>
                  <a:pt x="6827127" y="3416853"/>
                </a:cubicBezTo>
                <a:cubicBezTo>
                  <a:pt x="6819933" y="3407771"/>
                  <a:pt x="6810829" y="3400802"/>
                  <a:pt x="6799815" y="3395947"/>
                </a:cubicBezTo>
                <a:cubicBezTo>
                  <a:pt x="6788800" y="3391091"/>
                  <a:pt x="6774346" y="3388664"/>
                  <a:pt x="6756452" y="3388664"/>
                </a:cubicBezTo>
                <a:close/>
                <a:moveTo>
                  <a:pt x="9594832" y="3385292"/>
                </a:moveTo>
                <a:cubicBezTo>
                  <a:pt x="9582783" y="3385292"/>
                  <a:pt x="9573634" y="3386663"/>
                  <a:pt x="9567385" y="3389406"/>
                </a:cubicBezTo>
                <a:cubicBezTo>
                  <a:pt x="9561136" y="3392148"/>
                  <a:pt x="9556280" y="3395745"/>
                  <a:pt x="9552818" y="3400196"/>
                </a:cubicBezTo>
                <a:cubicBezTo>
                  <a:pt x="9549356" y="3404647"/>
                  <a:pt x="9546996" y="3410379"/>
                  <a:pt x="9545738" y="3417392"/>
                </a:cubicBezTo>
                <a:cubicBezTo>
                  <a:pt x="9544478" y="3424406"/>
                  <a:pt x="9543849" y="3430835"/>
                  <a:pt x="9543849" y="3436679"/>
                </a:cubicBezTo>
                <a:lnTo>
                  <a:pt x="9543849" y="3443153"/>
                </a:lnTo>
                <a:lnTo>
                  <a:pt x="9523348" y="3443153"/>
                </a:lnTo>
                <a:lnTo>
                  <a:pt x="9523348" y="3483346"/>
                </a:lnTo>
                <a:lnTo>
                  <a:pt x="9543849" y="3483346"/>
                </a:lnTo>
                <a:lnTo>
                  <a:pt x="9543849" y="3586391"/>
                </a:lnTo>
                <a:lnTo>
                  <a:pt x="9598878" y="3586391"/>
                </a:lnTo>
                <a:lnTo>
                  <a:pt x="9598878" y="3483346"/>
                </a:lnTo>
                <a:lnTo>
                  <a:pt x="9625044" y="3483346"/>
                </a:lnTo>
                <a:lnTo>
                  <a:pt x="9625044" y="3443153"/>
                </a:lnTo>
                <a:lnTo>
                  <a:pt x="9598878" y="3443153"/>
                </a:lnTo>
                <a:cubicBezTo>
                  <a:pt x="9598878" y="3436769"/>
                  <a:pt x="9599103" y="3432588"/>
                  <a:pt x="9599553" y="3430610"/>
                </a:cubicBezTo>
                <a:cubicBezTo>
                  <a:pt x="9600452" y="3427013"/>
                  <a:pt x="9601980" y="3424383"/>
                  <a:pt x="9604138" y="3422720"/>
                </a:cubicBezTo>
                <a:cubicBezTo>
                  <a:pt x="9606296" y="3421056"/>
                  <a:pt x="9609848" y="3420225"/>
                  <a:pt x="9614794" y="3420225"/>
                </a:cubicBezTo>
                <a:cubicBezTo>
                  <a:pt x="9618840" y="3420225"/>
                  <a:pt x="9624145" y="3420764"/>
                  <a:pt x="9630709" y="3421843"/>
                </a:cubicBezTo>
                <a:lnTo>
                  <a:pt x="9636778" y="3388664"/>
                </a:lnTo>
                <a:cubicBezTo>
                  <a:pt x="9618435" y="3386416"/>
                  <a:pt x="9604453" y="3385292"/>
                  <a:pt x="9594832" y="3385292"/>
                </a:cubicBezTo>
                <a:close/>
                <a:moveTo>
                  <a:pt x="9102434" y="3385292"/>
                </a:moveTo>
                <a:cubicBezTo>
                  <a:pt x="9070244" y="3385292"/>
                  <a:pt x="9045180" y="3394306"/>
                  <a:pt x="9027241" y="3412335"/>
                </a:cubicBezTo>
                <a:cubicBezTo>
                  <a:pt x="9009303" y="3430363"/>
                  <a:pt x="9000334" y="3455652"/>
                  <a:pt x="9000334" y="3488202"/>
                </a:cubicBezTo>
                <a:cubicBezTo>
                  <a:pt x="9000334" y="3521741"/>
                  <a:pt x="9010584" y="3547772"/>
                  <a:pt x="9031085" y="3566295"/>
                </a:cubicBezTo>
                <a:cubicBezTo>
                  <a:pt x="9048439" y="3581940"/>
                  <a:pt x="9072132" y="3589763"/>
                  <a:pt x="9102164" y="3589763"/>
                </a:cubicBezTo>
                <a:cubicBezTo>
                  <a:pt x="9122486" y="3589763"/>
                  <a:pt x="9139390" y="3586841"/>
                  <a:pt x="9152878" y="3580996"/>
                </a:cubicBezTo>
                <a:cubicBezTo>
                  <a:pt x="9156204" y="3583873"/>
                  <a:pt x="9162049" y="3588167"/>
                  <a:pt x="9170412" y="3593877"/>
                </a:cubicBezTo>
                <a:cubicBezTo>
                  <a:pt x="9178774" y="3599586"/>
                  <a:pt x="9187226" y="3604509"/>
                  <a:pt x="9195768" y="3608646"/>
                </a:cubicBezTo>
                <a:lnTo>
                  <a:pt x="9212762" y="3574387"/>
                </a:lnTo>
                <a:cubicBezTo>
                  <a:pt x="9206828" y="3571780"/>
                  <a:pt x="9202107" y="3569487"/>
                  <a:pt x="9198600" y="3567509"/>
                </a:cubicBezTo>
                <a:cubicBezTo>
                  <a:pt x="9196262" y="3566160"/>
                  <a:pt x="9191272" y="3562833"/>
                  <a:pt x="9183629" y="3557528"/>
                </a:cubicBezTo>
                <a:cubicBezTo>
                  <a:pt x="9198016" y="3539994"/>
                  <a:pt x="9205209" y="3516615"/>
                  <a:pt x="9205209" y="3487393"/>
                </a:cubicBezTo>
                <a:cubicBezTo>
                  <a:pt x="9205209" y="3454573"/>
                  <a:pt x="9196285" y="3429351"/>
                  <a:pt x="9178436" y="3411728"/>
                </a:cubicBezTo>
                <a:cubicBezTo>
                  <a:pt x="9160588" y="3394104"/>
                  <a:pt x="9135254" y="3385292"/>
                  <a:pt x="9102434" y="3385292"/>
                </a:cubicBezTo>
                <a:close/>
                <a:moveTo>
                  <a:pt x="8879262" y="3385292"/>
                </a:moveTo>
                <a:cubicBezTo>
                  <a:pt x="8858671" y="3385292"/>
                  <a:pt x="8842464" y="3387877"/>
                  <a:pt x="8830639" y="3393047"/>
                </a:cubicBezTo>
                <a:cubicBezTo>
                  <a:pt x="8818815" y="3398217"/>
                  <a:pt x="8809958" y="3405321"/>
                  <a:pt x="8804069" y="3414358"/>
                </a:cubicBezTo>
                <a:cubicBezTo>
                  <a:pt x="8798179" y="3423394"/>
                  <a:pt x="8795234" y="3432993"/>
                  <a:pt x="8795234" y="3443153"/>
                </a:cubicBezTo>
                <a:cubicBezTo>
                  <a:pt x="8795234" y="3458619"/>
                  <a:pt x="8800989" y="3471342"/>
                  <a:pt x="8812498" y="3481323"/>
                </a:cubicBezTo>
                <a:cubicBezTo>
                  <a:pt x="8823918" y="3491304"/>
                  <a:pt x="8843025" y="3499306"/>
                  <a:pt x="8869821" y="3505331"/>
                </a:cubicBezTo>
                <a:cubicBezTo>
                  <a:pt x="8886186" y="3508928"/>
                  <a:pt x="8896616" y="3512749"/>
                  <a:pt x="8901112" y="3516795"/>
                </a:cubicBezTo>
                <a:cubicBezTo>
                  <a:pt x="8905608" y="3520842"/>
                  <a:pt x="8907856" y="3525427"/>
                  <a:pt x="8907856" y="3530553"/>
                </a:cubicBezTo>
                <a:cubicBezTo>
                  <a:pt x="8907856" y="3535948"/>
                  <a:pt x="8905495" y="3540691"/>
                  <a:pt x="8900775" y="3544782"/>
                </a:cubicBezTo>
                <a:cubicBezTo>
                  <a:pt x="8896054" y="3548873"/>
                  <a:pt x="8889333" y="3550919"/>
                  <a:pt x="8880611" y="3550919"/>
                </a:cubicBezTo>
                <a:cubicBezTo>
                  <a:pt x="8868921" y="3550919"/>
                  <a:pt x="8859930" y="3546918"/>
                  <a:pt x="8853636" y="3538915"/>
                </a:cubicBezTo>
                <a:cubicBezTo>
                  <a:pt x="8849769" y="3533969"/>
                  <a:pt x="8847206" y="3526776"/>
                  <a:pt x="8845948" y="3517335"/>
                </a:cubicBezTo>
                <a:lnTo>
                  <a:pt x="8787816" y="3520977"/>
                </a:lnTo>
                <a:cubicBezTo>
                  <a:pt x="8789524" y="3540938"/>
                  <a:pt x="8796853" y="3557393"/>
                  <a:pt x="8809801" y="3570341"/>
                </a:cubicBezTo>
                <a:cubicBezTo>
                  <a:pt x="8822749" y="3583289"/>
                  <a:pt x="8846037" y="3589763"/>
                  <a:pt x="8879667" y="3589763"/>
                </a:cubicBezTo>
                <a:cubicBezTo>
                  <a:pt x="8898819" y="3589763"/>
                  <a:pt x="8914689" y="3586998"/>
                  <a:pt x="8927278" y="3581468"/>
                </a:cubicBezTo>
                <a:cubicBezTo>
                  <a:pt x="8939866" y="3575938"/>
                  <a:pt x="8949667" y="3567823"/>
                  <a:pt x="8956680" y="3557123"/>
                </a:cubicBezTo>
                <a:cubicBezTo>
                  <a:pt x="8963694" y="3546423"/>
                  <a:pt x="8967201" y="3534734"/>
                  <a:pt x="8967201" y="3522056"/>
                </a:cubicBezTo>
                <a:cubicBezTo>
                  <a:pt x="8967201" y="3511266"/>
                  <a:pt x="8964570" y="3501509"/>
                  <a:pt x="8959311" y="3492788"/>
                </a:cubicBezTo>
                <a:cubicBezTo>
                  <a:pt x="8954050" y="3484066"/>
                  <a:pt x="8945643" y="3476760"/>
                  <a:pt x="8934089" y="3470870"/>
                </a:cubicBezTo>
                <a:cubicBezTo>
                  <a:pt x="8922534" y="3464981"/>
                  <a:pt x="8903405" y="3459159"/>
                  <a:pt x="8876699" y="3453404"/>
                </a:cubicBezTo>
                <a:cubicBezTo>
                  <a:pt x="8865909" y="3451156"/>
                  <a:pt x="8859075" y="3448728"/>
                  <a:pt x="8856198" y="3446121"/>
                </a:cubicBezTo>
                <a:cubicBezTo>
                  <a:pt x="8853231" y="3443603"/>
                  <a:pt x="8851747" y="3440771"/>
                  <a:pt x="8851747" y="3437623"/>
                </a:cubicBezTo>
                <a:cubicBezTo>
                  <a:pt x="8851747" y="3433307"/>
                  <a:pt x="8853546" y="3429643"/>
                  <a:pt x="8857142" y="3426631"/>
                </a:cubicBezTo>
                <a:cubicBezTo>
                  <a:pt x="8860739" y="3423619"/>
                  <a:pt x="8866089" y="3422113"/>
                  <a:pt x="8873193" y="3422113"/>
                </a:cubicBezTo>
                <a:cubicBezTo>
                  <a:pt x="8881824" y="3422113"/>
                  <a:pt x="8888590" y="3424136"/>
                  <a:pt x="8893491" y="3428182"/>
                </a:cubicBezTo>
                <a:cubicBezTo>
                  <a:pt x="8898392" y="3432228"/>
                  <a:pt x="8901606" y="3438702"/>
                  <a:pt x="8903135" y="3447604"/>
                </a:cubicBezTo>
                <a:lnTo>
                  <a:pt x="8960727" y="3444232"/>
                </a:lnTo>
                <a:cubicBezTo>
                  <a:pt x="8958209" y="3423732"/>
                  <a:pt x="8950318" y="3408783"/>
                  <a:pt x="8937056" y="3399386"/>
                </a:cubicBezTo>
                <a:cubicBezTo>
                  <a:pt x="8923794" y="3389990"/>
                  <a:pt x="8904528" y="3385292"/>
                  <a:pt x="8879262" y="3385292"/>
                </a:cubicBezTo>
                <a:close/>
                <a:moveTo>
                  <a:pt x="6389753" y="3374906"/>
                </a:moveTo>
                <a:cubicBezTo>
                  <a:pt x="6367004" y="3387854"/>
                  <a:pt x="6343716" y="3406422"/>
                  <a:pt x="6319888" y="3430610"/>
                </a:cubicBezTo>
                <a:cubicBezTo>
                  <a:pt x="6296060" y="3454798"/>
                  <a:pt x="6276548" y="3479705"/>
                  <a:pt x="6261352" y="3505331"/>
                </a:cubicBezTo>
                <a:lnTo>
                  <a:pt x="6257171" y="3495890"/>
                </a:lnTo>
                <a:cubicBezTo>
                  <a:pt x="6248719" y="3477097"/>
                  <a:pt x="6241031" y="3467701"/>
                  <a:pt x="6234107" y="3467701"/>
                </a:cubicBezTo>
                <a:cubicBezTo>
                  <a:pt x="6226015" y="3467701"/>
                  <a:pt x="6217113" y="3472826"/>
                  <a:pt x="6207402" y="3483077"/>
                </a:cubicBezTo>
                <a:cubicBezTo>
                  <a:pt x="6213157" y="3485055"/>
                  <a:pt x="6218349" y="3489056"/>
                  <a:pt x="6222980" y="3495080"/>
                </a:cubicBezTo>
                <a:cubicBezTo>
                  <a:pt x="6227611" y="3501105"/>
                  <a:pt x="6232624" y="3510411"/>
                  <a:pt x="6238019" y="3523000"/>
                </a:cubicBezTo>
                <a:lnTo>
                  <a:pt x="6241795" y="3531767"/>
                </a:lnTo>
                <a:cubicBezTo>
                  <a:pt x="6245751" y="3541388"/>
                  <a:pt x="6248314" y="3548311"/>
                  <a:pt x="6249483" y="3552537"/>
                </a:cubicBezTo>
                <a:cubicBezTo>
                  <a:pt x="6252450" y="3549750"/>
                  <a:pt x="6258070" y="3545479"/>
                  <a:pt x="6266342" y="3539724"/>
                </a:cubicBezTo>
                <a:lnTo>
                  <a:pt x="6276323" y="3532980"/>
                </a:lnTo>
                <a:cubicBezTo>
                  <a:pt x="6288732" y="3506815"/>
                  <a:pt x="6306715" y="3478671"/>
                  <a:pt x="6330273" y="3448548"/>
                </a:cubicBezTo>
                <a:cubicBezTo>
                  <a:pt x="6353832" y="3418426"/>
                  <a:pt x="6375232" y="3396127"/>
                  <a:pt x="6394474" y="3381650"/>
                </a:cubicBezTo>
                <a:close/>
                <a:moveTo>
                  <a:pt x="8404440" y="3188462"/>
                </a:moveTo>
                <a:lnTo>
                  <a:pt x="8404440" y="3243491"/>
                </a:lnTo>
                <a:lnTo>
                  <a:pt x="8463110" y="3243491"/>
                </a:lnTo>
                <a:lnTo>
                  <a:pt x="8463110" y="3188462"/>
                </a:lnTo>
                <a:close/>
                <a:moveTo>
                  <a:pt x="6741076" y="3137344"/>
                </a:moveTo>
                <a:cubicBezTo>
                  <a:pt x="6747550" y="3137344"/>
                  <a:pt x="6753035" y="3140064"/>
                  <a:pt x="6757531" y="3145504"/>
                </a:cubicBezTo>
                <a:cubicBezTo>
                  <a:pt x="6762027" y="3150944"/>
                  <a:pt x="6764275" y="3159464"/>
                  <a:pt x="6764275" y="3171063"/>
                </a:cubicBezTo>
                <a:cubicBezTo>
                  <a:pt x="6764275" y="3183651"/>
                  <a:pt x="6762117" y="3192576"/>
                  <a:pt x="6757801" y="3197836"/>
                </a:cubicBezTo>
                <a:cubicBezTo>
                  <a:pt x="6753485" y="3203096"/>
                  <a:pt x="6748135" y="3205726"/>
                  <a:pt x="6741751" y="3205726"/>
                </a:cubicBezTo>
                <a:cubicBezTo>
                  <a:pt x="6734467" y="3205726"/>
                  <a:pt x="6728443" y="3202984"/>
                  <a:pt x="6723677" y="3197499"/>
                </a:cubicBezTo>
                <a:cubicBezTo>
                  <a:pt x="6718912" y="3192014"/>
                  <a:pt x="6716529" y="3183606"/>
                  <a:pt x="6716529" y="3172277"/>
                </a:cubicBezTo>
                <a:cubicBezTo>
                  <a:pt x="6716529" y="3159959"/>
                  <a:pt x="6718867" y="3151056"/>
                  <a:pt x="6723542" y="3145572"/>
                </a:cubicBezTo>
                <a:cubicBezTo>
                  <a:pt x="6728218" y="3140087"/>
                  <a:pt x="6734063" y="3137344"/>
                  <a:pt x="6741076" y="3137344"/>
                </a:cubicBezTo>
                <a:close/>
                <a:moveTo>
                  <a:pt x="8284884" y="3136805"/>
                </a:moveTo>
                <a:cubicBezTo>
                  <a:pt x="8291898" y="3136805"/>
                  <a:pt x="8297832" y="3139570"/>
                  <a:pt x="8302688" y="3145100"/>
                </a:cubicBezTo>
                <a:cubicBezTo>
                  <a:pt x="8307543" y="3150629"/>
                  <a:pt x="8309971" y="3158609"/>
                  <a:pt x="8309971" y="3169040"/>
                </a:cubicBezTo>
                <a:cubicBezTo>
                  <a:pt x="8309971" y="3179470"/>
                  <a:pt x="8307656" y="3187271"/>
                  <a:pt x="8303025" y="3192441"/>
                </a:cubicBezTo>
                <a:cubicBezTo>
                  <a:pt x="8298394" y="3197611"/>
                  <a:pt x="8292662" y="3200196"/>
                  <a:pt x="8285828" y="3200196"/>
                </a:cubicBezTo>
                <a:cubicBezTo>
                  <a:pt x="8278635" y="3200196"/>
                  <a:pt x="8272835" y="3197701"/>
                  <a:pt x="8268429" y="3192711"/>
                </a:cubicBezTo>
                <a:cubicBezTo>
                  <a:pt x="8264023" y="3187720"/>
                  <a:pt x="8261821" y="3180055"/>
                  <a:pt x="8261821" y="3169714"/>
                </a:cubicBezTo>
                <a:cubicBezTo>
                  <a:pt x="8261821" y="3157935"/>
                  <a:pt x="8263911" y="3149505"/>
                  <a:pt x="8268092" y="3144425"/>
                </a:cubicBezTo>
                <a:cubicBezTo>
                  <a:pt x="8272273" y="3139345"/>
                  <a:pt x="8277871" y="3136805"/>
                  <a:pt x="8284884" y="3136805"/>
                </a:cubicBezTo>
                <a:close/>
                <a:moveTo>
                  <a:pt x="7061015" y="3134782"/>
                </a:moveTo>
                <a:cubicBezTo>
                  <a:pt x="7068568" y="3134782"/>
                  <a:pt x="7074907" y="3137816"/>
                  <a:pt x="7080032" y="3143886"/>
                </a:cubicBezTo>
                <a:cubicBezTo>
                  <a:pt x="7085158" y="3149955"/>
                  <a:pt x="7087720" y="3159194"/>
                  <a:pt x="7087720" y="3171603"/>
                </a:cubicBezTo>
                <a:cubicBezTo>
                  <a:pt x="7087720" y="3184910"/>
                  <a:pt x="7085180" y="3194576"/>
                  <a:pt x="7080100" y="3200601"/>
                </a:cubicBezTo>
                <a:cubicBezTo>
                  <a:pt x="7075019" y="3206625"/>
                  <a:pt x="7068523" y="3209637"/>
                  <a:pt x="7060610" y="3209637"/>
                </a:cubicBezTo>
                <a:cubicBezTo>
                  <a:pt x="7052787" y="3209637"/>
                  <a:pt x="7046291" y="3206580"/>
                  <a:pt x="7041121" y="3200466"/>
                </a:cubicBezTo>
                <a:cubicBezTo>
                  <a:pt x="7035950" y="3194351"/>
                  <a:pt x="7033365" y="3184910"/>
                  <a:pt x="7033365" y="3172142"/>
                </a:cubicBezTo>
                <a:cubicBezTo>
                  <a:pt x="7033365" y="3159554"/>
                  <a:pt x="7035973" y="3150180"/>
                  <a:pt x="7041188" y="3144021"/>
                </a:cubicBezTo>
                <a:cubicBezTo>
                  <a:pt x="7046403" y="3137861"/>
                  <a:pt x="7053012" y="3134782"/>
                  <a:pt x="7061015" y="3134782"/>
                </a:cubicBezTo>
                <a:close/>
                <a:moveTo>
                  <a:pt x="7442419" y="3129521"/>
                </a:moveTo>
                <a:cubicBezTo>
                  <a:pt x="7449972" y="3129521"/>
                  <a:pt x="7456064" y="3131814"/>
                  <a:pt x="7460695" y="3136400"/>
                </a:cubicBezTo>
                <a:cubicBezTo>
                  <a:pt x="7465326" y="3140986"/>
                  <a:pt x="7468181" y="3148584"/>
                  <a:pt x="7469260" y="3159194"/>
                </a:cubicBezTo>
                <a:lnTo>
                  <a:pt x="7415175" y="3159194"/>
                </a:lnTo>
                <a:cubicBezTo>
                  <a:pt x="7416074" y="3150652"/>
                  <a:pt x="7418187" y="3144223"/>
                  <a:pt x="7421514" y="3139907"/>
                </a:cubicBezTo>
                <a:cubicBezTo>
                  <a:pt x="7426729" y="3132983"/>
                  <a:pt x="7433697" y="3129521"/>
                  <a:pt x="7442419" y="3129521"/>
                </a:cubicBezTo>
                <a:close/>
                <a:moveTo>
                  <a:pt x="7920553" y="3100253"/>
                </a:moveTo>
                <a:lnTo>
                  <a:pt x="7920553" y="3243491"/>
                </a:lnTo>
                <a:lnTo>
                  <a:pt x="7975447" y="3243491"/>
                </a:lnTo>
                <a:lnTo>
                  <a:pt x="7975447" y="3100253"/>
                </a:lnTo>
                <a:close/>
                <a:moveTo>
                  <a:pt x="8265597" y="3097017"/>
                </a:moveTo>
                <a:cubicBezTo>
                  <a:pt x="8248153" y="3097017"/>
                  <a:pt x="8234036" y="3102861"/>
                  <a:pt x="8223246" y="3114550"/>
                </a:cubicBezTo>
                <a:cubicBezTo>
                  <a:pt x="8212456" y="3126239"/>
                  <a:pt x="8207061" y="3143234"/>
                  <a:pt x="8207061" y="3165533"/>
                </a:cubicBezTo>
                <a:cubicBezTo>
                  <a:pt x="8207061" y="3185045"/>
                  <a:pt x="8211242" y="3200736"/>
                  <a:pt x="8219605" y="3212605"/>
                </a:cubicBezTo>
                <a:cubicBezTo>
                  <a:pt x="8231384" y="3229329"/>
                  <a:pt x="8246849" y="3237692"/>
                  <a:pt x="8266002" y="3237692"/>
                </a:cubicBezTo>
                <a:cubicBezTo>
                  <a:pt x="8275803" y="3237692"/>
                  <a:pt x="8284929" y="3235444"/>
                  <a:pt x="8293381" y="3230948"/>
                </a:cubicBezTo>
                <a:cubicBezTo>
                  <a:pt x="8298776" y="3228070"/>
                  <a:pt x="8304171" y="3223440"/>
                  <a:pt x="8309566" y="3217056"/>
                </a:cubicBezTo>
                <a:lnTo>
                  <a:pt x="8309566" y="3238771"/>
                </a:lnTo>
                <a:cubicBezTo>
                  <a:pt x="8309566" y="3249291"/>
                  <a:pt x="8307611" y="3256664"/>
                  <a:pt x="8303699" y="3260890"/>
                </a:cubicBezTo>
                <a:cubicBezTo>
                  <a:pt x="8299788" y="3265116"/>
                  <a:pt x="8293876" y="3267229"/>
                  <a:pt x="8285963" y="3267229"/>
                </a:cubicBezTo>
                <a:cubicBezTo>
                  <a:pt x="8279849" y="3267229"/>
                  <a:pt x="8274769" y="3265836"/>
                  <a:pt x="8270722" y="3263048"/>
                </a:cubicBezTo>
                <a:cubicBezTo>
                  <a:pt x="8267935" y="3261160"/>
                  <a:pt x="8265867" y="3257743"/>
                  <a:pt x="8264518" y="3252798"/>
                </a:cubicBezTo>
                <a:lnTo>
                  <a:pt x="8211242" y="3246728"/>
                </a:lnTo>
                <a:cubicBezTo>
                  <a:pt x="8211062" y="3249785"/>
                  <a:pt x="8210972" y="3252213"/>
                  <a:pt x="8210972" y="3254012"/>
                </a:cubicBezTo>
                <a:cubicBezTo>
                  <a:pt x="8210972" y="3268488"/>
                  <a:pt x="8216345" y="3280042"/>
                  <a:pt x="8227090" y="3288675"/>
                </a:cubicBezTo>
                <a:cubicBezTo>
                  <a:pt x="8237835" y="3297307"/>
                  <a:pt x="8257594" y="3301623"/>
                  <a:pt x="8286368" y="3301623"/>
                </a:cubicBezTo>
                <a:cubicBezTo>
                  <a:pt x="8298956" y="3301623"/>
                  <a:pt x="8310128" y="3300498"/>
                  <a:pt x="8319884" y="3298251"/>
                </a:cubicBezTo>
                <a:cubicBezTo>
                  <a:pt x="8329640" y="3296003"/>
                  <a:pt x="8337688" y="3292361"/>
                  <a:pt x="8344027" y="3287326"/>
                </a:cubicBezTo>
                <a:cubicBezTo>
                  <a:pt x="8350366" y="3282290"/>
                  <a:pt x="8355447" y="3275704"/>
                  <a:pt x="8359268" y="3267566"/>
                </a:cubicBezTo>
                <a:cubicBezTo>
                  <a:pt x="8363090" y="3259429"/>
                  <a:pt x="8365000" y="3250864"/>
                  <a:pt x="8365000" y="3241873"/>
                </a:cubicBezTo>
                <a:lnTo>
                  <a:pt x="8364865" y="3235534"/>
                </a:lnTo>
                <a:lnTo>
                  <a:pt x="8364865" y="3100253"/>
                </a:lnTo>
                <a:lnTo>
                  <a:pt x="8313478" y="3100253"/>
                </a:lnTo>
                <a:lnTo>
                  <a:pt x="8313478" y="3121429"/>
                </a:lnTo>
                <a:cubicBezTo>
                  <a:pt x="8307184" y="3112707"/>
                  <a:pt x="8300417" y="3106458"/>
                  <a:pt x="8293179" y="3102681"/>
                </a:cubicBezTo>
                <a:cubicBezTo>
                  <a:pt x="8285941" y="3098905"/>
                  <a:pt x="8276747" y="3097017"/>
                  <a:pt x="8265597" y="3097017"/>
                </a:cubicBezTo>
                <a:close/>
                <a:moveTo>
                  <a:pt x="8126215" y="3097017"/>
                </a:moveTo>
                <a:cubicBezTo>
                  <a:pt x="8114975" y="3097017"/>
                  <a:pt x="8105444" y="3099062"/>
                  <a:pt x="8097621" y="3103153"/>
                </a:cubicBezTo>
                <a:cubicBezTo>
                  <a:pt x="8089799" y="3107245"/>
                  <a:pt x="8082066" y="3114056"/>
                  <a:pt x="8074423" y="3123587"/>
                </a:cubicBezTo>
                <a:lnTo>
                  <a:pt x="8074423" y="3100253"/>
                </a:lnTo>
                <a:lnTo>
                  <a:pt x="8023305" y="3100253"/>
                </a:lnTo>
                <a:lnTo>
                  <a:pt x="8023305" y="3243491"/>
                </a:lnTo>
                <a:lnTo>
                  <a:pt x="8078199" y="3243491"/>
                </a:lnTo>
                <a:lnTo>
                  <a:pt x="8078199" y="3174705"/>
                </a:lnTo>
                <a:cubicBezTo>
                  <a:pt x="8078199" y="3161667"/>
                  <a:pt x="8080267" y="3152630"/>
                  <a:pt x="8084404" y="3147595"/>
                </a:cubicBezTo>
                <a:cubicBezTo>
                  <a:pt x="8088540" y="3142559"/>
                  <a:pt x="8093935" y="3140042"/>
                  <a:pt x="8100589" y="3140042"/>
                </a:cubicBezTo>
                <a:cubicBezTo>
                  <a:pt x="8106613" y="3140042"/>
                  <a:pt x="8111289" y="3141907"/>
                  <a:pt x="8114616" y="3145639"/>
                </a:cubicBezTo>
                <a:cubicBezTo>
                  <a:pt x="8117942" y="3149371"/>
                  <a:pt x="8119606" y="3155732"/>
                  <a:pt x="8119606" y="3164724"/>
                </a:cubicBezTo>
                <a:lnTo>
                  <a:pt x="8119606" y="3243491"/>
                </a:lnTo>
                <a:lnTo>
                  <a:pt x="8174770" y="3243491"/>
                </a:lnTo>
                <a:lnTo>
                  <a:pt x="8174770" y="3152450"/>
                </a:lnTo>
                <a:cubicBezTo>
                  <a:pt x="8174770" y="3133568"/>
                  <a:pt x="8170477" y="3119608"/>
                  <a:pt x="8161889" y="3110571"/>
                </a:cubicBezTo>
                <a:cubicBezTo>
                  <a:pt x="8153302" y="3101535"/>
                  <a:pt x="8141411" y="3097017"/>
                  <a:pt x="8126215" y="3097017"/>
                </a:cubicBezTo>
                <a:close/>
                <a:moveTo>
                  <a:pt x="7803509" y="3097017"/>
                </a:moveTo>
                <a:cubicBezTo>
                  <a:pt x="7787324" y="3097017"/>
                  <a:pt x="7774421" y="3098701"/>
                  <a:pt x="7764800" y="3102069"/>
                </a:cubicBezTo>
                <a:cubicBezTo>
                  <a:pt x="7755179" y="3105437"/>
                  <a:pt x="7747626" y="3110535"/>
                  <a:pt x="7742141" y="3117362"/>
                </a:cubicBezTo>
                <a:cubicBezTo>
                  <a:pt x="7736656" y="3124188"/>
                  <a:pt x="7733913" y="3132318"/>
                  <a:pt x="7733913" y="3141751"/>
                </a:cubicBezTo>
                <a:cubicBezTo>
                  <a:pt x="7733913" y="3150374"/>
                  <a:pt x="7736453" y="3158055"/>
                  <a:pt x="7741534" y="3164791"/>
                </a:cubicBezTo>
                <a:cubicBezTo>
                  <a:pt x="7746614" y="3171528"/>
                  <a:pt x="7752863" y="3176311"/>
                  <a:pt x="7760281" y="3179141"/>
                </a:cubicBezTo>
                <a:cubicBezTo>
                  <a:pt x="7767700" y="3181970"/>
                  <a:pt x="7780940" y="3185047"/>
                  <a:pt x="7800002" y="3188369"/>
                </a:cubicBezTo>
                <a:cubicBezTo>
                  <a:pt x="7812771" y="3190614"/>
                  <a:pt x="7820638" y="3192500"/>
                  <a:pt x="7823605" y="3194026"/>
                </a:cubicBezTo>
                <a:cubicBezTo>
                  <a:pt x="7827742" y="3196181"/>
                  <a:pt x="7829810" y="3199234"/>
                  <a:pt x="7829810" y="3203185"/>
                </a:cubicBezTo>
                <a:cubicBezTo>
                  <a:pt x="7829810" y="3206686"/>
                  <a:pt x="7828236" y="3209603"/>
                  <a:pt x="7825089" y="3211937"/>
                </a:cubicBezTo>
                <a:cubicBezTo>
                  <a:pt x="7821043" y="3215080"/>
                  <a:pt x="7815333" y="3216651"/>
                  <a:pt x="7807960" y="3216651"/>
                </a:cubicBezTo>
                <a:cubicBezTo>
                  <a:pt x="7801216" y="3216651"/>
                  <a:pt x="7795821" y="3215257"/>
                  <a:pt x="7791775" y="3212470"/>
                </a:cubicBezTo>
                <a:cubicBezTo>
                  <a:pt x="7787729" y="3209682"/>
                  <a:pt x="7784582" y="3205052"/>
                  <a:pt x="7782334" y="3198578"/>
                </a:cubicBezTo>
                <a:lnTo>
                  <a:pt x="7727844" y="3203703"/>
                </a:lnTo>
                <a:cubicBezTo>
                  <a:pt x="7730991" y="3217460"/>
                  <a:pt x="7738117" y="3228070"/>
                  <a:pt x="7749222" y="3235534"/>
                </a:cubicBezTo>
                <a:cubicBezTo>
                  <a:pt x="7760326" y="3242997"/>
                  <a:pt x="7778962" y="3246728"/>
                  <a:pt x="7805128" y="3246728"/>
                </a:cubicBezTo>
                <a:cubicBezTo>
                  <a:pt x="7823650" y="3246728"/>
                  <a:pt x="7838284" y="3244415"/>
                  <a:pt x="7849030" y="3239790"/>
                </a:cubicBezTo>
                <a:cubicBezTo>
                  <a:pt x="7859775" y="3235164"/>
                  <a:pt x="7867642" y="3228943"/>
                  <a:pt x="7872633" y="3221128"/>
                </a:cubicBezTo>
                <a:cubicBezTo>
                  <a:pt x="7877623" y="3213313"/>
                  <a:pt x="7880118" y="3205274"/>
                  <a:pt x="7880118" y="3197010"/>
                </a:cubicBezTo>
                <a:cubicBezTo>
                  <a:pt x="7880118" y="3188836"/>
                  <a:pt x="7877758" y="3181335"/>
                  <a:pt x="7873037" y="3174509"/>
                </a:cubicBezTo>
                <a:cubicBezTo>
                  <a:pt x="7868317" y="3167682"/>
                  <a:pt x="7861506" y="3162427"/>
                  <a:pt x="7852604" y="3158744"/>
                </a:cubicBezTo>
                <a:cubicBezTo>
                  <a:pt x="7843702" y="3155061"/>
                  <a:pt x="7830124" y="3152187"/>
                  <a:pt x="7811871" y="3150121"/>
                </a:cubicBezTo>
                <a:cubicBezTo>
                  <a:pt x="7799822" y="3148684"/>
                  <a:pt x="7792000" y="3147068"/>
                  <a:pt x="7788403" y="3145272"/>
                </a:cubicBezTo>
                <a:cubicBezTo>
                  <a:pt x="7784806" y="3143477"/>
                  <a:pt x="7783008" y="3140828"/>
                  <a:pt x="7783008" y="3137327"/>
                </a:cubicBezTo>
                <a:cubicBezTo>
                  <a:pt x="7783008" y="3134184"/>
                  <a:pt x="7784424" y="3131513"/>
                  <a:pt x="7787257" y="3129314"/>
                </a:cubicBezTo>
                <a:cubicBezTo>
                  <a:pt x="7790089" y="3127114"/>
                  <a:pt x="7794607" y="3126015"/>
                  <a:pt x="7800812" y="3126015"/>
                </a:cubicBezTo>
                <a:cubicBezTo>
                  <a:pt x="7806926" y="3126015"/>
                  <a:pt x="7812141" y="3127453"/>
                  <a:pt x="7816457" y="3130331"/>
                </a:cubicBezTo>
                <a:cubicBezTo>
                  <a:pt x="7819604" y="3132489"/>
                  <a:pt x="7821852" y="3135861"/>
                  <a:pt x="7823201" y="3140446"/>
                </a:cubicBezTo>
                <a:lnTo>
                  <a:pt x="7875263" y="3135321"/>
                </a:lnTo>
                <a:cubicBezTo>
                  <a:pt x="7871666" y="3125970"/>
                  <a:pt x="7867148" y="3118552"/>
                  <a:pt x="7861708" y="3113067"/>
                </a:cubicBezTo>
                <a:cubicBezTo>
                  <a:pt x="7856268" y="3107582"/>
                  <a:pt x="7849479" y="3103535"/>
                  <a:pt x="7841342" y="3100928"/>
                </a:cubicBezTo>
                <a:cubicBezTo>
                  <a:pt x="7833204" y="3098320"/>
                  <a:pt x="7820593" y="3097017"/>
                  <a:pt x="7803509" y="3097017"/>
                </a:cubicBezTo>
                <a:close/>
                <a:moveTo>
                  <a:pt x="7622534" y="3097017"/>
                </a:moveTo>
                <a:cubicBezTo>
                  <a:pt x="7606349" y="3097017"/>
                  <a:pt x="7593446" y="3098701"/>
                  <a:pt x="7583825" y="3102069"/>
                </a:cubicBezTo>
                <a:cubicBezTo>
                  <a:pt x="7574204" y="3105437"/>
                  <a:pt x="7566651" y="3110535"/>
                  <a:pt x="7561166" y="3117362"/>
                </a:cubicBezTo>
                <a:cubicBezTo>
                  <a:pt x="7555681" y="3124188"/>
                  <a:pt x="7552938" y="3132318"/>
                  <a:pt x="7552938" y="3141751"/>
                </a:cubicBezTo>
                <a:cubicBezTo>
                  <a:pt x="7552938" y="3150374"/>
                  <a:pt x="7555478" y="3158055"/>
                  <a:pt x="7560559" y="3164791"/>
                </a:cubicBezTo>
                <a:cubicBezTo>
                  <a:pt x="7565639" y="3171528"/>
                  <a:pt x="7571888" y="3176311"/>
                  <a:pt x="7579306" y="3179141"/>
                </a:cubicBezTo>
                <a:cubicBezTo>
                  <a:pt x="7586725" y="3181970"/>
                  <a:pt x="7599965" y="3185047"/>
                  <a:pt x="7619027" y="3188369"/>
                </a:cubicBezTo>
                <a:cubicBezTo>
                  <a:pt x="7631796" y="3190614"/>
                  <a:pt x="7639663" y="3192500"/>
                  <a:pt x="7642630" y="3194026"/>
                </a:cubicBezTo>
                <a:cubicBezTo>
                  <a:pt x="7646767" y="3196181"/>
                  <a:pt x="7648835" y="3199234"/>
                  <a:pt x="7648835" y="3203185"/>
                </a:cubicBezTo>
                <a:cubicBezTo>
                  <a:pt x="7648835" y="3206686"/>
                  <a:pt x="7647261" y="3209603"/>
                  <a:pt x="7644114" y="3211937"/>
                </a:cubicBezTo>
                <a:cubicBezTo>
                  <a:pt x="7640068" y="3215080"/>
                  <a:pt x="7634358" y="3216651"/>
                  <a:pt x="7626985" y="3216651"/>
                </a:cubicBezTo>
                <a:cubicBezTo>
                  <a:pt x="7620241" y="3216651"/>
                  <a:pt x="7614846" y="3215257"/>
                  <a:pt x="7610800" y="3212470"/>
                </a:cubicBezTo>
                <a:cubicBezTo>
                  <a:pt x="7606754" y="3209682"/>
                  <a:pt x="7603606" y="3205052"/>
                  <a:pt x="7601359" y="3198578"/>
                </a:cubicBezTo>
                <a:lnTo>
                  <a:pt x="7546869" y="3203703"/>
                </a:lnTo>
                <a:cubicBezTo>
                  <a:pt x="7550016" y="3217460"/>
                  <a:pt x="7557142" y="3228070"/>
                  <a:pt x="7568247" y="3235534"/>
                </a:cubicBezTo>
                <a:cubicBezTo>
                  <a:pt x="7579351" y="3242997"/>
                  <a:pt x="7597987" y="3246728"/>
                  <a:pt x="7624153" y="3246728"/>
                </a:cubicBezTo>
                <a:cubicBezTo>
                  <a:pt x="7642675" y="3246728"/>
                  <a:pt x="7657309" y="3244415"/>
                  <a:pt x="7668055" y="3239790"/>
                </a:cubicBezTo>
                <a:cubicBezTo>
                  <a:pt x="7678800" y="3235164"/>
                  <a:pt x="7686667" y="3228943"/>
                  <a:pt x="7691658" y="3221128"/>
                </a:cubicBezTo>
                <a:cubicBezTo>
                  <a:pt x="7696648" y="3213313"/>
                  <a:pt x="7699143" y="3205274"/>
                  <a:pt x="7699143" y="3197010"/>
                </a:cubicBezTo>
                <a:cubicBezTo>
                  <a:pt x="7699143" y="3188836"/>
                  <a:pt x="7696783" y="3181335"/>
                  <a:pt x="7692062" y="3174509"/>
                </a:cubicBezTo>
                <a:cubicBezTo>
                  <a:pt x="7687342" y="3167682"/>
                  <a:pt x="7680531" y="3162427"/>
                  <a:pt x="7671629" y="3158744"/>
                </a:cubicBezTo>
                <a:cubicBezTo>
                  <a:pt x="7662727" y="3155061"/>
                  <a:pt x="7649149" y="3152187"/>
                  <a:pt x="7630896" y="3150121"/>
                </a:cubicBezTo>
                <a:cubicBezTo>
                  <a:pt x="7618847" y="3148684"/>
                  <a:pt x="7611025" y="3147068"/>
                  <a:pt x="7607428" y="3145272"/>
                </a:cubicBezTo>
                <a:cubicBezTo>
                  <a:pt x="7603831" y="3143477"/>
                  <a:pt x="7602033" y="3140828"/>
                  <a:pt x="7602033" y="3137327"/>
                </a:cubicBezTo>
                <a:cubicBezTo>
                  <a:pt x="7602033" y="3134184"/>
                  <a:pt x="7603449" y="3131513"/>
                  <a:pt x="7606282" y="3129314"/>
                </a:cubicBezTo>
                <a:cubicBezTo>
                  <a:pt x="7609114" y="3127114"/>
                  <a:pt x="7613632" y="3126015"/>
                  <a:pt x="7619837" y="3126015"/>
                </a:cubicBezTo>
                <a:cubicBezTo>
                  <a:pt x="7625951" y="3126015"/>
                  <a:pt x="7631166" y="3127453"/>
                  <a:pt x="7635482" y="3130331"/>
                </a:cubicBezTo>
                <a:cubicBezTo>
                  <a:pt x="7638629" y="3132489"/>
                  <a:pt x="7640877" y="3135861"/>
                  <a:pt x="7642226" y="3140446"/>
                </a:cubicBezTo>
                <a:lnTo>
                  <a:pt x="7694288" y="3135321"/>
                </a:lnTo>
                <a:cubicBezTo>
                  <a:pt x="7690691" y="3125970"/>
                  <a:pt x="7686173" y="3118552"/>
                  <a:pt x="7680733" y="3113067"/>
                </a:cubicBezTo>
                <a:cubicBezTo>
                  <a:pt x="7675293" y="3107582"/>
                  <a:pt x="7668504" y="3103535"/>
                  <a:pt x="7660367" y="3100928"/>
                </a:cubicBezTo>
                <a:cubicBezTo>
                  <a:pt x="7652229" y="3098320"/>
                  <a:pt x="7639618" y="3097017"/>
                  <a:pt x="7622534" y="3097017"/>
                </a:cubicBezTo>
                <a:close/>
                <a:moveTo>
                  <a:pt x="7440127" y="3097017"/>
                </a:moveTo>
                <a:cubicBezTo>
                  <a:pt x="7414860" y="3097017"/>
                  <a:pt x="7395056" y="3103940"/>
                  <a:pt x="7380714" y="3117787"/>
                </a:cubicBezTo>
                <a:cubicBezTo>
                  <a:pt x="7366372" y="3131635"/>
                  <a:pt x="7359201" y="3149753"/>
                  <a:pt x="7359201" y="3172142"/>
                </a:cubicBezTo>
                <a:cubicBezTo>
                  <a:pt x="7359201" y="3187878"/>
                  <a:pt x="7362775" y="3201567"/>
                  <a:pt x="7369924" y="3213212"/>
                </a:cubicBezTo>
                <a:cubicBezTo>
                  <a:pt x="7377072" y="3224856"/>
                  <a:pt x="7386086" y="3233353"/>
                  <a:pt x="7396966" y="3238703"/>
                </a:cubicBezTo>
                <a:cubicBezTo>
                  <a:pt x="7407846" y="3244053"/>
                  <a:pt x="7422773" y="3246728"/>
                  <a:pt x="7441745" y="3246728"/>
                </a:cubicBezTo>
                <a:cubicBezTo>
                  <a:pt x="7463595" y="3246728"/>
                  <a:pt x="7480364" y="3243604"/>
                  <a:pt x="7492054" y="3237354"/>
                </a:cubicBezTo>
                <a:cubicBezTo>
                  <a:pt x="7503743" y="3231105"/>
                  <a:pt x="7513724" y="3220787"/>
                  <a:pt x="7521996" y="3206400"/>
                </a:cubicBezTo>
                <a:lnTo>
                  <a:pt x="7467911" y="3201410"/>
                </a:lnTo>
                <a:cubicBezTo>
                  <a:pt x="7464494" y="3205726"/>
                  <a:pt x="7461302" y="3208738"/>
                  <a:pt x="7458335" y="3210447"/>
                </a:cubicBezTo>
                <a:cubicBezTo>
                  <a:pt x="7453479" y="3213144"/>
                  <a:pt x="7448354" y="3214493"/>
                  <a:pt x="7442959" y="3214493"/>
                </a:cubicBezTo>
                <a:cubicBezTo>
                  <a:pt x="7434417" y="3214493"/>
                  <a:pt x="7427493" y="3211391"/>
                  <a:pt x="7422188" y="3205187"/>
                </a:cubicBezTo>
                <a:cubicBezTo>
                  <a:pt x="7418412" y="3200871"/>
                  <a:pt x="7416029" y="3194307"/>
                  <a:pt x="7415040" y="3185495"/>
                </a:cubicBezTo>
                <a:lnTo>
                  <a:pt x="7525098" y="3185495"/>
                </a:lnTo>
                <a:lnTo>
                  <a:pt x="7525098" y="3179291"/>
                </a:lnTo>
                <a:cubicBezTo>
                  <a:pt x="7525098" y="3160408"/>
                  <a:pt x="7521996" y="3145077"/>
                  <a:pt x="7515792" y="3133298"/>
                </a:cubicBezTo>
                <a:cubicBezTo>
                  <a:pt x="7509587" y="3121519"/>
                  <a:pt x="7500551" y="3112527"/>
                  <a:pt x="7488682" y="3106323"/>
                </a:cubicBezTo>
                <a:cubicBezTo>
                  <a:pt x="7476813" y="3100119"/>
                  <a:pt x="7460628" y="3097017"/>
                  <a:pt x="7440127" y="3097017"/>
                </a:cubicBezTo>
                <a:close/>
                <a:moveTo>
                  <a:pt x="7252459" y="3097017"/>
                </a:moveTo>
                <a:cubicBezTo>
                  <a:pt x="7235734" y="3097017"/>
                  <a:pt x="7222022" y="3099217"/>
                  <a:pt x="7211322" y="3103619"/>
                </a:cubicBezTo>
                <a:cubicBezTo>
                  <a:pt x="7204578" y="3106404"/>
                  <a:pt x="7198014" y="3110648"/>
                  <a:pt x="7191630" y="3116353"/>
                </a:cubicBezTo>
                <a:cubicBezTo>
                  <a:pt x="7185246" y="3122058"/>
                  <a:pt x="7180211" y="3128503"/>
                  <a:pt x="7176524" y="3135690"/>
                </a:cubicBezTo>
                <a:cubicBezTo>
                  <a:pt x="7171489" y="3145482"/>
                  <a:pt x="7168971" y="3157745"/>
                  <a:pt x="7168971" y="3172479"/>
                </a:cubicBezTo>
                <a:cubicBezTo>
                  <a:pt x="7168971" y="3186583"/>
                  <a:pt x="7171039" y="3197903"/>
                  <a:pt x="7175175" y="3206437"/>
                </a:cubicBezTo>
                <a:cubicBezTo>
                  <a:pt x="7179311" y="3214972"/>
                  <a:pt x="7185021" y="3222406"/>
                  <a:pt x="7192304" y="3228739"/>
                </a:cubicBezTo>
                <a:cubicBezTo>
                  <a:pt x="7199588" y="3235073"/>
                  <a:pt x="7208287" y="3239654"/>
                  <a:pt x="7218403" y="3242484"/>
                </a:cubicBezTo>
                <a:cubicBezTo>
                  <a:pt x="7228518" y="3245313"/>
                  <a:pt x="7241174" y="3246728"/>
                  <a:pt x="7256370" y="3246728"/>
                </a:cubicBezTo>
                <a:cubicBezTo>
                  <a:pt x="7272106" y="3246728"/>
                  <a:pt x="7285076" y="3244525"/>
                  <a:pt x="7295282" y="3240119"/>
                </a:cubicBezTo>
                <a:cubicBezTo>
                  <a:pt x="7305487" y="3235713"/>
                  <a:pt x="7313872" y="3229532"/>
                  <a:pt x="7320436" y="3221574"/>
                </a:cubicBezTo>
                <a:cubicBezTo>
                  <a:pt x="7327000" y="3213616"/>
                  <a:pt x="7331721" y="3204197"/>
                  <a:pt x="7334598" y="3193318"/>
                </a:cubicBezTo>
                <a:lnTo>
                  <a:pt x="7282401" y="3187383"/>
                </a:lnTo>
                <a:cubicBezTo>
                  <a:pt x="7279973" y="3195026"/>
                  <a:pt x="7276309" y="3200691"/>
                  <a:pt x="7271409" y="3204377"/>
                </a:cubicBezTo>
                <a:cubicBezTo>
                  <a:pt x="7266508" y="3208064"/>
                  <a:pt x="7260462" y="3209907"/>
                  <a:pt x="7253268" y="3209907"/>
                </a:cubicBezTo>
                <a:cubicBezTo>
                  <a:pt x="7244636" y="3209907"/>
                  <a:pt x="7237533" y="3206856"/>
                  <a:pt x="7231958" y="3200753"/>
                </a:cubicBezTo>
                <a:cubicBezTo>
                  <a:pt x="7226383" y="3194649"/>
                  <a:pt x="7223596" y="3185719"/>
                  <a:pt x="7223596" y="3173961"/>
                </a:cubicBezTo>
                <a:cubicBezTo>
                  <a:pt x="7223596" y="3160766"/>
                  <a:pt x="7226405" y="3150914"/>
                  <a:pt x="7232025" y="3144407"/>
                </a:cubicBezTo>
                <a:cubicBezTo>
                  <a:pt x="7237645" y="3137900"/>
                  <a:pt x="7244996" y="3134647"/>
                  <a:pt x="7254077" y="3134647"/>
                </a:cubicBezTo>
                <a:cubicBezTo>
                  <a:pt x="7261271" y="3134647"/>
                  <a:pt x="7267003" y="3136198"/>
                  <a:pt x="7271274" y="3139300"/>
                </a:cubicBezTo>
                <a:cubicBezTo>
                  <a:pt x="7275545" y="3142402"/>
                  <a:pt x="7278490" y="3147010"/>
                  <a:pt x="7280108" y="3153125"/>
                </a:cubicBezTo>
                <a:lnTo>
                  <a:pt x="7331766" y="3146246"/>
                </a:lnTo>
                <a:cubicBezTo>
                  <a:pt x="7326820" y="3130151"/>
                  <a:pt x="7318211" y="3117922"/>
                  <a:pt x="7305937" y="3109560"/>
                </a:cubicBezTo>
                <a:cubicBezTo>
                  <a:pt x="7293663" y="3101198"/>
                  <a:pt x="7275837" y="3097017"/>
                  <a:pt x="7252459" y="3097017"/>
                </a:cubicBezTo>
                <a:close/>
                <a:moveTo>
                  <a:pt x="7060206" y="3097017"/>
                </a:moveTo>
                <a:cubicBezTo>
                  <a:pt x="7035119" y="3097017"/>
                  <a:pt x="7015202" y="3104098"/>
                  <a:pt x="7000456" y="3118259"/>
                </a:cubicBezTo>
                <a:cubicBezTo>
                  <a:pt x="6985709" y="3132421"/>
                  <a:pt x="6978336" y="3150427"/>
                  <a:pt x="6978336" y="3172277"/>
                </a:cubicBezTo>
                <a:cubicBezTo>
                  <a:pt x="6978336" y="3195745"/>
                  <a:pt x="6987058" y="3214718"/>
                  <a:pt x="7004502" y="3229195"/>
                </a:cubicBezTo>
                <a:cubicBezTo>
                  <a:pt x="7018709" y="3240884"/>
                  <a:pt x="7037322" y="3246728"/>
                  <a:pt x="7060340" y="3246728"/>
                </a:cubicBezTo>
                <a:cubicBezTo>
                  <a:pt x="7086147" y="3246728"/>
                  <a:pt x="7106355" y="3239692"/>
                  <a:pt x="7120967" y="3225620"/>
                </a:cubicBezTo>
                <a:cubicBezTo>
                  <a:pt x="7135578" y="3211548"/>
                  <a:pt x="7142884" y="3193497"/>
                  <a:pt x="7142884" y="3171468"/>
                </a:cubicBezTo>
                <a:cubicBezTo>
                  <a:pt x="7142884" y="3151866"/>
                  <a:pt x="7136995" y="3135366"/>
                  <a:pt x="7125216" y="3121968"/>
                </a:cubicBezTo>
                <a:cubicBezTo>
                  <a:pt x="7110559" y="3105334"/>
                  <a:pt x="7088889" y="3097017"/>
                  <a:pt x="7060206" y="3097017"/>
                </a:cubicBezTo>
                <a:close/>
                <a:moveTo>
                  <a:pt x="6938455" y="3097017"/>
                </a:moveTo>
                <a:cubicBezTo>
                  <a:pt x="6930722" y="3097017"/>
                  <a:pt x="6924225" y="3098927"/>
                  <a:pt x="6918965" y="3102749"/>
                </a:cubicBezTo>
                <a:cubicBezTo>
                  <a:pt x="6913705" y="3106570"/>
                  <a:pt x="6908602" y="3113561"/>
                  <a:pt x="6903657" y="3123722"/>
                </a:cubicBezTo>
                <a:lnTo>
                  <a:pt x="6903657" y="3100253"/>
                </a:lnTo>
                <a:lnTo>
                  <a:pt x="6852269" y="3100253"/>
                </a:lnTo>
                <a:lnTo>
                  <a:pt x="6852269" y="3243491"/>
                </a:lnTo>
                <a:lnTo>
                  <a:pt x="6907433" y="3243491"/>
                </a:lnTo>
                <a:lnTo>
                  <a:pt x="6907433" y="3195476"/>
                </a:lnTo>
                <a:cubicBezTo>
                  <a:pt x="6907433" y="3172547"/>
                  <a:pt x="6910266" y="3156901"/>
                  <a:pt x="6915931" y="3148539"/>
                </a:cubicBezTo>
                <a:cubicBezTo>
                  <a:pt x="6919887" y="3142604"/>
                  <a:pt x="6925462" y="3139637"/>
                  <a:pt x="6932655" y="3139637"/>
                </a:cubicBezTo>
                <a:cubicBezTo>
                  <a:pt x="6936432" y="3139637"/>
                  <a:pt x="6941557" y="3140986"/>
                  <a:pt x="6948031" y="3143683"/>
                </a:cubicBezTo>
                <a:lnTo>
                  <a:pt x="6965025" y="3104569"/>
                </a:lnTo>
                <a:cubicBezTo>
                  <a:pt x="6955404" y="3099534"/>
                  <a:pt x="6946547" y="3097017"/>
                  <a:pt x="6938455" y="3097017"/>
                </a:cubicBezTo>
                <a:close/>
                <a:moveTo>
                  <a:pt x="6759015" y="3097017"/>
                </a:moveTo>
                <a:cubicBezTo>
                  <a:pt x="6749304" y="3097017"/>
                  <a:pt x="6740447" y="3099129"/>
                  <a:pt x="6732444" y="3103356"/>
                </a:cubicBezTo>
                <a:cubicBezTo>
                  <a:pt x="6726510" y="3106503"/>
                  <a:pt x="6719991" y="3112527"/>
                  <a:pt x="6712887" y="3121429"/>
                </a:cubicBezTo>
                <a:lnTo>
                  <a:pt x="6712887" y="3100253"/>
                </a:lnTo>
                <a:lnTo>
                  <a:pt x="6661500" y="3100253"/>
                </a:lnTo>
                <a:lnTo>
                  <a:pt x="6661500" y="3297981"/>
                </a:lnTo>
                <a:lnTo>
                  <a:pt x="6716934" y="3297981"/>
                </a:lnTo>
                <a:lnTo>
                  <a:pt x="6716934" y="3229599"/>
                </a:lnTo>
                <a:cubicBezTo>
                  <a:pt x="6722418" y="3235264"/>
                  <a:pt x="6728645" y="3239535"/>
                  <a:pt x="6735614" y="3242412"/>
                </a:cubicBezTo>
                <a:cubicBezTo>
                  <a:pt x="6742582" y="3245290"/>
                  <a:pt x="6750293" y="3246728"/>
                  <a:pt x="6758745" y="3246728"/>
                </a:cubicBezTo>
                <a:cubicBezTo>
                  <a:pt x="6776189" y="3246728"/>
                  <a:pt x="6790620" y="3240457"/>
                  <a:pt x="6802040" y="3227913"/>
                </a:cubicBezTo>
                <a:cubicBezTo>
                  <a:pt x="6813459" y="3215370"/>
                  <a:pt x="6819169" y="3197184"/>
                  <a:pt x="6819169" y="3173356"/>
                </a:cubicBezTo>
                <a:cubicBezTo>
                  <a:pt x="6819169" y="3151776"/>
                  <a:pt x="6813931" y="3133658"/>
                  <a:pt x="6803456" y="3119001"/>
                </a:cubicBezTo>
                <a:cubicBezTo>
                  <a:pt x="6792981" y="3104345"/>
                  <a:pt x="6778167" y="3097017"/>
                  <a:pt x="6759015" y="3097017"/>
                </a:cubicBezTo>
                <a:close/>
                <a:moveTo>
                  <a:pt x="7920553" y="3045764"/>
                </a:moveTo>
                <a:lnTo>
                  <a:pt x="7920553" y="3083124"/>
                </a:lnTo>
                <a:lnTo>
                  <a:pt x="7975447" y="3083124"/>
                </a:lnTo>
                <a:lnTo>
                  <a:pt x="7975447" y="3045764"/>
                </a:lnTo>
                <a:close/>
                <a:moveTo>
                  <a:pt x="9632034" y="2816783"/>
                </a:moveTo>
                <a:lnTo>
                  <a:pt x="9632034" y="2859268"/>
                </a:lnTo>
                <a:lnTo>
                  <a:pt x="9711881" y="2859268"/>
                </a:lnTo>
                <a:lnTo>
                  <a:pt x="9711881" y="2816783"/>
                </a:lnTo>
                <a:close/>
                <a:moveTo>
                  <a:pt x="10103620" y="2804644"/>
                </a:moveTo>
                <a:cubicBezTo>
                  <a:pt x="10110903" y="2804644"/>
                  <a:pt x="10116927" y="2807409"/>
                  <a:pt x="10121693" y="2812938"/>
                </a:cubicBezTo>
                <a:cubicBezTo>
                  <a:pt x="10126459" y="2818468"/>
                  <a:pt x="10128841" y="2826853"/>
                  <a:pt x="10128841" y="2838093"/>
                </a:cubicBezTo>
                <a:cubicBezTo>
                  <a:pt x="10128841" y="2850501"/>
                  <a:pt x="10126504" y="2859448"/>
                  <a:pt x="10121828" y="2864933"/>
                </a:cubicBezTo>
                <a:cubicBezTo>
                  <a:pt x="10117152" y="2870418"/>
                  <a:pt x="10111308" y="2873160"/>
                  <a:pt x="10104294" y="2873160"/>
                </a:cubicBezTo>
                <a:cubicBezTo>
                  <a:pt x="10097730" y="2873160"/>
                  <a:pt x="10092223" y="2870440"/>
                  <a:pt x="10087772" y="2865000"/>
                </a:cubicBezTo>
                <a:cubicBezTo>
                  <a:pt x="10083321" y="2859560"/>
                  <a:pt x="10081096" y="2850996"/>
                  <a:pt x="10081096" y="2839307"/>
                </a:cubicBezTo>
                <a:cubicBezTo>
                  <a:pt x="10081096" y="2826808"/>
                  <a:pt x="10083254" y="2817906"/>
                  <a:pt x="10087570" y="2812601"/>
                </a:cubicBezTo>
                <a:cubicBezTo>
                  <a:pt x="10091886" y="2807296"/>
                  <a:pt x="10097236" y="2804644"/>
                  <a:pt x="10103620" y="2804644"/>
                </a:cubicBezTo>
                <a:close/>
                <a:moveTo>
                  <a:pt x="6851465" y="2801407"/>
                </a:moveTo>
                <a:cubicBezTo>
                  <a:pt x="6859018" y="2801407"/>
                  <a:pt x="6865357" y="2804441"/>
                  <a:pt x="6870482" y="2810511"/>
                </a:cubicBezTo>
                <a:cubicBezTo>
                  <a:pt x="6875608" y="2816580"/>
                  <a:pt x="6878170" y="2825819"/>
                  <a:pt x="6878170" y="2838228"/>
                </a:cubicBezTo>
                <a:cubicBezTo>
                  <a:pt x="6878170" y="2851535"/>
                  <a:pt x="6875630" y="2861201"/>
                  <a:pt x="6870550" y="2867226"/>
                </a:cubicBezTo>
                <a:cubicBezTo>
                  <a:pt x="6865469" y="2873250"/>
                  <a:pt x="6858973" y="2876262"/>
                  <a:pt x="6851060" y="2876262"/>
                </a:cubicBezTo>
                <a:cubicBezTo>
                  <a:pt x="6843237" y="2876262"/>
                  <a:pt x="6836741" y="2873205"/>
                  <a:pt x="6831571" y="2867091"/>
                </a:cubicBezTo>
                <a:cubicBezTo>
                  <a:pt x="6826401" y="2860976"/>
                  <a:pt x="6823815" y="2851535"/>
                  <a:pt x="6823815" y="2838767"/>
                </a:cubicBezTo>
                <a:cubicBezTo>
                  <a:pt x="6823815" y="2826179"/>
                  <a:pt x="6826423" y="2816805"/>
                  <a:pt x="6831638" y="2810646"/>
                </a:cubicBezTo>
                <a:cubicBezTo>
                  <a:pt x="6836853" y="2804486"/>
                  <a:pt x="6843462" y="2801407"/>
                  <a:pt x="6851465" y="2801407"/>
                </a:cubicBezTo>
                <a:close/>
                <a:moveTo>
                  <a:pt x="10299920" y="2796146"/>
                </a:moveTo>
                <a:cubicBezTo>
                  <a:pt x="10307472" y="2796146"/>
                  <a:pt x="10313564" y="2798439"/>
                  <a:pt x="10318195" y="2803025"/>
                </a:cubicBezTo>
                <a:cubicBezTo>
                  <a:pt x="10322826" y="2807611"/>
                  <a:pt x="10325680" y="2815209"/>
                  <a:pt x="10326760" y="2825819"/>
                </a:cubicBezTo>
                <a:lnTo>
                  <a:pt x="10272674" y="2825819"/>
                </a:lnTo>
                <a:cubicBezTo>
                  <a:pt x="10273574" y="2817277"/>
                  <a:pt x="10275686" y="2810848"/>
                  <a:pt x="10279014" y="2806532"/>
                </a:cubicBezTo>
                <a:cubicBezTo>
                  <a:pt x="10284229" y="2799608"/>
                  <a:pt x="10291197" y="2796146"/>
                  <a:pt x="10299920" y="2796146"/>
                </a:cubicBezTo>
                <a:close/>
                <a:moveTo>
                  <a:pt x="9395044" y="2796146"/>
                </a:moveTo>
                <a:cubicBezTo>
                  <a:pt x="9402597" y="2796146"/>
                  <a:pt x="9408689" y="2798439"/>
                  <a:pt x="9413320" y="2803025"/>
                </a:cubicBezTo>
                <a:cubicBezTo>
                  <a:pt x="9417951" y="2807611"/>
                  <a:pt x="9420806" y="2815209"/>
                  <a:pt x="9421884" y="2825819"/>
                </a:cubicBezTo>
                <a:lnTo>
                  <a:pt x="9367800" y="2825819"/>
                </a:lnTo>
                <a:cubicBezTo>
                  <a:pt x="9368699" y="2817277"/>
                  <a:pt x="9370812" y="2810848"/>
                  <a:pt x="9374138" y="2806532"/>
                </a:cubicBezTo>
                <a:cubicBezTo>
                  <a:pt x="9379354" y="2799608"/>
                  <a:pt x="9386322" y="2796146"/>
                  <a:pt x="9395044" y="2796146"/>
                </a:cubicBezTo>
                <a:close/>
                <a:moveTo>
                  <a:pt x="8880694" y="2796146"/>
                </a:moveTo>
                <a:cubicBezTo>
                  <a:pt x="8888247" y="2796146"/>
                  <a:pt x="8894339" y="2798439"/>
                  <a:pt x="8898970" y="2803025"/>
                </a:cubicBezTo>
                <a:cubicBezTo>
                  <a:pt x="8903600" y="2807611"/>
                  <a:pt x="8906455" y="2815209"/>
                  <a:pt x="8907534" y="2825819"/>
                </a:cubicBezTo>
                <a:lnTo>
                  <a:pt x="8853450" y="2825819"/>
                </a:lnTo>
                <a:cubicBezTo>
                  <a:pt x="8854348" y="2817277"/>
                  <a:pt x="8856462" y="2810848"/>
                  <a:pt x="8859788" y="2806532"/>
                </a:cubicBezTo>
                <a:cubicBezTo>
                  <a:pt x="8865004" y="2799608"/>
                  <a:pt x="8871972" y="2796146"/>
                  <a:pt x="8880694" y="2796146"/>
                </a:cubicBezTo>
                <a:close/>
                <a:moveTo>
                  <a:pt x="8099644" y="2796146"/>
                </a:moveTo>
                <a:cubicBezTo>
                  <a:pt x="8107197" y="2796146"/>
                  <a:pt x="8113289" y="2798439"/>
                  <a:pt x="8117920" y="2803025"/>
                </a:cubicBezTo>
                <a:cubicBezTo>
                  <a:pt x="8122551" y="2807611"/>
                  <a:pt x="8125406" y="2815209"/>
                  <a:pt x="8126485" y="2825819"/>
                </a:cubicBezTo>
                <a:lnTo>
                  <a:pt x="8072400" y="2825819"/>
                </a:lnTo>
                <a:cubicBezTo>
                  <a:pt x="8073299" y="2817277"/>
                  <a:pt x="8075412" y="2810848"/>
                  <a:pt x="8078739" y="2806532"/>
                </a:cubicBezTo>
                <a:cubicBezTo>
                  <a:pt x="8083954" y="2799608"/>
                  <a:pt x="8090922" y="2796146"/>
                  <a:pt x="8099644" y="2796146"/>
                </a:cubicBezTo>
                <a:close/>
                <a:moveTo>
                  <a:pt x="7270969" y="2796146"/>
                </a:moveTo>
                <a:cubicBezTo>
                  <a:pt x="7278522" y="2796146"/>
                  <a:pt x="7284614" y="2798439"/>
                  <a:pt x="7289245" y="2803025"/>
                </a:cubicBezTo>
                <a:cubicBezTo>
                  <a:pt x="7293876" y="2807611"/>
                  <a:pt x="7296731" y="2815209"/>
                  <a:pt x="7297810" y="2825819"/>
                </a:cubicBezTo>
                <a:lnTo>
                  <a:pt x="7243725" y="2825819"/>
                </a:lnTo>
                <a:cubicBezTo>
                  <a:pt x="7244624" y="2817277"/>
                  <a:pt x="7246737" y="2810848"/>
                  <a:pt x="7250064" y="2806532"/>
                </a:cubicBezTo>
                <a:cubicBezTo>
                  <a:pt x="7255279" y="2799608"/>
                  <a:pt x="7262247" y="2796146"/>
                  <a:pt x="7270969" y="2796146"/>
                </a:cubicBezTo>
                <a:close/>
                <a:moveTo>
                  <a:pt x="9930328" y="2766878"/>
                </a:moveTo>
                <a:lnTo>
                  <a:pt x="9930328" y="2910116"/>
                </a:lnTo>
                <a:lnTo>
                  <a:pt x="9985222" y="2910116"/>
                </a:lnTo>
                <a:lnTo>
                  <a:pt x="9985222" y="2766878"/>
                </a:lnTo>
                <a:close/>
                <a:moveTo>
                  <a:pt x="9131070" y="2766878"/>
                </a:moveTo>
                <a:lnTo>
                  <a:pt x="9190638" y="2910116"/>
                </a:lnTo>
                <a:lnTo>
                  <a:pt x="9239326" y="2910116"/>
                </a:lnTo>
                <a:lnTo>
                  <a:pt x="9300204" y="2766878"/>
                </a:lnTo>
                <a:lnTo>
                  <a:pt x="9244808" y="2766878"/>
                </a:lnTo>
                <a:lnTo>
                  <a:pt x="9215974" y="2857650"/>
                </a:lnTo>
                <a:lnTo>
                  <a:pt x="9188186" y="2766878"/>
                </a:lnTo>
                <a:close/>
                <a:moveTo>
                  <a:pt x="7920553" y="2766878"/>
                </a:moveTo>
                <a:lnTo>
                  <a:pt x="7920553" y="2910116"/>
                </a:lnTo>
                <a:lnTo>
                  <a:pt x="7975447" y="2910116"/>
                </a:lnTo>
                <a:lnTo>
                  <a:pt x="7975447" y="2766878"/>
                </a:lnTo>
                <a:close/>
                <a:moveTo>
                  <a:pt x="7625278" y="2766878"/>
                </a:moveTo>
                <a:lnTo>
                  <a:pt x="7625278" y="2910116"/>
                </a:lnTo>
                <a:lnTo>
                  <a:pt x="7680172" y="2910116"/>
                </a:lnTo>
                <a:lnTo>
                  <a:pt x="7680172" y="2766878"/>
                </a:lnTo>
                <a:close/>
                <a:moveTo>
                  <a:pt x="10297626" y="2763641"/>
                </a:moveTo>
                <a:cubicBezTo>
                  <a:pt x="10272360" y="2763641"/>
                  <a:pt x="10252555" y="2770565"/>
                  <a:pt x="10238214" y="2784412"/>
                </a:cubicBezTo>
                <a:cubicBezTo>
                  <a:pt x="10223872" y="2798259"/>
                  <a:pt x="10216701" y="2816378"/>
                  <a:pt x="10216701" y="2838767"/>
                </a:cubicBezTo>
                <a:cubicBezTo>
                  <a:pt x="10216701" y="2854502"/>
                  <a:pt x="10220275" y="2868192"/>
                  <a:pt x="10227424" y="2879837"/>
                </a:cubicBezTo>
                <a:cubicBezTo>
                  <a:pt x="10234572" y="2891481"/>
                  <a:pt x="10243586" y="2899978"/>
                  <a:pt x="10254466" y="2905328"/>
                </a:cubicBezTo>
                <a:cubicBezTo>
                  <a:pt x="10265346" y="2910678"/>
                  <a:pt x="10280272" y="2913353"/>
                  <a:pt x="10299245" y="2913353"/>
                </a:cubicBezTo>
                <a:cubicBezTo>
                  <a:pt x="10321094" y="2913353"/>
                  <a:pt x="10337864" y="2910229"/>
                  <a:pt x="10349554" y="2903980"/>
                </a:cubicBezTo>
                <a:cubicBezTo>
                  <a:pt x="10361242" y="2897730"/>
                  <a:pt x="10371224" y="2887412"/>
                  <a:pt x="10379496" y="2873025"/>
                </a:cubicBezTo>
                <a:lnTo>
                  <a:pt x="10325410" y="2868035"/>
                </a:lnTo>
                <a:cubicBezTo>
                  <a:pt x="10321994" y="2872351"/>
                  <a:pt x="10318802" y="2875363"/>
                  <a:pt x="10315834" y="2877072"/>
                </a:cubicBezTo>
                <a:cubicBezTo>
                  <a:pt x="10310979" y="2879769"/>
                  <a:pt x="10305854" y="2881118"/>
                  <a:pt x="10300459" y="2881118"/>
                </a:cubicBezTo>
                <a:cubicBezTo>
                  <a:pt x="10291916" y="2881118"/>
                  <a:pt x="10284993" y="2878016"/>
                  <a:pt x="10279688" y="2871812"/>
                </a:cubicBezTo>
                <a:cubicBezTo>
                  <a:pt x="10275912" y="2867496"/>
                  <a:pt x="10273528" y="2860932"/>
                  <a:pt x="10272540" y="2852120"/>
                </a:cubicBezTo>
                <a:lnTo>
                  <a:pt x="10382598" y="2852120"/>
                </a:lnTo>
                <a:lnTo>
                  <a:pt x="10382598" y="2845915"/>
                </a:lnTo>
                <a:cubicBezTo>
                  <a:pt x="10382598" y="2827033"/>
                  <a:pt x="10379496" y="2811702"/>
                  <a:pt x="10373292" y="2799923"/>
                </a:cubicBezTo>
                <a:cubicBezTo>
                  <a:pt x="10367088" y="2788144"/>
                  <a:pt x="10358050" y="2779152"/>
                  <a:pt x="10346182" y="2772948"/>
                </a:cubicBezTo>
                <a:cubicBezTo>
                  <a:pt x="10334312" y="2766744"/>
                  <a:pt x="10318128" y="2763641"/>
                  <a:pt x="10297626" y="2763641"/>
                </a:cubicBezTo>
                <a:close/>
                <a:moveTo>
                  <a:pt x="9813284" y="2763641"/>
                </a:moveTo>
                <a:cubicBezTo>
                  <a:pt x="9797099" y="2763641"/>
                  <a:pt x="9784196" y="2765326"/>
                  <a:pt x="9774574" y="2768694"/>
                </a:cubicBezTo>
                <a:cubicBezTo>
                  <a:pt x="9764954" y="2772062"/>
                  <a:pt x="9757400" y="2777160"/>
                  <a:pt x="9751916" y="2783987"/>
                </a:cubicBezTo>
                <a:cubicBezTo>
                  <a:pt x="9746430" y="2790813"/>
                  <a:pt x="9743688" y="2798943"/>
                  <a:pt x="9743688" y="2808376"/>
                </a:cubicBezTo>
                <a:cubicBezTo>
                  <a:pt x="9743688" y="2816999"/>
                  <a:pt x="9746228" y="2824680"/>
                  <a:pt x="9751308" y="2831416"/>
                </a:cubicBezTo>
                <a:cubicBezTo>
                  <a:pt x="9756389" y="2838153"/>
                  <a:pt x="9762638" y="2842936"/>
                  <a:pt x="9770056" y="2845766"/>
                </a:cubicBezTo>
                <a:cubicBezTo>
                  <a:pt x="9777474" y="2848595"/>
                  <a:pt x="9790714" y="2851672"/>
                  <a:pt x="9809777" y="2854994"/>
                </a:cubicBezTo>
                <a:cubicBezTo>
                  <a:pt x="9822545" y="2857239"/>
                  <a:pt x="9830413" y="2859125"/>
                  <a:pt x="9833380" y="2860651"/>
                </a:cubicBezTo>
                <a:cubicBezTo>
                  <a:pt x="9837516" y="2862806"/>
                  <a:pt x="9839584" y="2865859"/>
                  <a:pt x="9839584" y="2869810"/>
                </a:cubicBezTo>
                <a:cubicBezTo>
                  <a:pt x="9839584" y="2873311"/>
                  <a:pt x="9838011" y="2876228"/>
                  <a:pt x="9834864" y="2878562"/>
                </a:cubicBezTo>
                <a:cubicBezTo>
                  <a:pt x="9830818" y="2881705"/>
                  <a:pt x="9825108" y="2883276"/>
                  <a:pt x="9817735" y="2883276"/>
                </a:cubicBezTo>
                <a:cubicBezTo>
                  <a:pt x="9810991" y="2883276"/>
                  <a:pt x="9805596" y="2881882"/>
                  <a:pt x="9801550" y="2879095"/>
                </a:cubicBezTo>
                <a:cubicBezTo>
                  <a:pt x="9797504" y="2876308"/>
                  <a:pt x="9794356" y="2871677"/>
                  <a:pt x="9792108" y="2865203"/>
                </a:cubicBezTo>
                <a:lnTo>
                  <a:pt x="9737619" y="2870328"/>
                </a:lnTo>
                <a:cubicBezTo>
                  <a:pt x="9740766" y="2884085"/>
                  <a:pt x="9747892" y="2894695"/>
                  <a:pt x="9758996" y="2902159"/>
                </a:cubicBezTo>
                <a:cubicBezTo>
                  <a:pt x="9770101" y="2909622"/>
                  <a:pt x="9788736" y="2913353"/>
                  <a:pt x="9814902" y="2913353"/>
                </a:cubicBezTo>
                <a:cubicBezTo>
                  <a:pt x="9833425" y="2913353"/>
                  <a:pt x="9848059" y="2911040"/>
                  <a:pt x="9858804" y="2906415"/>
                </a:cubicBezTo>
                <a:cubicBezTo>
                  <a:pt x="9869549" y="2901789"/>
                  <a:pt x="9877417" y="2895568"/>
                  <a:pt x="9882408" y="2887753"/>
                </a:cubicBezTo>
                <a:cubicBezTo>
                  <a:pt x="9887398" y="2879938"/>
                  <a:pt x="9889893" y="2871899"/>
                  <a:pt x="9889893" y="2863635"/>
                </a:cubicBezTo>
                <a:cubicBezTo>
                  <a:pt x="9889893" y="2855461"/>
                  <a:pt x="9887533" y="2847961"/>
                  <a:pt x="9882812" y="2841134"/>
                </a:cubicBezTo>
                <a:cubicBezTo>
                  <a:pt x="9878092" y="2834307"/>
                  <a:pt x="9871280" y="2829052"/>
                  <a:pt x="9862378" y="2825369"/>
                </a:cubicBezTo>
                <a:cubicBezTo>
                  <a:pt x="9853477" y="2821686"/>
                  <a:pt x="9839899" y="2818812"/>
                  <a:pt x="9821646" y="2816746"/>
                </a:cubicBezTo>
                <a:cubicBezTo>
                  <a:pt x="9809597" y="2815309"/>
                  <a:pt x="9801774" y="2813693"/>
                  <a:pt x="9798178" y="2811897"/>
                </a:cubicBezTo>
                <a:cubicBezTo>
                  <a:pt x="9794581" y="2810102"/>
                  <a:pt x="9792783" y="2807453"/>
                  <a:pt x="9792783" y="2803952"/>
                </a:cubicBezTo>
                <a:cubicBezTo>
                  <a:pt x="9792783" y="2800809"/>
                  <a:pt x="9794199" y="2798138"/>
                  <a:pt x="9797031" y="2795939"/>
                </a:cubicBezTo>
                <a:cubicBezTo>
                  <a:pt x="9799864" y="2793739"/>
                  <a:pt x="9804382" y="2792640"/>
                  <a:pt x="9810586" y="2792640"/>
                </a:cubicBezTo>
                <a:cubicBezTo>
                  <a:pt x="9816700" y="2792640"/>
                  <a:pt x="9821916" y="2794078"/>
                  <a:pt x="9826232" y="2796956"/>
                </a:cubicBezTo>
                <a:cubicBezTo>
                  <a:pt x="9829379" y="2799114"/>
                  <a:pt x="9831627" y="2802486"/>
                  <a:pt x="9832976" y="2807071"/>
                </a:cubicBezTo>
                <a:lnTo>
                  <a:pt x="9885038" y="2801946"/>
                </a:lnTo>
                <a:cubicBezTo>
                  <a:pt x="9881441" y="2792595"/>
                  <a:pt x="9876923" y="2785177"/>
                  <a:pt x="9871483" y="2779692"/>
                </a:cubicBezTo>
                <a:cubicBezTo>
                  <a:pt x="9866042" y="2774207"/>
                  <a:pt x="9859254" y="2770160"/>
                  <a:pt x="9851116" y="2767553"/>
                </a:cubicBezTo>
                <a:cubicBezTo>
                  <a:pt x="9842979" y="2764945"/>
                  <a:pt x="9830368" y="2763641"/>
                  <a:pt x="9813284" y="2763641"/>
                </a:cubicBezTo>
                <a:close/>
                <a:moveTo>
                  <a:pt x="9595930" y="2763641"/>
                </a:moveTo>
                <a:cubicBezTo>
                  <a:pt x="9588197" y="2763641"/>
                  <a:pt x="9581700" y="2765552"/>
                  <a:pt x="9576440" y="2769374"/>
                </a:cubicBezTo>
                <a:cubicBezTo>
                  <a:pt x="9571180" y="2773195"/>
                  <a:pt x="9566077" y="2780186"/>
                  <a:pt x="9561132" y="2790347"/>
                </a:cubicBezTo>
                <a:lnTo>
                  <a:pt x="9561132" y="2766878"/>
                </a:lnTo>
                <a:lnTo>
                  <a:pt x="9509744" y="2766878"/>
                </a:lnTo>
                <a:lnTo>
                  <a:pt x="9509744" y="2910116"/>
                </a:lnTo>
                <a:lnTo>
                  <a:pt x="9564908" y="2910116"/>
                </a:lnTo>
                <a:lnTo>
                  <a:pt x="9564908" y="2862101"/>
                </a:lnTo>
                <a:cubicBezTo>
                  <a:pt x="9564908" y="2839172"/>
                  <a:pt x="9567741" y="2823526"/>
                  <a:pt x="9573406" y="2815164"/>
                </a:cubicBezTo>
                <a:cubicBezTo>
                  <a:pt x="9577362" y="2809229"/>
                  <a:pt x="9582936" y="2806262"/>
                  <a:pt x="9590130" y="2806262"/>
                </a:cubicBezTo>
                <a:cubicBezTo>
                  <a:pt x="9593906" y="2806262"/>
                  <a:pt x="9599032" y="2807611"/>
                  <a:pt x="9605506" y="2810308"/>
                </a:cubicBezTo>
                <a:lnTo>
                  <a:pt x="9622500" y="2771194"/>
                </a:lnTo>
                <a:cubicBezTo>
                  <a:pt x="9612879" y="2766159"/>
                  <a:pt x="9604022" y="2763641"/>
                  <a:pt x="9595930" y="2763641"/>
                </a:cubicBezTo>
                <a:close/>
                <a:moveTo>
                  <a:pt x="9392752" y="2763641"/>
                </a:moveTo>
                <a:cubicBezTo>
                  <a:pt x="9367485" y="2763641"/>
                  <a:pt x="9347680" y="2770565"/>
                  <a:pt x="9333339" y="2784412"/>
                </a:cubicBezTo>
                <a:cubicBezTo>
                  <a:pt x="9318997" y="2798259"/>
                  <a:pt x="9311826" y="2816378"/>
                  <a:pt x="9311826" y="2838767"/>
                </a:cubicBezTo>
                <a:cubicBezTo>
                  <a:pt x="9311826" y="2854502"/>
                  <a:pt x="9315400" y="2868192"/>
                  <a:pt x="9322549" y="2879837"/>
                </a:cubicBezTo>
                <a:cubicBezTo>
                  <a:pt x="9329697" y="2891481"/>
                  <a:pt x="9338711" y="2899978"/>
                  <a:pt x="9349591" y="2905328"/>
                </a:cubicBezTo>
                <a:cubicBezTo>
                  <a:pt x="9360472" y="2910678"/>
                  <a:pt x="9375398" y="2913353"/>
                  <a:pt x="9394370" y="2913353"/>
                </a:cubicBezTo>
                <a:cubicBezTo>
                  <a:pt x="9416220" y="2913353"/>
                  <a:pt x="9432989" y="2910229"/>
                  <a:pt x="9444678" y="2903980"/>
                </a:cubicBezTo>
                <a:cubicBezTo>
                  <a:pt x="9456368" y="2897730"/>
                  <a:pt x="9466349" y="2887412"/>
                  <a:pt x="9474621" y="2873025"/>
                </a:cubicBezTo>
                <a:lnTo>
                  <a:pt x="9420536" y="2868035"/>
                </a:lnTo>
                <a:cubicBezTo>
                  <a:pt x="9417119" y="2872351"/>
                  <a:pt x="9413927" y="2875363"/>
                  <a:pt x="9410960" y="2877072"/>
                </a:cubicBezTo>
                <a:cubicBezTo>
                  <a:pt x="9406104" y="2879769"/>
                  <a:pt x="9400979" y="2881118"/>
                  <a:pt x="9395584" y="2881118"/>
                </a:cubicBezTo>
                <a:cubicBezTo>
                  <a:pt x="9387042" y="2881118"/>
                  <a:pt x="9380118" y="2878016"/>
                  <a:pt x="9374813" y="2871812"/>
                </a:cubicBezTo>
                <a:cubicBezTo>
                  <a:pt x="9371036" y="2867496"/>
                  <a:pt x="9368654" y="2860932"/>
                  <a:pt x="9367664" y="2852120"/>
                </a:cubicBezTo>
                <a:lnTo>
                  <a:pt x="9477723" y="2852120"/>
                </a:lnTo>
                <a:lnTo>
                  <a:pt x="9477723" y="2845915"/>
                </a:lnTo>
                <a:cubicBezTo>
                  <a:pt x="9477723" y="2827033"/>
                  <a:pt x="9474621" y="2811702"/>
                  <a:pt x="9468416" y="2799923"/>
                </a:cubicBezTo>
                <a:cubicBezTo>
                  <a:pt x="9462212" y="2788144"/>
                  <a:pt x="9453176" y="2779152"/>
                  <a:pt x="9441306" y="2772948"/>
                </a:cubicBezTo>
                <a:cubicBezTo>
                  <a:pt x="9429438" y="2766744"/>
                  <a:pt x="9413252" y="2763641"/>
                  <a:pt x="9392752" y="2763641"/>
                </a:cubicBezTo>
                <a:close/>
                <a:moveTo>
                  <a:pt x="9081580" y="2763641"/>
                </a:moveTo>
                <a:cubicBezTo>
                  <a:pt x="9073847" y="2763641"/>
                  <a:pt x="9067350" y="2765552"/>
                  <a:pt x="9062090" y="2769374"/>
                </a:cubicBezTo>
                <a:cubicBezTo>
                  <a:pt x="9056830" y="2773195"/>
                  <a:pt x="9051727" y="2780186"/>
                  <a:pt x="9046782" y="2790347"/>
                </a:cubicBezTo>
                <a:lnTo>
                  <a:pt x="9046782" y="2766878"/>
                </a:lnTo>
                <a:lnTo>
                  <a:pt x="8995394" y="2766878"/>
                </a:lnTo>
                <a:lnTo>
                  <a:pt x="8995394" y="2910116"/>
                </a:lnTo>
                <a:lnTo>
                  <a:pt x="9050558" y="2910116"/>
                </a:lnTo>
                <a:lnTo>
                  <a:pt x="9050558" y="2862101"/>
                </a:lnTo>
                <a:cubicBezTo>
                  <a:pt x="9050558" y="2839172"/>
                  <a:pt x="9053390" y="2823526"/>
                  <a:pt x="9059055" y="2815164"/>
                </a:cubicBezTo>
                <a:cubicBezTo>
                  <a:pt x="9063012" y="2809229"/>
                  <a:pt x="9068586" y="2806262"/>
                  <a:pt x="9075780" y="2806262"/>
                </a:cubicBezTo>
                <a:cubicBezTo>
                  <a:pt x="9079556" y="2806262"/>
                  <a:pt x="9084682" y="2807611"/>
                  <a:pt x="9091156" y="2810308"/>
                </a:cubicBezTo>
                <a:lnTo>
                  <a:pt x="9108150" y="2771194"/>
                </a:lnTo>
                <a:cubicBezTo>
                  <a:pt x="9098529" y="2766159"/>
                  <a:pt x="9089672" y="2763641"/>
                  <a:pt x="9081580" y="2763641"/>
                </a:cubicBezTo>
                <a:close/>
                <a:moveTo>
                  <a:pt x="8878401" y="2763641"/>
                </a:moveTo>
                <a:cubicBezTo>
                  <a:pt x="8853134" y="2763641"/>
                  <a:pt x="8833330" y="2770565"/>
                  <a:pt x="8818989" y="2784412"/>
                </a:cubicBezTo>
                <a:cubicBezTo>
                  <a:pt x="8804647" y="2798259"/>
                  <a:pt x="8797476" y="2816378"/>
                  <a:pt x="8797476" y="2838767"/>
                </a:cubicBezTo>
                <a:cubicBezTo>
                  <a:pt x="8797476" y="2854502"/>
                  <a:pt x="8801050" y="2868192"/>
                  <a:pt x="8808199" y="2879837"/>
                </a:cubicBezTo>
                <a:cubicBezTo>
                  <a:pt x="8815347" y="2891481"/>
                  <a:pt x="8824361" y="2899978"/>
                  <a:pt x="8835241" y="2905328"/>
                </a:cubicBezTo>
                <a:cubicBezTo>
                  <a:pt x="8846121" y="2910678"/>
                  <a:pt x="8861047" y="2913353"/>
                  <a:pt x="8880020" y="2913353"/>
                </a:cubicBezTo>
                <a:cubicBezTo>
                  <a:pt x="8901870" y="2913353"/>
                  <a:pt x="8918639" y="2910229"/>
                  <a:pt x="8930328" y="2903980"/>
                </a:cubicBezTo>
                <a:cubicBezTo>
                  <a:pt x="8942018" y="2897730"/>
                  <a:pt x="8951998" y="2887412"/>
                  <a:pt x="8960270" y="2873025"/>
                </a:cubicBezTo>
                <a:lnTo>
                  <a:pt x="8906186" y="2868035"/>
                </a:lnTo>
                <a:cubicBezTo>
                  <a:pt x="8902769" y="2872351"/>
                  <a:pt x="8899576" y="2875363"/>
                  <a:pt x="8896609" y="2877072"/>
                </a:cubicBezTo>
                <a:cubicBezTo>
                  <a:pt x="8891754" y="2879769"/>
                  <a:pt x="8886628" y="2881118"/>
                  <a:pt x="8881234" y="2881118"/>
                </a:cubicBezTo>
                <a:cubicBezTo>
                  <a:pt x="8872692" y="2881118"/>
                  <a:pt x="8865768" y="2878016"/>
                  <a:pt x="8860463" y="2871812"/>
                </a:cubicBezTo>
                <a:cubicBezTo>
                  <a:pt x="8856686" y="2867496"/>
                  <a:pt x="8854304" y="2860932"/>
                  <a:pt x="8853314" y="2852120"/>
                </a:cubicBezTo>
                <a:lnTo>
                  <a:pt x="8963373" y="2852120"/>
                </a:lnTo>
                <a:lnTo>
                  <a:pt x="8963373" y="2845915"/>
                </a:lnTo>
                <a:cubicBezTo>
                  <a:pt x="8963373" y="2827033"/>
                  <a:pt x="8960270" y="2811702"/>
                  <a:pt x="8954066" y="2799923"/>
                </a:cubicBezTo>
                <a:cubicBezTo>
                  <a:pt x="8947862" y="2788144"/>
                  <a:pt x="8938825" y="2779152"/>
                  <a:pt x="8926956" y="2772948"/>
                </a:cubicBezTo>
                <a:cubicBezTo>
                  <a:pt x="8915087" y="2766744"/>
                  <a:pt x="8898902" y="2763641"/>
                  <a:pt x="8878401" y="2763641"/>
                </a:cubicBezTo>
                <a:close/>
                <a:moveTo>
                  <a:pt x="8689334" y="2763641"/>
                </a:moveTo>
                <a:cubicBezTo>
                  <a:pt x="8673149" y="2763641"/>
                  <a:pt x="8660246" y="2765326"/>
                  <a:pt x="8650624" y="2768694"/>
                </a:cubicBezTo>
                <a:cubicBezTo>
                  <a:pt x="8641004" y="2772062"/>
                  <a:pt x="8633450" y="2777160"/>
                  <a:pt x="8627966" y="2783987"/>
                </a:cubicBezTo>
                <a:cubicBezTo>
                  <a:pt x="8622480" y="2790813"/>
                  <a:pt x="8619738" y="2798943"/>
                  <a:pt x="8619738" y="2808376"/>
                </a:cubicBezTo>
                <a:cubicBezTo>
                  <a:pt x="8619738" y="2816999"/>
                  <a:pt x="8622278" y="2824680"/>
                  <a:pt x="8627358" y="2831416"/>
                </a:cubicBezTo>
                <a:cubicBezTo>
                  <a:pt x="8632439" y="2838153"/>
                  <a:pt x="8638688" y="2842936"/>
                  <a:pt x="8646106" y="2845766"/>
                </a:cubicBezTo>
                <a:cubicBezTo>
                  <a:pt x="8653524" y="2848595"/>
                  <a:pt x="8666764" y="2851672"/>
                  <a:pt x="8685827" y="2854994"/>
                </a:cubicBezTo>
                <a:cubicBezTo>
                  <a:pt x="8698595" y="2857239"/>
                  <a:pt x="8706463" y="2859125"/>
                  <a:pt x="8709430" y="2860651"/>
                </a:cubicBezTo>
                <a:cubicBezTo>
                  <a:pt x="8713566" y="2862806"/>
                  <a:pt x="8715634" y="2865859"/>
                  <a:pt x="8715634" y="2869810"/>
                </a:cubicBezTo>
                <a:cubicBezTo>
                  <a:pt x="8715634" y="2873311"/>
                  <a:pt x="8714061" y="2876228"/>
                  <a:pt x="8710914" y="2878562"/>
                </a:cubicBezTo>
                <a:cubicBezTo>
                  <a:pt x="8706868" y="2881705"/>
                  <a:pt x="8701158" y="2883276"/>
                  <a:pt x="8693785" y="2883276"/>
                </a:cubicBezTo>
                <a:cubicBezTo>
                  <a:pt x="8687041" y="2883276"/>
                  <a:pt x="8681646" y="2881882"/>
                  <a:pt x="8677600" y="2879095"/>
                </a:cubicBezTo>
                <a:cubicBezTo>
                  <a:pt x="8673554" y="2876308"/>
                  <a:pt x="8670406" y="2871677"/>
                  <a:pt x="8668158" y="2865203"/>
                </a:cubicBezTo>
                <a:lnTo>
                  <a:pt x="8613669" y="2870328"/>
                </a:lnTo>
                <a:cubicBezTo>
                  <a:pt x="8616816" y="2884085"/>
                  <a:pt x="8623942" y="2894695"/>
                  <a:pt x="8635046" y="2902159"/>
                </a:cubicBezTo>
                <a:cubicBezTo>
                  <a:pt x="8646151" y="2909622"/>
                  <a:pt x="8664786" y="2913353"/>
                  <a:pt x="8690952" y="2913353"/>
                </a:cubicBezTo>
                <a:cubicBezTo>
                  <a:pt x="8709475" y="2913353"/>
                  <a:pt x="8724109" y="2911040"/>
                  <a:pt x="8734854" y="2906415"/>
                </a:cubicBezTo>
                <a:cubicBezTo>
                  <a:pt x="8745599" y="2901789"/>
                  <a:pt x="8753467" y="2895568"/>
                  <a:pt x="8758458" y="2887753"/>
                </a:cubicBezTo>
                <a:cubicBezTo>
                  <a:pt x="8763448" y="2879938"/>
                  <a:pt x="8765943" y="2871899"/>
                  <a:pt x="8765943" y="2863635"/>
                </a:cubicBezTo>
                <a:cubicBezTo>
                  <a:pt x="8765943" y="2855461"/>
                  <a:pt x="8763583" y="2847961"/>
                  <a:pt x="8758862" y="2841134"/>
                </a:cubicBezTo>
                <a:cubicBezTo>
                  <a:pt x="8754142" y="2834307"/>
                  <a:pt x="8747330" y="2829052"/>
                  <a:pt x="8738428" y="2825369"/>
                </a:cubicBezTo>
                <a:cubicBezTo>
                  <a:pt x="8729527" y="2821686"/>
                  <a:pt x="8715949" y="2818812"/>
                  <a:pt x="8697696" y="2816746"/>
                </a:cubicBezTo>
                <a:cubicBezTo>
                  <a:pt x="8685647" y="2815309"/>
                  <a:pt x="8677824" y="2813693"/>
                  <a:pt x="8674228" y="2811897"/>
                </a:cubicBezTo>
                <a:cubicBezTo>
                  <a:pt x="8670631" y="2810102"/>
                  <a:pt x="8668833" y="2807453"/>
                  <a:pt x="8668833" y="2803952"/>
                </a:cubicBezTo>
                <a:cubicBezTo>
                  <a:pt x="8668833" y="2800809"/>
                  <a:pt x="8670249" y="2798138"/>
                  <a:pt x="8673081" y="2795939"/>
                </a:cubicBezTo>
                <a:cubicBezTo>
                  <a:pt x="8675914" y="2793739"/>
                  <a:pt x="8680432" y="2792640"/>
                  <a:pt x="8686636" y="2792640"/>
                </a:cubicBezTo>
                <a:cubicBezTo>
                  <a:pt x="8692750" y="2792640"/>
                  <a:pt x="8697966" y="2794078"/>
                  <a:pt x="8702282" y="2796956"/>
                </a:cubicBezTo>
                <a:cubicBezTo>
                  <a:pt x="8705429" y="2799114"/>
                  <a:pt x="8707677" y="2802486"/>
                  <a:pt x="8709026" y="2807071"/>
                </a:cubicBezTo>
                <a:lnTo>
                  <a:pt x="8761088" y="2801946"/>
                </a:lnTo>
                <a:cubicBezTo>
                  <a:pt x="8757491" y="2792595"/>
                  <a:pt x="8752972" y="2785177"/>
                  <a:pt x="8747533" y="2779692"/>
                </a:cubicBezTo>
                <a:cubicBezTo>
                  <a:pt x="8742092" y="2774207"/>
                  <a:pt x="8735304" y="2770160"/>
                  <a:pt x="8727166" y="2767553"/>
                </a:cubicBezTo>
                <a:cubicBezTo>
                  <a:pt x="8719029" y="2764945"/>
                  <a:pt x="8706418" y="2763641"/>
                  <a:pt x="8689334" y="2763641"/>
                </a:cubicBezTo>
                <a:close/>
                <a:moveTo>
                  <a:pt x="8316715" y="2763641"/>
                </a:moveTo>
                <a:cubicBezTo>
                  <a:pt x="8305475" y="2763641"/>
                  <a:pt x="8295944" y="2765687"/>
                  <a:pt x="8288121" y="2769778"/>
                </a:cubicBezTo>
                <a:cubicBezTo>
                  <a:pt x="8280298" y="2773869"/>
                  <a:pt x="8272566" y="2780681"/>
                  <a:pt x="8264923" y="2790212"/>
                </a:cubicBezTo>
                <a:lnTo>
                  <a:pt x="8264923" y="2766878"/>
                </a:lnTo>
                <a:lnTo>
                  <a:pt x="8213805" y="2766878"/>
                </a:lnTo>
                <a:lnTo>
                  <a:pt x="8213805" y="2910116"/>
                </a:lnTo>
                <a:lnTo>
                  <a:pt x="8268699" y="2910116"/>
                </a:lnTo>
                <a:lnTo>
                  <a:pt x="8268699" y="2841330"/>
                </a:lnTo>
                <a:cubicBezTo>
                  <a:pt x="8268699" y="2828292"/>
                  <a:pt x="8270767" y="2819255"/>
                  <a:pt x="8274903" y="2814220"/>
                </a:cubicBezTo>
                <a:cubicBezTo>
                  <a:pt x="8279040" y="2809184"/>
                  <a:pt x="8284435" y="2806667"/>
                  <a:pt x="8291089" y="2806667"/>
                </a:cubicBezTo>
                <a:cubicBezTo>
                  <a:pt x="8297113" y="2806667"/>
                  <a:pt x="8301789" y="2808532"/>
                  <a:pt x="8305116" y="2812264"/>
                </a:cubicBezTo>
                <a:cubicBezTo>
                  <a:pt x="8308442" y="2815996"/>
                  <a:pt x="8310106" y="2822357"/>
                  <a:pt x="8310106" y="2831349"/>
                </a:cubicBezTo>
                <a:lnTo>
                  <a:pt x="8310106" y="2910116"/>
                </a:lnTo>
                <a:lnTo>
                  <a:pt x="8365270" y="2910116"/>
                </a:lnTo>
                <a:lnTo>
                  <a:pt x="8365270" y="2819075"/>
                </a:lnTo>
                <a:cubicBezTo>
                  <a:pt x="8365270" y="2800193"/>
                  <a:pt x="8360976" y="2786233"/>
                  <a:pt x="8352389" y="2777196"/>
                </a:cubicBezTo>
                <a:cubicBezTo>
                  <a:pt x="8343802" y="2768160"/>
                  <a:pt x="8331911" y="2763641"/>
                  <a:pt x="8316715" y="2763641"/>
                </a:cubicBezTo>
                <a:close/>
                <a:moveTo>
                  <a:pt x="8097352" y="2763641"/>
                </a:moveTo>
                <a:cubicBezTo>
                  <a:pt x="8072085" y="2763641"/>
                  <a:pt x="8052281" y="2770565"/>
                  <a:pt x="8037939" y="2784412"/>
                </a:cubicBezTo>
                <a:cubicBezTo>
                  <a:pt x="8023597" y="2798259"/>
                  <a:pt x="8016426" y="2816378"/>
                  <a:pt x="8016426" y="2838767"/>
                </a:cubicBezTo>
                <a:cubicBezTo>
                  <a:pt x="8016426" y="2854502"/>
                  <a:pt x="8020000" y="2868192"/>
                  <a:pt x="8027149" y="2879837"/>
                </a:cubicBezTo>
                <a:cubicBezTo>
                  <a:pt x="8034297" y="2891481"/>
                  <a:pt x="8043311" y="2899978"/>
                  <a:pt x="8054191" y="2905328"/>
                </a:cubicBezTo>
                <a:cubicBezTo>
                  <a:pt x="8065071" y="2910678"/>
                  <a:pt x="8079998" y="2913353"/>
                  <a:pt x="8098970" y="2913353"/>
                </a:cubicBezTo>
                <a:cubicBezTo>
                  <a:pt x="8120820" y="2913353"/>
                  <a:pt x="8137589" y="2910229"/>
                  <a:pt x="8149279" y="2903980"/>
                </a:cubicBezTo>
                <a:cubicBezTo>
                  <a:pt x="8160968" y="2897730"/>
                  <a:pt x="8170949" y="2887412"/>
                  <a:pt x="8179221" y="2873025"/>
                </a:cubicBezTo>
                <a:lnTo>
                  <a:pt x="8125136" y="2868035"/>
                </a:lnTo>
                <a:cubicBezTo>
                  <a:pt x="8121719" y="2872351"/>
                  <a:pt x="8118527" y="2875363"/>
                  <a:pt x="8115560" y="2877072"/>
                </a:cubicBezTo>
                <a:cubicBezTo>
                  <a:pt x="8110704" y="2879769"/>
                  <a:pt x="8105579" y="2881118"/>
                  <a:pt x="8100184" y="2881118"/>
                </a:cubicBezTo>
                <a:cubicBezTo>
                  <a:pt x="8091642" y="2881118"/>
                  <a:pt x="8084718" y="2878016"/>
                  <a:pt x="8079413" y="2871812"/>
                </a:cubicBezTo>
                <a:cubicBezTo>
                  <a:pt x="8075637" y="2867496"/>
                  <a:pt x="8073254" y="2860932"/>
                  <a:pt x="8072265" y="2852120"/>
                </a:cubicBezTo>
                <a:lnTo>
                  <a:pt x="8182323" y="2852120"/>
                </a:lnTo>
                <a:lnTo>
                  <a:pt x="8182323" y="2845915"/>
                </a:lnTo>
                <a:cubicBezTo>
                  <a:pt x="8182323" y="2827033"/>
                  <a:pt x="8179221" y="2811702"/>
                  <a:pt x="8173017" y="2799923"/>
                </a:cubicBezTo>
                <a:cubicBezTo>
                  <a:pt x="8166812" y="2788144"/>
                  <a:pt x="8157776" y="2779152"/>
                  <a:pt x="8145907" y="2772948"/>
                </a:cubicBezTo>
                <a:cubicBezTo>
                  <a:pt x="8134038" y="2766744"/>
                  <a:pt x="8117853" y="2763641"/>
                  <a:pt x="8097352" y="2763641"/>
                </a:cubicBezTo>
                <a:close/>
                <a:moveTo>
                  <a:pt x="7804909" y="2763641"/>
                </a:moveTo>
                <a:cubicBezTo>
                  <a:pt x="7788185" y="2763641"/>
                  <a:pt x="7774472" y="2765842"/>
                  <a:pt x="7763772" y="2770244"/>
                </a:cubicBezTo>
                <a:cubicBezTo>
                  <a:pt x="7757028" y="2773029"/>
                  <a:pt x="7750464" y="2777273"/>
                  <a:pt x="7744080" y="2782978"/>
                </a:cubicBezTo>
                <a:cubicBezTo>
                  <a:pt x="7737696" y="2788683"/>
                  <a:pt x="7732661" y="2795129"/>
                  <a:pt x="7728974" y="2802315"/>
                </a:cubicBezTo>
                <a:cubicBezTo>
                  <a:pt x="7723939" y="2812107"/>
                  <a:pt x="7721421" y="2824370"/>
                  <a:pt x="7721421" y="2839104"/>
                </a:cubicBezTo>
                <a:cubicBezTo>
                  <a:pt x="7721421" y="2853208"/>
                  <a:pt x="7723489" y="2864528"/>
                  <a:pt x="7727625" y="2873062"/>
                </a:cubicBezTo>
                <a:cubicBezTo>
                  <a:pt x="7731762" y="2881597"/>
                  <a:pt x="7737471" y="2889031"/>
                  <a:pt x="7744754" y="2895364"/>
                </a:cubicBezTo>
                <a:cubicBezTo>
                  <a:pt x="7752038" y="2901698"/>
                  <a:pt x="7760737" y="2906279"/>
                  <a:pt x="7770853" y="2909109"/>
                </a:cubicBezTo>
                <a:cubicBezTo>
                  <a:pt x="7780969" y="2911938"/>
                  <a:pt x="7793624" y="2913353"/>
                  <a:pt x="7808820" y="2913353"/>
                </a:cubicBezTo>
                <a:cubicBezTo>
                  <a:pt x="7824556" y="2913353"/>
                  <a:pt x="7837526" y="2911150"/>
                  <a:pt x="7847732" y="2906744"/>
                </a:cubicBezTo>
                <a:cubicBezTo>
                  <a:pt x="7857938" y="2902338"/>
                  <a:pt x="7866322" y="2896157"/>
                  <a:pt x="7872886" y="2888199"/>
                </a:cubicBezTo>
                <a:cubicBezTo>
                  <a:pt x="7879450" y="2880241"/>
                  <a:pt x="7884171" y="2870822"/>
                  <a:pt x="7887048" y="2859943"/>
                </a:cubicBezTo>
                <a:lnTo>
                  <a:pt x="7834851" y="2854008"/>
                </a:lnTo>
                <a:cubicBezTo>
                  <a:pt x="7832424" y="2861651"/>
                  <a:pt x="7828760" y="2867316"/>
                  <a:pt x="7823859" y="2871002"/>
                </a:cubicBezTo>
                <a:cubicBezTo>
                  <a:pt x="7818958" y="2874689"/>
                  <a:pt x="7812912" y="2876532"/>
                  <a:pt x="7805718" y="2876532"/>
                </a:cubicBezTo>
                <a:cubicBezTo>
                  <a:pt x="7797086" y="2876532"/>
                  <a:pt x="7789983" y="2873481"/>
                  <a:pt x="7784408" y="2867378"/>
                </a:cubicBezTo>
                <a:cubicBezTo>
                  <a:pt x="7778833" y="2861275"/>
                  <a:pt x="7776046" y="2852344"/>
                  <a:pt x="7776046" y="2840586"/>
                </a:cubicBezTo>
                <a:cubicBezTo>
                  <a:pt x="7776046" y="2827390"/>
                  <a:pt x="7778856" y="2817539"/>
                  <a:pt x="7784475" y="2811032"/>
                </a:cubicBezTo>
                <a:cubicBezTo>
                  <a:pt x="7790095" y="2804525"/>
                  <a:pt x="7797446" y="2801272"/>
                  <a:pt x="7806527" y="2801272"/>
                </a:cubicBezTo>
                <a:cubicBezTo>
                  <a:pt x="7813721" y="2801272"/>
                  <a:pt x="7819453" y="2802823"/>
                  <a:pt x="7823724" y="2805925"/>
                </a:cubicBezTo>
                <a:cubicBezTo>
                  <a:pt x="7827995" y="2809027"/>
                  <a:pt x="7830940" y="2813635"/>
                  <a:pt x="7832559" y="2819750"/>
                </a:cubicBezTo>
                <a:lnTo>
                  <a:pt x="7884216" y="2812871"/>
                </a:lnTo>
                <a:cubicBezTo>
                  <a:pt x="7879270" y="2796776"/>
                  <a:pt x="7870661" y="2784547"/>
                  <a:pt x="7858387" y="2776185"/>
                </a:cubicBezTo>
                <a:cubicBezTo>
                  <a:pt x="7846114" y="2767823"/>
                  <a:pt x="7828287" y="2763641"/>
                  <a:pt x="7804909" y="2763641"/>
                </a:cubicBezTo>
                <a:close/>
                <a:moveTo>
                  <a:pt x="7268677" y="2763641"/>
                </a:moveTo>
                <a:cubicBezTo>
                  <a:pt x="7243410" y="2763641"/>
                  <a:pt x="7223606" y="2770565"/>
                  <a:pt x="7209264" y="2784412"/>
                </a:cubicBezTo>
                <a:cubicBezTo>
                  <a:pt x="7194922" y="2798259"/>
                  <a:pt x="7187751" y="2816378"/>
                  <a:pt x="7187751" y="2838767"/>
                </a:cubicBezTo>
                <a:cubicBezTo>
                  <a:pt x="7187751" y="2854502"/>
                  <a:pt x="7191325" y="2868192"/>
                  <a:pt x="7198474" y="2879837"/>
                </a:cubicBezTo>
                <a:cubicBezTo>
                  <a:pt x="7205622" y="2891481"/>
                  <a:pt x="7214636" y="2899978"/>
                  <a:pt x="7225516" y="2905328"/>
                </a:cubicBezTo>
                <a:cubicBezTo>
                  <a:pt x="7236396" y="2910678"/>
                  <a:pt x="7251323" y="2913353"/>
                  <a:pt x="7270295" y="2913353"/>
                </a:cubicBezTo>
                <a:cubicBezTo>
                  <a:pt x="7292145" y="2913353"/>
                  <a:pt x="7308914" y="2910229"/>
                  <a:pt x="7320604" y="2903980"/>
                </a:cubicBezTo>
                <a:cubicBezTo>
                  <a:pt x="7332293" y="2897730"/>
                  <a:pt x="7342274" y="2887412"/>
                  <a:pt x="7350546" y="2873025"/>
                </a:cubicBezTo>
                <a:lnTo>
                  <a:pt x="7296461" y="2868035"/>
                </a:lnTo>
                <a:cubicBezTo>
                  <a:pt x="7293044" y="2872351"/>
                  <a:pt x="7289852" y="2875363"/>
                  <a:pt x="7286885" y="2877072"/>
                </a:cubicBezTo>
                <a:cubicBezTo>
                  <a:pt x="7282029" y="2879769"/>
                  <a:pt x="7276904" y="2881118"/>
                  <a:pt x="7271509" y="2881118"/>
                </a:cubicBezTo>
                <a:cubicBezTo>
                  <a:pt x="7262967" y="2881118"/>
                  <a:pt x="7256043" y="2878016"/>
                  <a:pt x="7250738" y="2871812"/>
                </a:cubicBezTo>
                <a:cubicBezTo>
                  <a:pt x="7246962" y="2867496"/>
                  <a:pt x="7244579" y="2860932"/>
                  <a:pt x="7243590" y="2852120"/>
                </a:cubicBezTo>
                <a:lnTo>
                  <a:pt x="7353648" y="2852120"/>
                </a:lnTo>
                <a:lnTo>
                  <a:pt x="7353648" y="2845915"/>
                </a:lnTo>
                <a:cubicBezTo>
                  <a:pt x="7353648" y="2827033"/>
                  <a:pt x="7350546" y="2811702"/>
                  <a:pt x="7344342" y="2799923"/>
                </a:cubicBezTo>
                <a:cubicBezTo>
                  <a:pt x="7338137" y="2788144"/>
                  <a:pt x="7329101" y="2779152"/>
                  <a:pt x="7317232" y="2772948"/>
                </a:cubicBezTo>
                <a:cubicBezTo>
                  <a:pt x="7305363" y="2766744"/>
                  <a:pt x="7289178" y="2763641"/>
                  <a:pt x="7268677" y="2763641"/>
                </a:cubicBezTo>
                <a:close/>
                <a:moveTo>
                  <a:pt x="7052755" y="2763641"/>
                </a:moveTo>
                <a:cubicBezTo>
                  <a:pt x="7045022" y="2763641"/>
                  <a:pt x="7038526" y="2765552"/>
                  <a:pt x="7033265" y="2769374"/>
                </a:cubicBezTo>
                <a:cubicBezTo>
                  <a:pt x="7028005" y="2773195"/>
                  <a:pt x="7022903" y="2780186"/>
                  <a:pt x="7017957" y="2790347"/>
                </a:cubicBezTo>
                <a:lnTo>
                  <a:pt x="7017957" y="2766878"/>
                </a:lnTo>
                <a:lnTo>
                  <a:pt x="6966569" y="2766878"/>
                </a:lnTo>
                <a:lnTo>
                  <a:pt x="6966569" y="2910116"/>
                </a:lnTo>
                <a:lnTo>
                  <a:pt x="7021734" y="2910116"/>
                </a:lnTo>
                <a:lnTo>
                  <a:pt x="7021734" y="2862101"/>
                </a:lnTo>
                <a:cubicBezTo>
                  <a:pt x="7021734" y="2839172"/>
                  <a:pt x="7024566" y="2823526"/>
                  <a:pt x="7030231" y="2815164"/>
                </a:cubicBezTo>
                <a:cubicBezTo>
                  <a:pt x="7034187" y="2809229"/>
                  <a:pt x="7039762" y="2806262"/>
                  <a:pt x="7046955" y="2806262"/>
                </a:cubicBezTo>
                <a:cubicBezTo>
                  <a:pt x="7050732" y="2806262"/>
                  <a:pt x="7055857" y="2807611"/>
                  <a:pt x="7062331" y="2810308"/>
                </a:cubicBezTo>
                <a:lnTo>
                  <a:pt x="7079325" y="2771194"/>
                </a:lnTo>
                <a:cubicBezTo>
                  <a:pt x="7069704" y="2766159"/>
                  <a:pt x="7060847" y="2763641"/>
                  <a:pt x="7052755" y="2763641"/>
                </a:cubicBezTo>
                <a:close/>
                <a:moveTo>
                  <a:pt x="6850656" y="2763641"/>
                </a:moveTo>
                <a:cubicBezTo>
                  <a:pt x="6825569" y="2763641"/>
                  <a:pt x="6805652" y="2770722"/>
                  <a:pt x="6790906" y="2784884"/>
                </a:cubicBezTo>
                <a:cubicBezTo>
                  <a:pt x="6776159" y="2799046"/>
                  <a:pt x="6768786" y="2817052"/>
                  <a:pt x="6768786" y="2838902"/>
                </a:cubicBezTo>
                <a:cubicBezTo>
                  <a:pt x="6768786" y="2862370"/>
                  <a:pt x="6777508" y="2881343"/>
                  <a:pt x="6794952" y="2895819"/>
                </a:cubicBezTo>
                <a:cubicBezTo>
                  <a:pt x="6809159" y="2907509"/>
                  <a:pt x="6827772" y="2913353"/>
                  <a:pt x="6850790" y="2913353"/>
                </a:cubicBezTo>
                <a:cubicBezTo>
                  <a:pt x="6876597" y="2913353"/>
                  <a:pt x="6896805" y="2906317"/>
                  <a:pt x="6911417" y="2892245"/>
                </a:cubicBezTo>
                <a:cubicBezTo>
                  <a:pt x="6926028" y="2878173"/>
                  <a:pt x="6933334" y="2860122"/>
                  <a:pt x="6933334" y="2838093"/>
                </a:cubicBezTo>
                <a:cubicBezTo>
                  <a:pt x="6933334" y="2818491"/>
                  <a:pt x="6927445" y="2801991"/>
                  <a:pt x="6915666" y="2788594"/>
                </a:cubicBezTo>
                <a:cubicBezTo>
                  <a:pt x="6901009" y="2771959"/>
                  <a:pt x="6879339" y="2763641"/>
                  <a:pt x="6850656" y="2763641"/>
                </a:cubicBezTo>
                <a:close/>
                <a:moveTo>
                  <a:pt x="10128437" y="2712389"/>
                </a:moveTo>
                <a:lnTo>
                  <a:pt x="10128437" y="2780905"/>
                </a:lnTo>
                <a:cubicBezTo>
                  <a:pt x="10123042" y="2775151"/>
                  <a:pt x="10116860" y="2770835"/>
                  <a:pt x="10109891" y="2767957"/>
                </a:cubicBezTo>
                <a:cubicBezTo>
                  <a:pt x="10102923" y="2765080"/>
                  <a:pt x="10095168" y="2763641"/>
                  <a:pt x="10086625" y="2763641"/>
                </a:cubicBezTo>
                <a:cubicBezTo>
                  <a:pt x="10069092" y="2763641"/>
                  <a:pt x="10054638" y="2769936"/>
                  <a:pt x="10043263" y="2782524"/>
                </a:cubicBezTo>
                <a:cubicBezTo>
                  <a:pt x="10031888" y="2795112"/>
                  <a:pt x="10026201" y="2813276"/>
                  <a:pt x="10026201" y="2837014"/>
                </a:cubicBezTo>
                <a:cubicBezTo>
                  <a:pt x="10026201" y="2858234"/>
                  <a:pt x="10031349" y="2876262"/>
                  <a:pt x="10041644" y="2891099"/>
                </a:cubicBezTo>
                <a:cubicBezTo>
                  <a:pt x="10051940" y="2905935"/>
                  <a:pt x="10066844" y="2913353"/>
                  <a:pt x="10086356" y="2913353"/>
                </a:cubicBezTo>
                <a:cubicBezTo>
                  <a:pt x="10096066" y="2913353"/>
                  <a:pt x="10104878" y="2911285"/>
                  <a:pt x="10112791" y="2907149"/>
                </a:cubicBezTo>
                <a:cubicBezTo>
                  <a:pt x="10118726" y="2904002"/>
                  <a:pt x="10125290" y="2897932"/>
                  <a:pt x="10132483" y="2888941"/>
                </a:cubicBezTo>
                <a:lnTo>
                  <a:pt x="10132483" y="2910116"/>
                </a:lnTo>
                <a:lnTo>
                  <a:pt x="10183870" y="2910116"/>
                </a:lnTo>
                <a:lnTo>
                  <a:pt x="10183870" y="2712389"/>
                </a:lnTo>
                <a:close/>
                <a:moveTo>
                  <a:pt x="9930328" y="2712389"/>
                </a:moveTo>
                <a:lnTo>
                  <a:pt x="9930328" y="2749749"/>
                </a:lnTo>
                <a:lnTo>
                  <a:pt x="9985222" y="2749749"/>
                </a:lnTo>
                <a:lnTo>
                  <a:pt x="9985222" y="2712389"/>
                </a:lnTo>
                <a:close/>
                <a:moveTo>
                  <a:pt x="8470528" y="2712389"/>
                </a:moveTo>
                <a:lnTo>
                  <a:pt x="8415500" y="2740578"/>
                </a:lnTo>
                <a:lnTo>
                  <a:pt x="8415500" y="2766878"/>
                </a:lnTo>
                <a:lnTo>
                  <a:pt x="8395268" y="2766878"/>
                </a:lnTo>
                <a:lnTo>
                  <a:pt x="8395268" y="2807071"/>
                </a:lnTo>
                <a:lnTo>
                  <a:pt x="8415500" y="2807071"/>
                </a:lnTo>
                <a:lnTo>
                  <a:pt x="8415500" y="2857452"/>
                </a:lnTo>
                <a:cubicBezTo>
                  <a:pt x="8415500" y="2873436"/>
                  <a:pt x="8417050" y="2884998"/>
                  <a:pt x="8420152" y="2892137"/>
                </a:cubicBezTo>
                <a:cubicBezTo>
                  <a:pt x="8423255" y="2899276"/>
                  <a:pt x="8428043" y="2904597"/>
                  <a:pt x="8434517" y="2908099"/>
                </a:cubicBezTo>
                <a:cubicBezTo>
                  <a:pt x="8440991" y="2911602"/>
                  <a:pt x="8451062" y="2913353"/>
                  <a:pt x="8464729" y="2913353"/>
                </a:cubicBezTo>
                <a:cubicBezTo>
                  <a:pt x="8476508" y="2913353"/>
                  <a:pt x="8489186" y="2911870"/>
                  <a:pt x="8502764" y="2908902"/>
                </a:cubicBezTo>
                <a:lnTo>
                  <a:pt x="8498718" y="2871009"/>
                </a:lnTo>
                <a:cubicBezTo>
                  <a:pt x="8491434" y="2873342"/>
                  <a:pt x="8485770" y="2874509"/>
                  <a:pt x="8481723" y="2874509"/>
                </a:cubicBezTo>
                <a:cubicBezTo>
                  <a:pt x="8477228" y="2874509"/>
                  <a:pt x="8474080" y="2872983"/>
                  <a:pt x="8472282" y="2869932"/>
                </a:cubicBezTo>
                <a:cubicBezTo>
                  <a:pt x="8471113" y="2867958"/>
                  <a:pt x="8470528" y="2863920"/>
                  <a:pt x="8470528" y="2857818"/>
                </a:cubicBezTo>
                <a:lnTo>
                  <a:pt x="8470528" y="2807071"/>
                </a:lnTo>
                <a:lnTo>
                  <a:pt x="8500741" y="2807071"/>
                </a:lnTo>
                <a:lnTo>
                  <a:pt x="8500741" y="2766878"/>
                </a:lnTo>
                <a:lnTo>
                  <a:pt x="8470528" y="2766878"/>
                </a:lnTo>
                <a:close/>
                <a:moveTo>
                  <a:pt x="7920553" y="2712389"/>
                </a:moveTo>
                <a:lnTo>
                  <a:pt x="7920553" y="2749749"/>
                </a:lnTo>
                <a:lnTo>
                  <a:pt x="7975447" y="2749749"/>
                </a:lnTo>
                <a:lnTo>
                  <a:pt x="7975447" y="2712389"/>
                </a:lnTo>
                <a:close/>
                <a:moveTo>
                  <a:pt x="7625278" y="2712389"/>
                </a:moveTo>
                <a:lnTo>
                  <a:pt x="7625278" y="2749749"/>
                </a:lnTo>
                <a:lnTo>
                  <a:pt x="7680172" y="2749749"/>
                </a:lnTo>
                <a:lnTo>
                  <a:pt x="7680172" y="2712389"/>
                </a:lnTo>
                <a:close/>
                <a:moveTo>
                  <a:pt x="7566007" y="2709017"/>
                </a:moveTo>
                <a:cubicBezTo>
                  <a:pt x="7553958" y="2709017"/>
                  <a:pt x="7544809" y="2710388"/>
                  <a:pt x="7538560" y="2713131"/>
                </a:cubicBezTo>
                <a:cubicBezTo>
                  <a:pt x="7532311" y="2715873"/>
                  <a:pt x="7527455" y="2719470"/>
                  <a:pt x="7523994" y="2723921"/>
                </a:cubicBezTo>
                <a:cubicBezTo>
                  <a:pt x="7520532" y="2728371"/>
                  <a:pt x="7518171" y="2734104"/>
                  <a:pt x="7516913" y="2741117"/>
                </a:cubicBezTo>
                <a:cubicBezTo>
                  <a:pt x="7515654" y="2748131"/>
                  <a:pt x="7515024" y="2754560"/>
                  <a:pt x="7515024" y="2760405"/>
                </a:cubicBezTo>
                <a:lnTo>
                  <a:pt x="7515024" y="2766878"/>
                </a:lnTo>
                <a:lnTo>
                  <a:pt x="7494523" y="2766878"/>
                </a:lnTo>
                <a:lnTo>
                  <a:pt x="7494523" y="2807071"/>
                </a:lnTo>
                <a:lnTo>
                  <a:pt x="7515024" y="2807071"/>
                </a:lnTo>
                <a:lnTo>
                  <a:pt x="7515024" y="2910116"/>
                </a:lnTo>
                <a:lnTo>
                  <a:pt x="7570054" y="2910116"/>
                </a:lnTo>
                <a:lnTo>
                  <a:pt x="7570054" y="2807071"/>
                </a:lnTo>
                <a:lnTo>
                  <a:pt x="7596219" y="2807071"/>
                </a:lnTo>
                <a:lnTo>
                  <a:pt x="7596219" y="2766878"/>
                </a:lnTo>
                <a:lnTo>
                  <a:pt x="7570054" y="2766878"/>
                </a:lnTo>
                <a:cubicBezTo>
                  <a:pt x="7570054" y="2760494"/>
                  <a:pt x="7570278" y="2756313"/>
                  <a:pt x="7570728" y="2754335"/>
                </a:cubicBezTo>
                <a:cubicBezTo>
                  <a:pt x="7571627" y="2750738"/>
                  <a:pt x="7573156" y="2748108"/>
                  <a:pt x="7575314" y="2746445"/>
                </a:cubicBezTo>
                <a:cubicBezTo>
                  <a:pt x="7577472" y="2744781"/>
                  <a:pt x="7581023" y="2743950"/>
                  <a:pt x="7585969" y="2743950"/>
                </a:cubicBezTo>
                <a:cubicBezTo>
                  <a:pt x="7590015" y="2743950"/>
                  <a:pt x="7595320" y="2744489"/>
                  <a:pt x="7601884" y="2745568"/>
                </a:cubicBezTo>
                <a:lnTo>
                  <a:pt x="7607954" y="2712389"/>
                </a:lnTo>
                <a:cubicBezTo>
                  <a:pt x="7589610" y="2710141"/>
                  <a:pt x="7575628" y="2709017"/>
                  <a:pt x="7566007" y="2709017"/>
                </a:cubicBezTo>
                <a:close/>
                <a:moveTo>
                  <a:pt x="7442182" y="2709017"/>
                </a:moveTo>
                <a:cubicBezTo>
                  <a:pt x="7430133" y="2709017"/>
                  <a:pt x="7420984" y="2710388"/>
                  <a:pt x="7414735" y="2713131"/>
                </a:cubicBezTo>
                <a:cubicBezTo>
                  <a:pt x="7408486" y="2715873"/>
                  <a:pt x="7403630" y="2719470"/>
                  <a:pt x="7400169" y="2723921"/>
                </a:cubicBezTo>
                <a:cubicBezTo>
                  <a:pt x="7396707" y="2728371"/>
                  <a:pt x="7394346" y="2734104"/>
                  <a:pt x="7393088" y="2741117"/>
                </a:cubicBezTo>
                <a:cubicBezTo>
                  <a:pt x="7391829" y="2748131"/>
                  <a:pt x="7391199" y="2754560"/>
                  <a:pt x="7391199" y="2760405"/>
                </a:cubicBezTo>
                <a:lnTo>
                  <a:pt x="7391199" y="2766878"/>
                </a:lnTo>
                <a:lnTo>
                  <a:pt x="7370698" y="2766878"/>
                </a:lnTo>
                <a:lnTo>
                  <a:pt x="7370698" y="2807071"/>
                </a:lnTo>
                <a:lnTo>
                  <a:pt x="7391199" y="2807071"/>
                </a:lnTo>
                <a:lnTo>
                  <a:pt x="7391199" y="2910116"/>
                </a:lnTo>
                <a:lnTo>
                  <a:pt x="7446229" y="2910116"/>
                </a:lnTo>
                <a:lnTo>
                  <a:pt x="7446229" y="2807071"/>
                </a:lnTo>
                <a:lnTo>
                  <a:pt x="7472394" y="2807071"/>
                </a:lnTo>
                <a:lnTo>
                  <a:pt x="7472394" y="2766878"/>
                </a:lnTo>
                <a:lnTo>
                  <a:pt x="7446229" y="2766878"/>
                </a:lnTo>
                <a:cubicBezTo>
                  <a:pt x="7446229" y="2760494"/>
                  <a:pt x="7446453" y="2756313"/>
                  <a:pt x="7446903" y="2754335"/>
                </a:cubicBezTo>
                <a:cubicBezTo>
                  <a:pt x="7447802" y="2750738"/>
                  <a:pt x="7449331" y="2748108"/>
                  <a:pt x="7451489" y="2746445"/>
                </a:cubicBezTo>
                <a:cubicBezTo>
                  <a:pt x="7453647" y="2744781"/>
                  <a:pt x="7457198" y="2743950"/>
                  <a:pt x="7462144" y="2743950"/>
                </a:cubicBezTo>
                <a:cubicBezTo>
                  <a:pt x="7466190" y="2743950"/>
                  <a:pt x="7471495" y="2744489"/>
                  <a:pt x="7478059" y="2745568"/>
                </a:cubicBezTo>
                <a:lnTo>
                  <a:pt x="7484129" y="2712389"/>
                </a:lnTo>
                <a:cubicBezTo>
                  <a:pt x="7465785" y="2710141"/>
                  <a:pt x="7451803" y="2709017"/>
                  <a:pt x="7442182" y="2709017"/>
                </a:cubicBezTo>
                <a:close/>
                <a:moveTo>
                  <a:pt x="6718282" y="2709017"/>
                </a:moveTo>
                <a:cubicBezTo>
                  <a:pt x="6706233" y="2709017"/>
                  <a:pt x="6697084" y="2710388"/>
                  <a:pt x="6690835" y="2713131"/>
                </a:cubicBezTo>
                <a:cubicBezTo>
                  <a:pt x="6684586" y="2715873"/>
                  <a:pt x="6679730" y="2719470"/>
                  <a:pt x="6676269" y="2723921"/>
                </a:cubicBezTo>
                <a:cubicBezTo>
                  <a:pt x="6672807" y="2728371"/>
                  <a:pt x="6670446" y="2734104"/>
                  <a:pt x="6669188" y="2741117"/>
                </a:cubicBezTo>
                <a:cubicBezTo>
                  <a:pt x="6667929" y="2748131"/>
                  <a:pt x="6667299" y="2754560"/>
                  <a:pt x="6667299" y="2760405"/>
                </a:cubicBezTo>
                <a:lnTo>
                  <a:pt x="6667299" y="2766878"/>
                </a:lnTo>
                <a:lnTo>
                  <a:pt x="6646798" y="2766878"/>
                </a:lnTo>
                <a:lnTo>
                  <a:pt x="6646798" y="2807071"/>
                </a:lnTo>
                <a:lnTo>
                  <a:pt x="6667299" y="2807071"/>
                </a:lnTo>
                <a:lnTo>
                  <a:pt x="6667299" y="2910116"/>
                </a:lnTo>
                <a:lnTo>
                  <a:pt x="6722329" y="2910116"/>
                </a:lnTo>
                <a:lnTo>
                  <a:pt x="6722329" y="2807071"/>
                </a:lnTo>
                <a:lnTo>
                  <a:pt x="6748494" y="2807071"/>
                </a:lnTo>
                <a:lnTo>
                  <a:pt x="6748494" y="2766878"/>
                </a:lnTo>
                <a:lnTo>
                  <a:pt x="6722329" y="2766878"/>
                </a:lnTo>
                <a:cubicBezTo>
                  <a:pt x="6722329" y="2760494"/>
                  <a:pt x="6722553" y="2756313"/>
                  <a:pt x="6723003" y="2754335"/>
                </a:cubicBezTo>
                <a:cubicBezTo>
                  <a:pt x="6723902" y="2750738"/>
                  <a:pt x="6725431" y="2748108"/>
                  <a:pt x="6727589" y="2746445"/>
                </a:cubicBezTo>
                <a:cubicBezTo>
                  <a:pt x="6729747" y="2744781"/>
                  <a:pt x="6733298" y="2743950"/>
                  <a:pt x="6738244" y="2743950"/>
                </a:cubicBezTo>
                <a:cubicBezTo>
                  <a:pt x="6742290" y="2743950"/>
                  <a:pt x="6747595" y="2744489"/>
                  <a:pt x="6754159" y="2745568"/>
                </a:cubicBezTo>
                <a:lnTo>
                  <a:pt x="6760229" y="2712389"/>
                </a:lnTo>
                <a:cubicBezTo>
                  <a:pt x="6741886" y="2710141"/>
                  <a:pt x="6727903" y="2709017"/>
                  <a:pt x="6718282" y="2709017"/>
                </a:cubicBezTo>
                <a:close/>
                <a:moveTo>
                  <a:pt x="9033089" y="2521712"/>
                </a:moveTo>
                <a:lnTo>
                  <a:pt x="9033089" y="2576741"/>
                </a:lnTo>
                <a:lnTo>
                  <a:pt x="9091760" y="2576741"/>
                </a:lnTo>
                <a:lnTo>
                  <a:pt x="9091760" y="2521712"/>
                </a:lnTo>
                <a:close/>
                <a:moveTo>
                  <a:pt x="8023440" y="2521712"/>
                </a:moveTo>
                <a:lnTo>
                  <a:pt x="8023440" y="2576741"/>
                </a:lnTo>
                <a:lnTo>
                  <a:pt x="8082111" y="2576741"/>
                </a:lnTo>
                <a:lnTo>
                  <a:pt x="8082111" y="2521712"/>
                </a:lnTo>
                <a:close/>
                <a:moveTo>
                  <a:pt x="6987480" y="2508764"/>
                </a:moveTo>
                <a:lnTo>
                  <a:pt x="6987480" y="2517531"/>
                </a:lnTo>
                <a:cubicBezTo>
                  <a:pt x="6987480" y="2524364"/>
                  <a:pt x="6986378" y="2529917"/>
                  <a:pt x="6984175" y="2534188"/>
                </a:cubicBezTo>
                <a:cubicBezTo>
                  <a:pt x="6981972" y="2538459"/>
                  <a:pt x="6978241" y="2542078"/>
                  <a:pt x="6972981" y="2545045"/>
                </a:cubicBezTo>
                <a:cubicBezTo>
                  <a:pt x="6967721" y="2548013"/>
                  <a:pt x="6962033" y="2549496"/>
                  <a:pt x="6955919" y="2549496"/>
                </a:cubicBezTo>
                <a:cubicBezTo>
                  <a:pt x="6950074" y="2549496"/>
                  <a:pt x="6945646" y="2548125"/>
                  <a:pt x="6942634" y="2545383"/>
                </a:cubicBezTo>
                <a:cubicBezTo>
                  <a:pt x="6939621" y="2542640"/>
                  <a:pt x="6938115" y="2539111"/>
                  <a:pt x="6938115" y="2534795"/>
                </a:cubicBezTo>
                <a:cubicBezTo>
                  <a:pt x="6938115" y="2531018"/>
                  <a:pt x="6939644" y="2527647"/>
                  <a:pt x="6942701" y="2524679"/>
                </a:cubicBezTo>
                <a:cubicBezTo>
                  <a:pt x="6945668" y="2521802"/>
                  <a:pt x="6952727" y="2518880"/>
                  <a:pt x="6963877" y="2515912"/>
                </a:cubicBezTo>
                <a:cubicBezTo>
                  <a:pt x="6972059" y="2513844"/>
                  <a:pt x="6979927" y="2511461"/>
                  <a:pt x="6987480" y="2508764"/>
                </a:cubicBezTo>
                <a:close/>
                <a:moveTo>
                  <a:pt x="6726645" y="2494198"/>
                </a:moveTo>
                <a:lnTo>
                  <a:pt x="6757666" y="2494198"/>
                </a:lnTo>
                <a:cubicBezTo>
                  <a:pt x="6768366" y="2494198"/>
                  <a:pt x="6775852" y="2495973"/>
                  <a:pt x="6780123" y="2499525"/>
                </a:cubicBezTo>
                <a:cubicBezTo>
                  <a:pt x="6784394" y="2503077"/>
                  <a:pt x="6786529" y="2507775"/>
                  <a:pt x="6786529" y="2513619"/>
                </a:cubicBezTo>
                <a:cubicBezTo>
                  <a:pt x="6786529" y="2519914"/>
                  <a:pt x="6784371" y="2524927"/>
                  <a:pt x="6780055" y="2528658"/>
                </a:cubicBezTo>
                <a:cubicBezTo>
                  <a:pt x="6775739" y="2532390"/>
                  <a:pt x="6768321" y="2534256"/>
                  <a:pt x="6757801" y="2534256"/>
                </a:cubicBezTo>
                <a:lnTo>
                  <a:pt x="6726645" y="2534256"/>
                </a:lnTo>
                <a:close/>
                <a:moveTo>
                  <a:pt x="8722494" y="2471269"/>
                </a:moveTo>
                <a:cubicBezTo>
                  <a:pt x="8729778" y="2471269"/>
                  <a:pt x="8735802" y="2474034"/>
                  <a:pt x="8740568" y="2479563"/>
                </a:cubicBezTo>
                <a:cubicBezTo>
                  <a:pt x="8745334" y="2485093"/>
                  <a:pt x="8747716" y="2493478"/>
                  <a:pt x="8747716" y="2504718"/>
                </a:cubicBezTo>
                <a:cubicBezTo>
                  <a:pt x="8747716" y="2517126"/>
                  <a:pt x="8745378" y="2526073"/>
                  <a:pt x="8740703" y="2531558"/>
                </a:cubicBezTo>
                <a:cubicBezTo>
                  <a:pt x="8736027" y="2537043"/>
                  <a:pt x="8730182" y="2539785"/>
                  <a:pt x="8723169" y="2539785"/>
                </a:cubicBezTo>
                <a:cubicBezTo>
                  <a:pt x="8716605" y="2539785"/>
                  <a:pt x="8711098" y="2537065"/>
                  <a:pt x="8706647" y="2531625"/>
                </a:cubicBezTo>
                <a:cubicBezTo>
                  <a:pt x="8702196" y="2526185"/>
                  <a:pt x="8699970" y="2517621"/>
                  <a:pt x="8699970" y="2505932"/>
                </a:cubicBezTo>
                <a:cubicBezTo>
                  <a:pt x="8699970" y="2493433"/>
                  <a:pt x="8702128" y="2484531"/>
                  <a:pt x="8706444" y="2479226"/>
                </a:cubicBezTo>
                <a:cubicBezTo>
                  <a:pt x="8710760" y="2473921"/>
                  <a:pt x="8716110" y="2471269"/>
                  <a:pt x="8722494" y="2471269"/>
                </a:cubicBezTo>
                <a:close/>
                <a:moveTo>
                  <a:pt x="7903345" y="2471269"/>
                </a:moveTo>
                <a:cubicBezTo>
                  <a:pt x="7910628" y="2471269"/>
                  <a:pt x="7916653" y="2474034"/>
                  <a:pt x="7921418" y="2479563"/>
                </a:cubicBezTo>
                <a:cubicBezTo>
                  <a:pt x="7926184" y="2485093"/>
                  <a:pt x="7928567" y="2493478"/>
                  <a:pt x="7928567" y="2504718"/>
                </a:cubicBezTo>
                <a:cubicBezTo>
                  <a:pt x="7928567" y="2517126"/>
                  <a:pt x="7926229" y="2526073"/>
                  <a:pt x="7921553" y="2531558"/>
                </a:cubicBezTo>
                <a:cubicBezTo>
                  <a:pt x="7916877" y="2537043"/>
                  <a:pt x="7911033" y="2539785"/>
                  <a:pt x="7904019" y="2539785"/>
                </a:cubicBezTo>
                <a:cubicBezTo>
                  <a:pt x="7897455" y="2539785"/>
                  <a:pt x="7891948" y="2537065"/>
                  <a:pt x="7887497" y="2531625"/>
                </a:cubicBezTo>
                <a:cubicBezTo>
                  <a:pt x="7883046" y="2526185"/>
                  <a:pt x="7880821" y="2517621"/>
                  <a:pt x="7880821" y="2505932"/>
                </a:cubicBezTo>
                <a:cubicBezTo>
                  <a:pt x="7880821" y="2493433"/>
                  <a:pt x="7882979" y="2484531"/>
                  <a:pt x="7887295" y="2479226"/>
                </a:cubicBezTo>
                <a:cubicBezTo>
                  <a:pt x="7891611" y="2473921"/>
                  <a:pt x="7896961" y="2471269"/>
                  <a:pt x="7903345" y="2471269"/>
                </a:cubicBezTo>
                <a:close/>
                <a:moveTo>
                  <a:pt x="10789201" y="2470594"/>
                </a:moveTo>
                <a:cubicBezTo>
                  <a:pt x="10795675" y="2470594"/>
                  <a:pt x="10801160" y="2473314"/>
                  <a:pt x="10805656" y="2478754"/>
                </a:cubicBezTo>
                <a:cubicBezTo>
                  <a:pt x="10810152" y="2484194"/>
                  <a:pt x="10812400" y="2492714"/>
                  <a:pt x="10812400" y="2504313"/>
                </a:cubicBezTo>
                <a:cubicBezTo>
                  <a:pt x="10812400" y="2516901"/>
                  <a:pt x="10810242" y="2525826"/>
                  <a:pt x="10805926" y="2531086"/>
                </a:cubicBezTo>
                <a:cubicBezTo>
                  <a:pt x="10801610" y="2536346"/>
                  <a:pt x="10796260" y="2538976"/>
                  <a:pt x="10789876" y="2538976"/>
                </a:cubicBezTo>
                <a:cubicBezTo>
                  <a:pt x="10782592" y="2538976"/>
                  <a:pt x="10776568" y="2536234"/>
                  <a:pt x="10771802" y="2530749"/>
                </a:cubicBezTo>
                <a:cubicBezTo>
                  <a:pt x="10767036" y="2525264"/>
                  <a:pt x="10764654" y="2516856"/>
                  <a:pt x="10764654" y="2505527"/>
                </a:cubicBezTo>
                <a:cubicBezTo>
                  <a:pt x="10764654" y="2493208"/>
                  <a:pt x="10766992" y="2484306"/>
                  <a:pt x="10771667" y="2478822"/>
                </a:cubicBezTo>
                <a:cubicBezTo>
                  <a:pt x="10776343" y="2473337"/>
                  <a:pt x="10782188" y="2470594"/>
                  <a:pt x="10789201" y="2470594"/>
                </a:cubicBezTo>
                <a:close/>
                <a:moveTo>
                  <a:pt x="8537390" y="2468032"/>
                </a:moveTo>
                <a:cubicBezTo>
                  <a:pt x="8544943" y="2468032"/>
                  <a:pt x="8551282" y="2471066"/>
                  <a:pt x="8556407" y="2477136"/>
                </a:cubicBezTo>
                <a:cubicBezTo>
                  <a:pt x="8561532" y="2483205"/>
                  <a:pt x="8564095" y="2492444"/>
                  <a:pt x="8564095" y="2504853"/>
                </a:cubicBezTo>
                <a:cubicBezTo>
                  <a:pt x="8564095" y="2518160"/>
                  <a:pt x="8561555" y="2527826"/>
                  <a:pt x="8556474" y="2533851"/>
                </a:cubicBezTo>
                <a:cubicBezTo>
                  <a:pt x="8551394" y="2539875"/>
                  <a:pt x="8544898" y="2542887"/>
                  <a:pt x="8536985" y="2542887"/>
                </a:cubicBezTo>
                <a:cubicBezTo>
                  <a:pt x="8529162" y="2542887"/>
                  <a:pt x="8522666" y="2539830"/>
                  <a:pt x="8517496" y="2533716"/>
                </a:cubicBezTo>
                <a:cubicBezTo>
                  <a:pt x="8512325" y="2527601"/>
                  <a:pt x="8509740" y="2518160"/>
                  <a:pt x="8509740" y="2505392"/>
                </a:cubicBezTo>
                <a:cubicBezTo>
                  <a:pt x="8509740" y="2492804"/>
                  <a:pt x="8512348" y="2483430"/>
                  <a:pt x="8517563" y="2477271"/>
                </a:cubicBezTo>
                <a:cubicBezTo>
                  <a:pt x="8522778" y="2471111"/>
                  <a:pt x="8529387" y="2468032"/>
                  <a:pt x="8537390" y="2468032"/>
                </a:cubicBezTo>
                <a:close/>
                <a:moveTo>
                  <a:pt x="11109544" y="2462771"/>
                </a:moveTo>
                <a:cubicBezTo>
                  <a:pt x="11117098" y="2462771"/>
                  <a:pt x="11123189" y="2465064"/>
                  <a:pt x="11127820" y="2469650"/>
                </a:cubicBezTo>
                <a:cubicBezTo>
                  <a:pt x="11132450" y="2474236"/>
                  <a:pt x="11135306" y="2481834"/>
                  <a:pt x="11136385" y="2492444"/>
                </a:cubicBezTo>
                <a:lnTo>
                  <a:pt x="11082300" y="2492444"/>
                </a:lnTo>
                <a:cubicBezTo>
                  <a:pt x="11083198" y="2483902"/>
                  <a:pt x="11085312" y="2477473"/>
                  <a:pt x="11088639" y="2473157"/>
                </a:cubicBezTo>
                <a:cubicBezTo>
                  <a:pt x="11093854" y="2466233"/>
                  <a:pt x="11100822" y="2462771"/>
                  <a:pt x="11109544" y="2462771"/>
                </a:cubicBezTo>
                <a:close/>
                <a:moveTo>
                  <a:pt x="8918794" y="2462771"/>
                </a:moveTo>
                <a:cubicBezTo>
                  <a:pt x="8926348" y="2462771"/>
                  <a:pt x="8932439" y="2465064"/>
                  <a:pt x="8937070" y="2469650"/>
                </a:cubicBezTo>
                <a:cubicBezTo>
                  <a:pt x="8941701" y="2474236"/>
                  <a:pt x="8944556" y="2481834"/>
                  <a:pt x="8945634" y="2492444"/>
                </a:cubicBezTo>
                <a:lnTo>
                  <a:pt x="8891550" y="2492444"/>
                </a:lnTo>
                <a:cubicBezTo>
                  <a:pt x="8892448" y="2483902"/>
                  <a:pt x="8894562" y="2477473"/>
                  <a:pt x="8897889" y="2473157"/>
                </a:cubicBezTo>
                <a:cubicBezTo>
                  <a:pt x="8903104" y="2466233"/>
                  <a:pt x="8910072" y="2462771"/>
                  <a:pt x="8918794" y="2462771"/>
                </a:cubicBezTo>
                <a:close/>
                <a:moveTo>
                  <a:pt x="7528144" y="2462771"/>
                </a:moveTo>
                <a:cubicBezTo>
                  <a:pt x="7535697" y="2462771"/>
                  <a:pt x="7541789" y="2465064"/>
                  <a:pt x="7546420" y="2469650"/>
                </a:cubicBezTo>
                <a:cubicBezTo>
                  <a:pt x="7551051" y="2474236"/>
                  <a:pt x="7553906" y="2481834"/>
                  <a:pt x="7554985" y="2492444"/>
                </a:cubicBezTo>
                <a:lnTo>
                  <a:pt x="7500900" y="2492444"/>
                </a:lnTo>
                <a:cubicBezTo>
                  <a:pt x="7501799" y="2483902"/>
                  <a:pt x="7503912" y="2477473"/>
                  <a:pt x="7507239" y="2473157"/>
                </a:cubicBezTo>
                <a:cubicBezTo>
                  <a:pt x="7512454" y="2466233"/>
                  <a:pt x="7519423" y="2462771"/>
                  <a:pt x="7528144" y="2462771"/>
                </a:cubicBezTo>
                <a:close/>
                <a:moveTo>
                  <a:pt x="10506581" y="2433503"/>
                </a:moveTo>
                <a:lnTo>
                  <a:pt x="10555908" y="2501750"/>
                </a:lnTo>
                <a:lnTo>
                  <a:pt x="10503884" y="2576741"/>
                </a:lnTo>
                <a:lnTo>
                  <a:pt x="10563364" y="2576741"/>
                </a:lnTo>
                <a:lnTo>
                  <a:pt x="10594452" y="2530614"/>
                </a:lnTo>
                <a:lnTo>
                  <a:pt x="10620956" y="2576741"/>
                </a:lnTo>
                <a:lnTo>
                  <a:pt x="10685022" y="2576741"/>
                </a:lnTo>
                <a:lnTo>
                  <a:pt x="10632652" y="2501750"/>
                </a:lnTo>
                <a:lnTo>
                  <a:pt x="10681514" y="2433503"/>
                </a:lnTo>
                <a:lnTo>
                  <a:pt x="10620956" y="2433503"/>
                </a:lnTo>
                <a:lnTo>
                  <a:pt x="10594452" y="2473427"/>
                </a:lnTo>
                <a:lnTo>
                  <a:pt x="10571726" y="2433503"/>
                </a:lnTo>
                <a:close/>
                <a:moveTo>
                  <a:pt x="9787453" y="2433503"/>
                </a:moveTo>
                <a:lnTo>
                  <a:pt x="9787453" y="2576741"/>
                </a:lnTo>
                <a:lnTo>
                  <a:pt x="9842347" y="2576741"/>
                </a:lnTo>
                <a:lnTo>
                  <a:pt x="9842347" y="2433503"/>
                </a:lnTo>
                <a:close/>
                <a:moveTo>
                  <a:pt x="9502680" y="2433503"/>
                </a:moveTo>
                <a:lnTo>
                  <a:pt x="9555793" y="2576741"/>
                </a:lnTo>
                <a:lnTo>
                  <a:pt x="9604862" y="2576741"/>
                </a:lnTo>
                <a:lnTo>
                  <a:pt x="9632902" y="2490556"/>
                </a:lnTo>
                <a:lnTo>
                  <a:pt x="9661915" y="2576741"/>
                </a:lnTo>
                <a:lnTo>
                  <a:pt x="9710765" y="2576741"/>
                </a:lnTo>
                <a:lnTo>
                  <a:pt x="9763529" y="2433503"/>
                </a:lnTo>
                <a:lnTo>
                  <a:pt x="9710778" y="2433503"/>
                </a:lnTo>
                <a:lnTo>
                  <a:pt x="9687680" y="2523914"/>
                </a:lnTo>
                <a:lnTo>
                  <a:pt x="9657388" y="2433503"/>
                </a:lnTo>
                <a:lnTo>
                  <a:pt x="9607781" y="2433503"/>
                </a:lnTo>
                <a:lnTo>
                  <a:pt x="9578722" y="2523687"/>
                </a:lnTo>
                <a:lnTo>
                  <a:pt x="9555760" y="2433503"/>
                </a:lnTo>
                <a:close/>
                <a:moveTo>
                  <a:pt x="9139888" y="2433503"/>
                </a:moveTo>
                <a:lnTo>
                  <a:pt x="9139888" y="2567705"/>
                </a:lnTo>
                <a:cubicBezTo>
                  <a:pt x="9139888" y="2577236"/>
                  <a:pt x="9138674" y="2583597"/>
                  <a:pt x="9136246" y="2586789"/>
                </a:cubicBezTo>
                <a:cubicBezTo>
                  <a:pt x="9133818" y="2589982"/>
                  <a:pt x="9130266" y="2591578"/>
                  <a:pt x="9125591" y="2591578"/>
                </a:cubicBezTo>
                <a:cubicBezTo>
                  <a:pt x="9123523" y="2591578"/>
                  <a:pt x="9120286" y="2591128"/>
                  <a:pt x="9115880" y="2590229"/>
                </a:cubicBezTo>
                <a:lnTo>
                  <a:pt x="9107652" y="2630152"/>
                </a:lnTo>
                <a:cubicBezTo>
                  <a:pt x="9123388" y="2633299"/>
                  <a:pt x="9136561" y="2634873"/>
                  <a:pt x="9147171" y="2634873"/>
                </a:cubicBezTo>
                <a:cubicBezTo>
                  <a:pt x="9160029" y="2634873"/>
                  <a:pt x="9169920" y="2632580"/>
                  <a:pt x="9176844" y="2627994"/>
                </a:cubicBezTo>
                <a:cubicBezTo>
                  <a:pt x="9183767" y="2623408"/>
                  <a:pt x="9188510" y="2617429"/>
                  <a:pt x="9191073" y="2610055"/>
                </a:cubicBezTo>
                <a:cubicBezTo>
                  <a:pt x="9193636" y="2602682"/>
                  <a:pt x="9194917" y="2590139"/>
                  <a:pt x="9194917" y="2572425"/>
                </a:cubicBezTo>
                <a:lnTo>
                  <a:pt x="9194917" y="2433503"/>
                </a:lnTo>
                <a:close/>
                <a:moveTo>
                  <a:pt x="8023440" y="2433503"/>
                </a:moveTo>
                <a:lnTo>
                  <a:pt x="8023440" y="2488533"/>
                </a:lnTo>
                <a:lnTo>
                  <a:pt x="8082111" y="2488533"/>
                </a:lnTo>
                <a:lnTo>
                  <a:pt x="8082111" y="2433503"/>
                </a:lnTo>
                <a:close/>
                <a:moveTo>
                  <a:pt x="11470634" y="2430267"/>
                </a:moveTo>
                <a:cubicBezTo>
                  <a:pt x="11454448" y="2430267"/>
                  <a:pt x="11441546" y="2431951"/>
                  <a:pt x="11431924" y="2435319"/>
                </a:cubicBezTo>
                <a:cubicBezTo>
                  <a:pt x="11422304" y="2438687"/>
                  <a:pt x="11414750" y="2443785"/>
                  <a:pt x="11409265" y="2450612"/>
                </a:cubicBezTo>
                <a:cubicBezTo>
                  <a:pt x="11403780" y="2457438"/>
                  <a:pt x="11401038" y="2465568"/>
                  <a:pt x="11401038" y="2475001"/>
                </a:cubicBezTo>
                <a:cubicBezTo>
                  <a:pt x="11401038" y="2483624"/>
                  <a:pt x="11403578" y="2491305"/>
                  <a:pt x="11408658" y="2498041"/>
                </a:cubicBezTo>
                <a:cubicBezTo>
                  <a:pt x="11413739" y="2504778"/>
                  <a:pt x="11419988" y="2509561"/>
                  <a:pt x="11427406" y="2512391"/>
                </a:cubicBezTo>
                <a:cubicBezTo>
                  <a:pt x="11434824" y="2515220"/>
                  <a:pt x="11448064" y="2518297"/>
                  <a:pt x="11467127" y="2521619"/>
                </a:cubicBezTo>
                <a:cubicBezTo>
                  <a:pt x="11479895" y="2523864"/>
                  <a:pt x="11487763" y="2525750"/>
                  <a:pt x="11490730" y="2527276"/>
                </a:cubicBezTo>
                <a:cubicBezTo>
                  <a:pt x="11494866" y="2529431"/>
                  <a:pt x="11496934" y="2532484"/>
                  <a:pt x="11496934" y="2536435"/>
                </a:cubicBezTo>
                <a:cubicBezTo>
                  <a:pt x="11496934" y="2539936"/>
                  <a:pt x="11495361" y="2542853"/>
                  <a:pt x="11492214" y="2545187"/>
                </a:cubicBezTo>
                <a:cubicBezTo>
                  <a:pt x="11488168" y="2548330"/>
                  <a:pt x="11482458" y="2549901"/>
                  <a:pt x="11475084" y="2549901"/>
                </a:cubicBezTo>
                <a:cubicBezTo>
                  <a:pt x="11468340" y="2549901"/>
                  <a:pt x="11462946" y="2548507"/>
                  <a:pt x="11458900" y="2545720"/>
                </a:cubicBezTo>
                <a:cubicBezTo>
                  <a:pt x="11454853" y="2542932"/>
                  <a:pt x="11451706" y="2538302"/>
                  <a:pt x="11449458" y="2531828"/>
                </a:cubicBezTo>
                <a:lnTo>
                  <a:pt x="11394968" y="2536953"/>
                </a:lnTo>
                <a:cubicBezTo>
                  <a:pt x="11398116" y="2550710"/>
                  <a:pt x="11405242" y="2561320"/>
                  <a:pt x="11416346" y="2568784"/>
                </a:cubicBezTo>
                <a:cubicBezTo>
                  <a:pt x="11427452" y="2576247"/>
                  <a:pt x="11446086" y="2579978"/>
                  <a:pt x="11472252" y="2579978"/>
                </a:cubicBezTo>
                <a:cubicBezTo>
                  <a:pt x="11490776" y="2579978"/>
                  <a:pt x="11505410" y="2577665"/>
                  <a:pt x="11516154" y="2573040"/>
                </a:cubicBezTo>
                <a:cubicBezTo>
                  <a:pt x="11526900" y="2568414"/>
                  <a:pt x="11534767" y="2562193"/>
                  <a:pt x="11539758" y="2554378"/>
                </a:cubicBezTo>
                <a:cubicBezTo>
                  <a:pt x="11544748" y="2546563"/>
                  <a:pt x="11547243" y="2538524"/>
                  <a:pt x="11547243" y="2530260"/>
                </a:cubicBezTo>
                <a:cubicBezTo>
                  <a:pt x="11547243" y="2522086"/>
                  <a:pt x="11544882" y="2514585"/>
                  <a:pt x="11540162" y="2507759"/>
                </a:cubicBezTo>
                <a:cubicBezTo>
                  <a:pt x="11535441" y="2500932"/>
                  <a:pt x="11528630" y="2495677"/>
                  <a:pt x="11519728" y="2491994"/>
                </a:cubicBezTo>
                <a:cubicBezTo>
                  <a:pt x="11510826" y="2488311"/>
                  <a:pt x="11497250" y="2485437"/>
                  <a:pt x="11478996" y="2483372"/>
                </a:cubicBezTo>
                <a:cubicBezTo>
                  <a:pt x="11466947" y="2481934"/>
                  <a:pt x="11459124" y="2480318"/>
                  <a:pt x="11455528" y="2478522"/>
                </a:cubicBezTo>
                <a:cubicBezTo>
                  <a:pt x="11451931" y="2476727"/>
                  <a:pt x="11450132" y="2474078"/>
                  <a:pt x="11450132" y="2470577"/>
                </a:cubicBezTo>
                <a:cubicBezTo>
                  <a:pt x="11450132" y="2467435"/>
                  <a:pt x="11451548" y="2464763"/>
                  <a:pt x="11454381" y="2462564"/>
                </a:cubicBezTo>
                <a:cubicBezTo>
                  <a:pt x="11457214" y="2460364"/>
                  <a:pt x="11461732" y="2459265"/>
                  <a:pt x="11467936" y="2459265"/>
                </a:cubicBezTo>
                <a:cubicBezTo>
                  <a:pt x="11474051" y="2459265"/>
                  <a:pt x="11479266" y="2460703"/>
                  <a:pt x="11483582" y="2463581"/>
                </a:cubicBezTo>
                <a:cubicBezTo>
                  <a:pt x="11486729" y="2465739"/>
                  <a:pt x="11488976" y="2469111"/>
                  <a:pt x="11490326" y="2473696"/>
                </a:cubicBezTo>
                <a:lnTo>
                  <a:pt x="11542388" y="2468571"/>
                </a:lnTo>
                <a:cubicBezTo>
                  <a:pt x="11538791" y="2459220"/>
                  <a:pt x="11534272" y="2451802"/>
                  <a:pt x="11528832" y="2446317"/>
                </a:cubicBezTo>
                <a:cubicBezTo>
                  <a:pt x="11523392" y="2440832"/>
                  <a:pt x="11516604" y="2436785"/>
                  <a:pt x="11508466" y="2434178"/>
                </a:cubicBezTo>
                <a:cubicBezTo>
                  <a:pt x="11500329" y="2431570"/>
                  <a:pt x="11487718" y="2430267"/>
                  <a:pt x="11470634" y="2430267"/>
                </a:cubicBezTo>
                <a:close/>
                <a:moveTo>
                  <a:pt x="11289658" y="2430267"/>
                </a:moveTo>
                <a:cubicBezTo>
                  <a:pt x="11273474" y="2430267"/>
                  <a:pt x="11260571" y="2431951"/>
                  <a:pt x="11250950" y="2435319"/>
                </a:cubicBezTo>
                <a:cubicBezTo>
                  <a:pt x="11241328" y="2438687"/>
                  <a:pt x="11233776" y="2443785"/>
                  <a:pt x="11228290" y="2450612"/>
                </a:cubicBezTo>
                <a:cubicBezTo>
                  <a:pt x="11222806" y="2457438"/>
                  <a:pt x="11220063" y="2465568"/>
                  <a:pt x="11220063" y="2475001"/>
                </a:cubicBezTo>
                <a:cubicBezTo>
                  <a:pt x="11220063" y="2483624"/>
                  <a:pt x="11222604" y="2491305"/>
                  <a:pt x="11227684" y="2498041"/>
                </a:cubicBezTo>
                <a:cubicBezTo>
                  <a:pt x="11232764" y="2504778"/>
                  <a:pt x="11239013" y="2509561"/>
                  <a:pt x="11246431" y="2512391"/>
                </a:cubicBezTo>
                <a:cubicBezTo>
                  <a:pt x="11253849" y="2515220"/>
                  <a:pt x="11267090" y="2518297"/>
                  <a:pt x="11286152" y="2521619"/>
                </a:cubicBezTo>
                <a:cubicBezTo>
                  <a:pt x="11298920" y="2523864"/>
                  <a:pt x="11306788" y="2525750"/>
                  <a:pt x="11309755" y="2527276"/>
                </a:cubicBezTo>
                <a:cubicBezTo>
                  <a:pt x="11313892" y="2529431"/>
                  <a:pt x="11315960" y="2532484"/>
                  <a:pt x="11315960" y="2536435"/>
                </a:cubicBezTo>
                <a:cubicBezTo>
                  <a:pt x="11315960" y="2539936"/>
                  <a:pt x="11314386" y="2542853"/>
                  <a:pt x="11311238" y="2545187"/>
                </a:cubicBezTo>
                <a:cubicBezTo>
                  <a:pt x="11307192" y="2548330"/>
                  <a:pt x="11301483" y="2549901"/>
                  <a:pt x="11294110" y="2549901"/>
                </a:cubicBezTo>
                <a:cubicBezTo>
                  <a:pt x="11287366" y="2549901"/>
                  <a:pt x="11281970" y="2548507"/>
                  <a:pt x="11277924" y="2545720"/>
                </a:cubicBezTo>
                <a:cubicBezTo>
                  <a:pt x="11273878" y="2542932"/>
                  <a:pt x="11270731" y="2538302"/>
                  <a:pt x="11268483" y="2531828"/>
                </a:cubicBezTo>
                <a:lnTo>
                  <a:pt x="11213994" y="2536953"/>
                </a:lnTo>
                <a:cubicBezTo>
                  <a:pt x="11217141" y="2550710"/>
                  <a:pt x="11224266" y="2561320"/>
                  <a:pt x="11235371" y="2568784"/>
                </a:cubicBezTo>
                <a:cubicBezTo>
                  <a:pt x="11246476" y="2576247"/>
                  <a:pt x="11265111" y="2579978"/>
                  <a:pt x="11291277" y="2579978"/>
                </a:cubicBezTo>
                <a:cubicBezTo>
                  <a:pt x="11309800" y="2579978"/>
                  <a:pt x="11324434" y="2577665"/>
                  <a:pt x="11335179" y="2573040"/>
                </a:cubicBezTo>
                <a:cubicBezTo>
                  <a:pt x="11345924" y="2568414"/>
                  <a:pt x="11353792" y="2562193"/>
                  <a:pt x="11358782" y="2554378"/>
                </a:cubicBezTo>
                <a:cubicBezTo>
                  <a:pt x="11363772" y="2546563"/>
                  <a:pt x="11366268" y="2538524"/>
                  <a:pt x="11366268" y="2530260"/>
                </a:cubicBezTo>
                <a:cubicBezTo>
                  <a:pt x="11366268" y="2522086"/>
                  <a:pt x="11363908" y="2514585"/>
                  <a:pt x="11359187" y="2507759"/>
                </a:cubicBezTo>
                <a:cubicBezTo>
                  <a:pt x="11354466" y="2500932"/>
                  <a:pt x="11347655" y="2495677"/>
                  <a:pt x="11338753" y="2491994"/>
                </a:cubicBezTo>
                <a:cubicBezTo>
                  <a:pt x="11329852" y="2488311"/>
                  <a:pt x="11316274" y="2485437"/>
                  <a:pt x="11298021" y="2483372"/>
                </a:cubicBezTo>
                <a:cubicBezTo>
                  <a:pt x="11285972" y="2481934"/>
                  <a:pt x="11278150" y="2480318"/>
                  <a:pt x="11274552" y="2478522"/>
                </a:cubicBezTo>
                <a:cubicBezTo>
                  <a:pt x="11270956" y="2476727"/>
                  <a:pt x="11269158" y="2474078"/>
                  <a:pt x="11269158" y="2470577"/>
                </a:cubicBezTo>
                <a:cubicBezTo>
                  <a:pt x="11269158" y="2467435"/>
                  <a:pt x="11270574" y="2464763"/>
                  <a:pt x="11273406" y="2462564"/>
                </a:cubicBezTo>
                <a:cubicBezTo>
                  <a:pt x="11276238" y="2460364"/>
                  <a:pt x="11280757" y="2459265"/>
                  <a:pt x="11286961" y="2459265"/>
                </a:cubicBezTo>
                <a:cubicBezTo>
                  <a:pt x="11293076" y="2459265"/>
                  <a:pt x="11298290" y="2460703"/>
                  <a:pt x="11302606" y="2463581"/>
                </a:cubicBezTo>
                <a:cubicBezTo>
                  <a:pt x="11305754" y="2465739"/>
                  <a:pt x="11308002" y="2469111"/>
                  <a:pt x="11309350" y="2473696"/>
                </a:cubicBezTo>
                <a:lnTo>
                  <a:pt x="11361412" y="2468571"/>
                </a:lnTo>
                <a:cubicBezTo>
                  <a:pt x="11357816" y="2459220"/>
                  <a:pt x="11353298" y="2451802"/>
                  <a:pt x="11347858" y="2446317"/>
                </a:cubicBezTo>
                <a:cubicBezTo>
                  <a:pt x="11342418" y="2440832"/>
                  <a:pt x="11335629" y="2436785"/>
                  <a:pt x="11327491" y="2434178"/>
                </a:cubicBezTo>
                <a:cubicBezTo>
                  <a:pt x="11319354" y="2431570"/>
                  <a:pt x="11306743" y="2430267"/>
                  <a:pt x="11289658" y="2430267"/>
                </a:cubicBezTo>
                <a:close/>
                <a:moveTo>
                  <a:pt x="11107252" y="2430267"/>
                </a:moveTo>
                <a:cubicBezTo>
                  <a:pt x="11081984" y="2430267"/>
                  <a:pt x="11062180" y="2437190"/>
                  <a:pt x="11047838" y="2451037"/>
                </a:cubicBezTo>
                <a:cubicBezTo>
                  <a:pt x="11033497" y="2464885"/>
                  <a:pt x="11026326" y="2483003"/>
                  <a:pt x="11026326" y="2505392"/>
                </a:cubicBezTo>
                <a:cubicBezTo>
                  <a:pt x="11026326" y="2521127"/>
                  <a:pt x="11029900" y="2534817"/>
                  <a:pt x="11037048" y="2546462"/>
                </a:cubicBezTo>
                <a:cubicBezTo>
                  <a:pt x="11044197" y="2558106"/>
                  <a:pt x="11053212" y="2566603"/>
                  <a:pt x="11064091" y="2571953"/>
                </a:cubicBezTo>
                <a:cubicBezTo>
                  <a:pt x="11074971" y="2577303"/>
                  <a:pt x="11089898" y="2579978"/>
                  <a:pt x="11108870" y="2579978"/>
                </a:cubicBezTo>
                <a:cubicBezTo>
                  <a:pt x="11130720" y="2579978"/>
                  <a:pt x="11147490" y="2576854"/>
                  <a:pt x="11159178" y="2570604"/>
                </a:cubicBezTo>
                <a:cubicBezTo>
                  <a:pt x="11170868" y="2564355"/>
                  <a:pt x="11180848" y="2554037"/>
                  <a:pt x="11189121" y="2539650"/>
                </a:cubicBezTo>
                <a:lnTo>
                  <a:pt x="11135036" y="2534660"/>
                </a:lnTo>
                <a:cubicBezTo>
                  <a:pt x="11131619" y="2538976"/>
                  <a:pt x="11128427" y="2541988"/>
                  <a:pt x="11125460" y="2543697"/>
                </a:cubicBezTo>
                <a:cubicBezTo>
                  <a:pt x="11120604" y="2546394"/>
                  <a:pt x="11115479" y="2547743"/>
                  <a:pt x="11110084" y="2547743"/>
                </a:cubicBezTo>
                <a:cubicBezTo>
                  <a:pt x="11101542" y="2547743"/>
                  <a:pt x="11094618" y="2544641"/>
                  <a:pt x="11089313" y="2538437"/>
                </a:cubicBezTo>
                <a:cubicBezTo>
                  <a:pt x="11085536" y="2534121"/>
                  <a:pt x="11083154" y="2527557"/>
                  <a:pt x="11082165" y="2518745"/>
                </a:cubicBezTo>
                <a:lnTo>
                  <a:pt x="11192223" y="2518745"/>
                </a:lnTo>
                <a:lnTo>
                  <a:pt x="11192223" y="2512540"/>
                </a:lnTo>
                <a:cubicBezTo>
                  <a:pt x="11192223" y="2493658"/>
                  <a:pt x="11189121" y="2478327"/>
                  <a:pt x="11182917" y="2466548"/>
                </a:cubicBezTo>
                <a:cubicBezTo>
                  <a:pt x="11176712" y="2454769"/>
                  <a:pt x="11167676" y="2445777"/>
                  <a:pt x="11155807" y="2439573"/>
                </a:cubicBezTo>
                <a:cubicBezTo>
                  <a:pt x="11143938" y="2433369"/>
                  <a:pt x="11127753" y="2430267"/>
                  <a:pt x="11107252" y="2430267"/>
                </a:cubicBezTo>
                <a:close/>
                <a:moveTo>
                  <a:pt x="10986580" y="2430267"/>
                </a:moveTo>
                <a:cubicBezTo>
                  <a:pt x="10978846" y="2430267"/>
                  <a:pt x="10972350" y="2432177"/>
                  <a:pt x="10967090" y="2435999"/>
                </a:cubicBezTo>
                <a:cubicBezTo>
                  <a:pt x="10961830" y="2439820"/>
                  <a:pt x="10956727" y="2446811"/>
                  <a:pt x="10951782" y="2456972"/>
                </a:cubicBezTo>
                <a:lnTo>
                  <a:pt x="10951782" y="2433503"/>
                </a:lnTo>
                <a:lnTo>
                  <a:pt x="10900394" y="2433503"/>
                </a:lnTo>
                <a:lnTo>
                  <a:pt x="10900394" y="2576741"/>
                </a:lnTo>
                <a:lnTo>
                  <a:pt x="10955558" y="2576741"/>
                </a:lnTo>
                <a:lnTo>
                  <a:pt x="10955558" y="2528726"/>
                </a:lnTo>
                <a:cubicBezTo>
                  <a:pt x="10955558" y="2505797"/>
                  <a:pt x="10958390" y="2490151"/>
                  <a:pt x="10964056" y="2481789"/>
                </a:cubicBezTo>
                <a:cubicBezTo>
                  <a:pt x="10968012" y="2475854"/>
                  <a:pt x="10973586" y="2472887"/>
                  <a:pt x="10980780" y="2472887"/>
                </a:cubicBezTo>
                <a:cubicBezTo>
                  <a:pt x="10984556" y="2472887"/>
                  <a:pt x="10989682" y="2474236"/>
                  <a:pt x="10996156" y="2476933"/>
                </a:cubicBezTo>
                <a:lnTo>
                  <a:pt x="11013150" y="2437820"/>
                </a:lnTo>
                <a:cubicBezTo>
                  <a:pt x="11003529" y="2432784"/>
                  <a:pt x="10994672" y="2430267"/>
                  <a:pt x="10986580" y="2430267"/>
                </a:cubicBezTo>
                <a:close/>
                <a:moveTo>
                  <a:pt x="10807140" y="2430267"/>
                </a:moveTo>
                <a:cubicBezTo>
                  <a:pt x="10797428" y="2430267"/>
                  <a:pt x="10788572" y="2432379"/>
                  <a:pt x="10780569" y="2436606"/>
                </a:cubicBezTo>
                <a:cubicBezTo>
                  <a:pt x="10774634" y="2439753"/>
                  <a:pt x="10768116" y="2445777"/>
                  <a:pt x="10761012" y="2454679"/>
                </a:cubicBezTo>
                <a:lnTo>
                  <a:pt x="10761012" y="2433503"/>
                </a:lnTo>
                <a:lnTo>
                  <a:pt x="10709624" y="2433503"/>
                </a:lnTo>
                <a:lnTo>
                  <a:pt x="10709624" y="2631231"/>
                </a:lnTo>
                <a:lnTo>
                  <a:pt x="10765058" y="2631231"/>
                </a:lnTo>
                <a:lnTo>
                  <a:pt x="10765058" y="2562849"/>
                </a:lnTo>
                <a:cubicBezTo>
                  <a:pt x="10770543" y="2568514"/>
                  <a:pt x="10776770" y="2572785"/>
                  <a:pt x="10783738" y="2575662"/>
                </a:cubicBezTo>
                <a:cubicBezTo>
                  <a:pt x="10790707" y="2578540"/>
                  <a:pt x="10798418" y="2579978"/>
                  <a:pt x="10806870" y="2579978"/>
                </a:cubicBezTo>
                <a:cubicBezTo>
                  <a:pt x="10824314" y="2579978"/>
                  <a:pt x="10838746" y="2573707"/>
                  <a:pt x="10850165" y="2561163"/>
                </a:cubicBezTo>
                <a:cubicBezTo>
                  <a:pt x="10861584" y="2548620"/>
                  <a:pt x="10867294" y="2530434"/>
                  <a:pt x="10867294" y="2506606"/>
                </a:cubicBezTo>
                <a:cubicBezTo>
                  <a:pt x="10867294" y="2485026"/>
                  <a:pt x="10862056" y="2466908"/>
                  <a:pt x="10851581" y="2452251"/>
                </a:cubicBezTo>
                <a:cubicBezTo>
                  <a:pt x="10841106" y="2437595"/>
                  <a:pt x="10826292" y="2430267"/>
                  <a:pt x="10807140" y="2430267"/>
                </a:cubicBezTo>
                <a:close/>
                <a:moveTo>
                  <a:pt x="9308459" y="2430267"/>
                </a:moveTo>
                <a:cubicBezTo>
                  <a:pt x="9292274" y="2430267"/>
                  <a:pt x="9279371" y="2431951"/>
                  <a:pt x="9269750" y="2435319"/>
                </a:cubicBezTo>
                <a:cubicBezTo>
                  <a:pt x="9260128" y="2438687"/>
                  <a:pt x="9252575" y="2443785"/>
                  <a:pt x="9247090" y="2450612"/>
                </a:cubicBezTo>
                <a:cubicBezTo>
                  <a:pt x="9241606" y="2457438"/>
                  <a:pt x="9238863" y="2465568"/>
                  <a:pt x="9238863" y="2475001"/>
                </a:cubicBezTo>
                <a:cubicBezTo>
                  <a:pt x="9238863" y="2483624"/>
                  <a:pt x="9241403" y="2491305"/>
                  <a:pt x="9246484" y="2498041"/>
                </a:cubicBezTo>
                <a:cubicBezTo>
                  <a:pt x="9251564" y="2504778"/>
                  <a:pt x="9257813" y="2509561"/>
                  <a:pt x="9265231" y="2512391"/>
                </a:cubicBezTo>
                <a:cubicBezTo>
                  <a:pt x="9272650" y="2515220"/>
                  <a:pt x="9285890" y="2518297"/>
                  <a:pt x="9304952" y="2521619"/>
                </a:cubicBezTo>
                <a:cubicBezTo>
                  <a:pt x="9317720" y="2523864"/>
                  <a:pt x="9325588" y="2525750"/>
                  <a:pt x="9328555" y="2527276"/>
                </a:cubicBezTo>
                <a:cubicBezTo>
                  <a:pt x="9332692" y="2529431"/>
                  <a:pt x="9334760" y="2532484"/>
                  <a:pt x="9334760" y="2536435"/>
                </a:cubicBezTo>
                <a:cubicBezTo>
                  <a:pt x="9334760" y="2539936"/>
                  <a:pt x="9333186" y="2542853"/>
                  <a:pt x="9330039" y="2545187"/>
                </a:cubicBezTo>
                <a:cubicBezTo>
                  <a:pt x="9325993" y="2548330"/>
                  <a:pt x="9320283" y="2549901"/>
                  <a:pt x="9312910" y="2549901"/>
                </a:cubicBezTo>
                <a:cubicBezTo>
                  <a:pt x="9306166" y="2549901"/>
                  <a:pt x="9300771" y="2548507"/>
                  <a:pt x="9296725" y="2545720"/>
                </a:cubicBezTo>
                <a:cubicBezTo>
                  <a:pt x="9292678" y="2542932"/>
                  <a:pt x="9289531" y="2538302"/>
                  <a:pt x="9287284" y="2531828"/>
                </a:cubicBezTo>
                <a:lnTo>
                  <a:pt x="9232794" y="2536953"/>
                </a:lnTo>
                <a:cubicBezTo>
                  <a:pt x="9235941" y="2550710"/>
                  <a:pt x="9243067" y="2561320"/>
                  <a:pt x="9254172" y="2568784"/>
                </a:cubicBezTo>
                <a:cubicBezTo>
                  <a:pt x="9265276" y="2576247"/>
                  <a:pt x="9283912" y="2579978"/>
                  <a:pt x="9310077" y="2579978"/>
                </a:cubicBezTo>
                <a:cubicBezTo>
                  <a:pt x="9328600" y="2579978"/>
                  <a:pt x="9343234" y="2577665"/>
                  <a:pt x="9353979" y="2573040"/>
                </a:cubicBezTo>
                <a:cubicBezTo>
                  <a:pt x="9364724" y="2568414"/>
                  <a:pt x="9372592" y="2562193"/>
                  <a:pt x="9377582" y="2554378"/>
                </a:cubicBezTo>
                <a:cubicBezTo>
                  <a:pt x="9382573" y="2546563"/>
                  <a:pt x="9385068" y="2538524"/>
                  <a:pt x="9385068" y="2530260"/>
                </a:cubicBezTo>
                <a:cubicBezTo>
                  <a:pt x="9385068" y="2522086"/>
                  <a:pt x="9382708" y="2514585"/>
                  <a:pt x="9377987" y="2507759"/>
                </a:cubicBezTo>
                <a:cubicBezTo>
                  <a:pt x="9373266" y="2500932"/>
                  <a:pt x="9366455" y="2495677"/>
                  <a:pt x="9357554" y="2491994"/>
                </a:cubicBezTo>
                <a:cubicBezTo>
                  <a:pt x="9348652" y="2488311"/>
                  <a:pt x="9335074" y="2485437"/>
                  <a:pt x="9316821" y="2483372"/>
                </a:cubicBezTo>
                <a:cubicBezTo>
                  <a:pt x="9304772" y="2481934"/>
                  <a:pt x="9296950" y="2480318"/>
                  <a:pt x="9293353" y="2478522"/>
                </a:cubicBezTo>
                <a:cubicBezTo>
                  <a:pt x="9289756" y="2476727"/>
                  <a:pt x="9287958" y="2474078"/>
                  <a:pt x="9287958" y="2470577"/>
                </a:cubicBezTo>
                <a:cubicBezTo>
                  <a:pt x="9287958" y="2467435"/>
                  <a:pt x="9289374" y="2464763"/>
                  <a:pt x="9292206" y="2462564"/>
                </a:cubicBezTo>
                <a:cubicBezTo>
                  <a:pt x="9295039" y="2460364"/>
                  <a:pt x="9299557" y="2459265"/>
                  <a:pt x="9305761" y="2459265"/>
                </a:cubicBezTo>
                <a:cubicBezTo>
                  <a:pt x="9311876" y="2459265"/>
                  <a:pt x="9317091" y="2460703"/>
                  <a:pt x="9321407" y="2463581"/>
                </a:cubicBezTo>
                <a:cubicBezTo>
                  <a:pt x="9324554" y="2465739"/>
                  <a:pt x="9326802" y="2469111"/>
                  <a:pt x="9328151" y="2473696"/>
                </a:cubicBezTo>
                <a:lnTo>
                  <a:pt x="9380212" y="2468571"/>
                </a:lnTo>
                <a:cubicBezTo>
                  <a:pt x="9376616" y="2459220"/>
                  <a:pt x="9372098" y="2451802"/>
                  <a:pt x="9366658" y="2446317"/>
                </a:cubicBezTo>
                <a:cubicBezTo>
                  <a:pt x="9361218" y="2440832"/>
                  <a:pt x="9354429" y="2436785"/>
                  <a:pt x="9346292" y="2434178"/>
                </a:cubicBezTo>
                <a:cubicBezTo>
                  <a:pt x="9338154" y="2431570"/>
                  <a:pt x="9325543" y="2430267"/>
                  <a:pt x="9308459" y="2430267"/>
                </a:cubicBezTo>
                <a:close/>
                <a:moveTo>
                  <a:pt x="8916502" y="2430267"/>
                </a:moveTo>
                <a:cubicBezTo>
                  <a:pt x="8891235" y="2430267"/>
                  <a:pt x="8871430" y="2437190"/>
                  <a:pt x="8857089" y="2451037"/>
                </a:cubicBezTo>
                <a:cubicBezTo>
                  <a:pt x="8842747" y="2464885"/>
                  <a:pt x="8835576" y="2483003"/>
                  <a:pt x="8835576" y="2505392"/>
                </a:cubicBezTo>
                <a:cubicBezTo>
                  <a:pt x="8835576" y="2521127"/>
                  <a:pt x="8839150" y="2534817"/>
                  <a:pt x="8846299" y="2546462"/>
                </a:cubicBezTo>
                <a:cubicBezTo>
                  <a:pt x="8853447" y="2558106"/>
                  <a:pt x="8862461" y="2566603"/>
                  <a:pt x="8873341" y="2571953"/>
                </a:cubicBezTo>
                <a:cubicBezTo>
                  <a:pt x="8884221" y="2577303"/>
                  <a:pt x="8899148" y="2579978"/>
                  <a:pt x="8918120" y="2579978"/>
                </a:cubicBezTo>
                <a:cubicBezTo>
                  <a:pt x="8939970" y="2579978"/>
                  <a:pt x="8956739" y="2576854"/>
                  <a:pt x="8968429" y="2570604"/>
                </a:cubicBezTo>
                <a:cubicBezTo>
                  <a:pt x="8980118" y="2564355"/>
                  <a:pt x="8990099" y="2554037"/>
                  <a:pt x="8998371" y="2539650"/>
                </a:cubicBezTo>
                <a:lnTo>
                  <a:pt x="8944286" y="2534660"/>
                </a:lnTo>
                <a:cubicBezTo>
                  <a:pt x="8940869" y="2538976"/>
                  <a:pt x="8937677" y="2541988"/>
                  <a:pt x="8934710" y="2543697"/>
                </a:cubicBezTo>
                <a:cubicBezTo>
                  <a:pt x="8929854" y="2546394"/>
                  <a:pt x="8924729" y="2547743"/>
                  <a:pt x="8919334" y="2547743"/>
                </a:cubicBezTo>
                <a:cubicBezTo>
                  <a:pt x="8910792" y="2547743"/>
                  <a:pt x="8903868" y="2544641"/>
                  <a:pt x="8898563" y="2538437"/>
                </a:cubicBezTo>
                <a:cubicBezTo>
                  <a:pt x="8894786" y="2534121"/>
                  <a:pt x="8892404" y="2527557"/>
                  <a:pt x="8891414" y="2518745"/>
                </a:cubicBezTo>
                <a:lnTo>
                  <a:pt x="9001473" y="2518745"/>
                </a:lnTo>
                <a:lnTo>
                  <a:pt x="9001473" y="2512540"/>
                </a:lnTo>
                <a:cubicBezTo>
                  <a:pt x="9001473" y="2493658"/>
                  <a:pt x="8998371" y="2478327"/>
                  <a:pt x="8992166" y="2466548"/>
                </a:cubicBezTo>
                <a:cubicBezTo>
                  <a:pt x="8985962" y="2454769"/>
                  <a:pt x="8976926" y="2445777"/>
                  <a:pt x="8965057" y="2439573"/>
                </a:cubicBezTo>
                <a:cubicBezTo>
                  <a:pt x="8953188" y="2433369"/>
                  <a:pt x="8937003" y="2430267"/>
                  <a:pt x="8916502" y="2430267"/>
                </a:cubicBezTo>
                <a:close/>
                <a:moveTo>
                  <a:pt x="8536580" y="2430267"/>
                </a:moveTo>
                <a:cubicBezTo>
                  <a:pt x="8511494" y="2430267"/>
                  <a:pt x="8491577" y="2437348"/>
                  <a:pt x="8476830" y="2451509"/>
                </a:cubicBezTo>
                <a:cubicBezTo>
                  <a:pt x="8462084" y="2465671"/>
                  <a:pt x="8454711" y="2483677"/>
                  <a:pt x="8454711" y="2505527"/>
                </a:cubicBezTo>
                <a:cubicBezTo>
                  <a:pt x="8454711" y="2528995"/>
                  <a:pt x="8463433" y="2547968"/>
                  <a:pt x="8480877" y="2562445"/>
                </a:cubicBezTo>
                <a:cubicBezTo>
                  <a:pt x="8495084" y="2574134"/>
                  <a:pt x="8513696" y="2579978"/>
                  <a:pt x="8536715" y="2579978"/>
                </a:cubicBezTo>
                <a:cubicBezTo>
                  <a:pt x="8562521" y="2579978"/>
                  <a:pt x="8582730" y="2572942"/>
                  <a:pt x="8597342" y="2558870"/>
                </a:cubicBezTo>
                <a:cubicBezTo>
                  <a:pt x="8611954" y="2544798"/>
                  <a:pt x="8619259" y="2526747"/>
                  <a:pt x="8619259" y="2504718"/>
                </a:cubicBezTo>
                <a:cubicBezTo>
                  <a:pt x="8619259" y="2485116"/>
                  <a:pt x="8613370" y="2468616"/>
                  <a:pt x="8601590" y="2455218"/>
                </a:cubicBezTo>
                <a:cubicBezTo>
                  <a:pt x="8586934" y="2438584"/>
                  <a:pt x="8565264" y="2430267"/>
                  <a:pt x="8536580" y="2430267"/>
                </a:cubicBezTo>
                <a:close/>
                <a:moveTo>
                  <a:pt x="7745215" y="2430267"/>
                </a:moveTo>
                <a:cubicBezTo>
                  <a:pt x="7733975" y="2430267"/>
                  <a:pt x="7724444" y="2432312"/>
                  <a:pt x="7716621" y="2436403"/>
                </a:cubicBezTo>
                <a:cubicBezTo>
                  <a:pt x="7708799" y="2440495"/>
                  <a:pt x="7701066" y="2447306"/>
                  <a:pt x="7693423" y="2456837"/>
                </a:cubicBezTo>
                <a:lnTo>
                  <a:pt x="7693423" y="2433503"/>
                </a:lnTo>
                <a:lnTo>
                  <a:pt x="7642305" y="2433503"/>
                </a:lnTo>
                <a:lnTo>
                  <a:pt x="7642305" y="2576741"/>
                </a:lnTo>
                <a:lnTo>
                  <a:pt x="7697199" y="2576741"/>
                </a:lnTo>
                <a:lnTo>
                  <a:pt x="7697199" y="2507955"/>
                </a:lnTo>
                <a:cubicBezTo>
                  <a:pt x="7697199" y="2494917"/>
                  <a:pt x="7699267" y="2485880"/>
                  <a:pt x="7703404" y="2480845"/>
                </a:cubicBezTo>
                <a:cubicBezTo>
                  <a:pt x="7707540" y="2475809"/>
                  <a:pt x="7712935" y="2473292"/>
                  <a:pt x="7719589" y="2473292"/>
                </a:cubicBezTo>
                <a:cubicBezTo>
                  <a:pt x="7725613" y="2473292"/>
                  <a:pt x="7730289" y="2475157"/>
                  <a:pt x="7733616" y="2478889"/>
                </a:cubicBezTo>
                <a:cubicBezTo>
                  <a:pt x="7736943" y="2482621"/>
                  <a:pt x="7738606" y="2488982"/>
                  <a:pt x="7738606" y="2497974"/>
                </a:cubicBezTo>
                <a:lnTo>
                  <a:pt x="7738606" y="2576741"/>
                </a:lnTo>
                <a:lnTo>
                  <a:pt x="7793770" y="2576741"/>
                </a:lnTo>
                <a:lnTo>
                  <a:pt x="7793770" y="2485700"/>
                </a:lnTo>
                <a:cubicBezTo>
                  <a:pt x="7793770" y="2466818"/>
                  <a:pt x="7789477" y="2452858"/>
                  <a:pt x="7780889" y="2443821"/>
                </a:cubicBezTo>
                <a:cubicBezTo>
                  <a:pt x="7772303" y="2434785"/>
                  <a:pt x="7760411" y="2430267"/>
                  <a:pt x="7745215" y="2430267"/>
                </a:cubicBezTo>
                <a:close/>
                <a:moveTo>
                  <a:pt x="7525852" y="2430267"/>
                </a:moveTo>
                <a:cubicBezTo>
                  <a:pt x="7500585" y="2430267"/>
                  <a:pt x="7480781" y="2437190"/>
                  <a:pt x="7466439" y="2451037"/>
                </a:cubicBezTo>
                <a:cubicBezTo>
                  <a:pt x="7452097" y="2464885"/>
                  <a:pt x="7444926" y="2483003"/>
                  <a:pt x="7444926" y="2505392"/>
                </a:cubicBezTo>
                <a:cubicBezTo>
                  <a:pt x="7444926" y="2521127"/>
                  <a:pt x="7448500" y="2534817"/>
                  <a:pt x="7455649" y="2546462"/>
                </a:cubicBezTo>
                <a:cubicBezTo>
                  <a:pt x="7462797" y="2558106"/>
                  <a:pt x="7471812" y="2566603"/>
                  <a:pt x="7482691" y="2571953"/>
                </a:cubicBezTo>
                <a:cubicBezTo>
                  <a:pt x="7493571" y="2577303"/>
                  <a:pt x="7508498" y="2579978"/>
                  <a:pt x="7527470" y="2579978"/>
                </a:cubicBezTo>
                <a:cubicBezTo>
                  <a:pt x="7549320" y="2579978"/>
                  <a:pt x="7566090" y="2576854"/>
                  <a:pt x="7577779" y="2570604"/>
                </a:cubicBezTo>
                <a:cubicBezTo>
                  <a:pt x="7589468" y="2564355"/>
                  <a:pt x="7599449" y="2554037"/>
                  <a:pt x="7607721" y="2539650"/>
                </a:cubicBezTo>
                <a:lnTo>
                  <a:pt x="7553636" y="2534660"/>
                </a:lnTo>
                <a:cubicBezTo>
                  <a:pt x="7550219" y="2538976"/>
                  <a:pt x="7547027" y="2541988"/>
                  <a:pt x="7544060" y="2543697"/>
                </a:cubicBezTo>
                <a:cubicBezTo>
                  <a:pt x="7539204" y="2546394"/>
                  <a:pt x="7534079" y="2547743"/>
                  <a:pt x="7528684" y="2547743"/>
                </a:cubicBezTo>
                <a:cubicBezTo>
                  <a:pt x="7520142" y="2547743"/>
                  <a:pt x="7513218" y="2544641"/>
                  <a:pt x="7507913" y="2538437"/>
                </a:cubicBezTo>
                <a:cubicBezTo>
                  <a:pt x="7504137" y="2534121"/>
                  <a:pt x="7501754" y="2527557"/>
                  <a:pt x="7500765" y="2518745"/>
                </a:cubicBezTo>
                <a:lnTo>
                  <a:pt x="7610823" y="2518745"/>
                </a:lnTo>
                <a:lnTo>
                  <a:pt x="7610823" y="2512540"/>
                </a:lnTo>
                <a:cubicBezTo>
                  <a:pt x="7610823" y="2493658"/>
                  <a:pt x="7607721" y="2478327"/>
                  <a:pt x="7601517" y="2466548"/>
                </a:cubicBezTo>
                <a:cubicBezTo>
                  <a:pt x="7595312" y="2454769"/>
                  <a:pt x="7586276" y="2445777"/>
                  <a:pt x="7574407" y="2439573"/>
                </a:cubicBezTo>
                <a:cubicBezTo>
                  <a:pt x="7562538" y="2433369"/>
                  <a:pt x="7546353" y="2430267"/>
                  <a:pt x="7525852" y="2430267"/>
                </a:cubicBezTo>
                <a:close/>
                <a:moveTo>
                  <a:pt x="7157209" y="2430267"/>
                </a:moveTo>
                <a:cubicBezTo>
                  <a:pt x="7140485" y="2430267"/>
                  <a:pt x="7126772" y="2432467"/>
                  <a:pt x="7116072" y="2436869"/>
                </a:cubicBezTo>
                <a:cubicBezTo>
                  <a:pt x="7109328" y="2439654"/>
                  <a:pt x="7102764" y="2443898"/>
                  <a:pt x="7096380" y="2449603"/>
                </a:cubicBezTo>
                <a:cubicBezTo>
                  <a:pt x="7089996" y="2455308"/>
                  <a:pt x="7084961" y="2461754"/>
                  <a:pt x="7081274" y="2468940"/>
                </a:cubicBezTo>
                <a:cubicBezTo>
                  <a:pt x="7076239" y="2478732"/>
                  <a:pt x="7073721" y="2490996"/>
                  <a:pt x="7073721" y="2505729"/>
                </a:cubicBezTo>
                <a:cubicBezTo>
                  <a:pt x="7073721" y="2519833"/>
                  <a:pt x="7075789" y="2531153"/>
                  <a:pt x="7079925" y="2539687"/>
                </a:cubicBezTo>
                <a:cubicBezTo>
                  <a:pt x="7084062" y="2548222"/>
                  <a:pt x="7089771" y="2555656"/>
                  <a:pt x="7097055" y="2561989"/>
                </a:cubicBezTo>
                <a:cubicBezTo>
                  <a:pt x="7104338" y="2568323"/>
                  <a:pt x="7113037" y="2572904"/>
                  <a:pt x="7123153" y="2575734"/>
                </a:cubicBezTo>
                <a:cubicBezTo>
                  <a:pt x="7133269" y="2578563"/>
                  <a:pt x="7145924" y="2579978"/>
                  <a:pt x="7161120" y="2579978"/>
                </a:cubicBezTo>
                <a:cubicBezTo>
                  <a:pt x="7176856" y="2579978"/>
                  <a:pt x="7189826" y="2577775"/>
                  <a:pt x="7200032" y="2573369"/>
                </a:cubicBezTo>
                <a:cubicBezTo>
                  <a:pt x="7210238" y="2568963"/>
                  <a:pt x="7218622" y="2562782"/>
                  <a:pt x="7225186" y="2554824"/>
                </a:cubicBezTo>
                <a:cubicBezTo>
                  <a:pt x="7231750" y="2546866"/>
                  <a:pt x="7236471" y="2537447"/>
                  <a:pt x="7239348" y="2526568"/>
                </a:cubicBezTo>
                <a:lnTo>
                  <a:pt x="7187151" y="2520633"/>
                </a:lnTo>
                <a:cubicBezTo>
                  <a:pt x="7184724" y="2528276"/>
                  <a:pt x="7181059" y="2533941"/>
                  <a:pt x="7176159" y="2537627"/>
                </a:cubicBezTo>
                <a:cubicBezTo>
                  <a:pt x="7171259" y="2541314"/>
                  <a:pt x="7165212" y="2543157"/>
                  <a:pt x="7158018" y="2543157"/>
                </a:cubicBezTo>
                <a:cubicBezTo>
                  <a:pt x="7149386" y="2543157"/>
                  <a:pt x="7142283" y="2540106"/>
                  <a:pt x="7136708" y="2534003"/>
                </a:cubicBezTo>
                <a:cubicBezTo>
                  <a:pt x="7131133" y="2527899"/>
                  <a:pt x="7128346" y="2518969"/>
                  <a:pt x="7128346" y="2507211"/>
                </a:cubicBezTo>
                <a:cubicBezTo>
                  <a:pt x="7128346" y="2494016"/>
                  <a:pt x="7131156" y="2484164"/>
                  <a:pt x="7136775" y="2477657"/>
                </a:cubicBezTo>
                <a:cubicBezTo>
                  <a:pt x="7142395" y="2471150"/>
                  <a:pt x="7149746" y="2467897"/>
                  <a:pt x="7158828" y="2467897"/>
                </a:cubicBezTo>
                <a:cubicBezTo>
                  <a:pt x="7166021" y="2467897"/>
                  <a:pt x="7171753" y="2469448"/>
                  <a:pt x="7176024" y="2472550"/>
                </a:cubicBezTo>
                <a:cubicBezTo>
                  <a:pt x="7180295" y="2475652"/>
                  <a:pt x="7183240" y="2480260"/>
                  <a:pt x="7184859" y="2486375"/>
                </a:cubicBezTo>
                <a:lnTo>
                  <a:pt x="7236516" y="2479496"/>
                </a:lnTo>
                <a:cubicBezTo>
                  <a:pt x="7231570" y="2463401"/>
                  <a:pt x="7222961" y="2451172"/>
                  <a:pt x="7210687" y="2442810"/>
                </a:cubicBezTo>
                <a:cubicBezTo>
                  <a:pt x="7198413" y="2434448"/>
                  <a:pt x="7180587" y="2430267"/>
                  <a:pt x="7157209" y="2430267"/>
                </a:cubicBezTo>
                <a:close/>
                <a:moveTo>
                  <a:pt x="6961449" y="2430267"/>
                </a:moveTo>
                <a:cubicBezTo>
                  <a:pt x="6951198" y="2430267"/>
                  <a:pt x="6941667" y="2431031"/>
                  <a:pt x="6932855" y="2432559"/>
                </a:cubicBezTo>
                <a:cubicBezTo>
                  <a:pt x="6924043" y="2434088"/>
                  <a:pt x="6917120" y="2436246"/>
                  <a:pt x="6912084" y="2439033"/>
                </a:cubicBezTo>
                <a:cubicBezTo>
                  <a:pt x="6905071" y="2442900"/>
                  <a:pt x="6899698" y="2447463"/>
                  <a:pt x="6895967" y="2452723"/>
                </a:cubicBezTo>
                <a:cubicBezTo>
                  <a:pt x="6892235" y="2457983"/>
                  <a:pt x="6889380" y="2465199"/>
                  <a:pt x="6887402" y="2474371"/>
                </a:cubicBezTo>
                <a:lnTo>
                  <a:pt x="6939869" y="2479901"/>
                </a:lnTo>
                <a:cubicBezTo>
                  <a:pt x="6942027" y="2473696"/>
                  <a:pt x="6944859" y="2469470"/>
                  <a:pt x="6948366" y="2467222"/>
                </a:cubicBezTo>
                <a:cubicBezTo>
                  <a:pt x="6952862" y="2464345"/>
                  <a:pt x="6959606" y="2462906"/>
                  <a:pt x="6968597" y="2462906"/>
                </a:cubicBezTo>
                <a:cubicBezTo>
                  <a:pt x="6975611" y="2462906"/>
                  <a:pt x="6980511" y="2464255"/>
                  <a:pt x="6983299" y="2466953"/>
                </a:cubicBezTo>
                <a:cubicBezTo>
                  <a:pt x="6986086" y="2469650"/>
                  <a:pt x="6987480" y="2474371"/>
                  <a:pt x="6987480" y="2481114"/>
                </a:cubicBezTo>
                <a:cubicBezTo>
                  <a:pt x="6980646" y="2483812"/>
                  <a:pt x="6974172" y="2485993"/>
                  <a:pt x="6968058" y="2487656"/>
                </a:cubicBezTo>
                <a:cubicBezTo>
                  <a:pt x="6961943" y="2489319"/>
                  <a:pt x="6948591" y="2492219"/>
                  <a:pt x="6928000" y="2496356"/>
                </a:cubicBezTo>
                <a:cubicBezTo>
                  <a:pt x="6910826" y="2499772"/>
                  <a:pt x="6899046" y="2504987"/>
                  <a:pt x="6892662" y="2512001"/>
                </a:cubicBezTo>
                <a:cubicBezTo>
                  <a:pt x="6886278" y="2519015"/>
                  <a:pt x="6883086" y="2527961"/>
                  <a:pt x="6883086" y="2538841"/>
                </a:cubicBezTo>
                <a:cubicBezTo>
                  <a:pt x="6883086" y="2550441"/>
                  <a:pt x="6887515" y="2560196"/>
                  <a:pt x="6896371" y="2568109"/>
                </a:cubicBezTo>
                <a:cubicBezTo>
                  <a:pt x="6905228" y="2576022"/>
                  <a:pt x="6918199" y="2579978"/>
                  <a:pt x="6935283" y="2579978"/>
                </a:cubicBezTo>
                <a:cubicBezTo>
                  <a:pt x="6948141" y="2579978"/>
                  <a:pt x="6959426" y="2578000"/>
                  <a:pt x="6969137" y="2574044"/>
                </a:cubicBezTo>
                <a:cubicBezTo>
                  <a:pt x="6976240" y="2571076"/>
                  <a:pt x="6983389" y="2566131"/>
                  <a:pt x="6990582" y="2559207"/>
                </a:cubicBezTo>
                <a:cubicBezTo>
                  <a:pt x="6991211" y="2563343"/>
                  <a:pt x="6991841" y="2566378"/>
                  <a:pt x="6992470" y="2568311"/>
                </a:cubicBezTo>
                <a:cubicBezTo>
                  <a:pt x="6993100" y="2570245"/>
                  <a:pt x="6994448" y="2573055"/>
                  <a:pt x="6996516" y="2576741"/>
                </a:cubicBezTo>
                <a:lnTo>
                  <a:pt x="7048039" y="2576741"/>
                </a:lnTo>
                <a:cubicBezTo>
                  <a:pt x="7045162" y="2570807"/>
                  <a:pt x="7043296" y="2565929"/>
                  <a:pt x="7042442" y="2562107"/>
                </a:cubicBezTo>
                <a:cubicBezTo>
                  <a:pt x="7041587" y="2558286"/>
                  <a:pt x="7041160" y="2553003"/>
                  <a:pt x="7041160" y="2546259"/>
                </a:cubicBezTo>
                <a:lnTo>
                  <a:pt x="7041160" y="2483003"/>
                </a:lnTo>
                <a:cubicBezTo>
                  <a:pt x="7041160" y="2476259"/>
                  <a:pt x="7039812" y="2469178"/>
                  <a:pt x="7037114" y="2461760"/>
                </a:cubicBezTo>
                <a:cubicBezTo>
                  <a:pt x="7034416" y="2454342"/>
                  <a:pt x="7030730" y="2448610"/>
                  <a:pt x="7026054" y="2444563"/>
                </a:cubicBezTo>
                <a:cubicBezTo>
                  <a:pt x="7019400" y="2438719"/>
                  <a:pt x="7011083" y="2434875"/>
                  <a:pt x="7001102" y="2433032"/>
                </a:cubicBezTo>
                <a:cubicBezTo>
                  <a:pt x="6991121" y="2431188"/>
                  <a:pt x="6977904" y="2430267"/>
                  <a:pt x="6961449" y="2430267"/>
                </a:cubicBezTo>
                <a:close/>
                <a:moveTo>
                  <a:pt x="6726645" y="2419072"/>
                </a:moveTo>
                <a:lnTo>
                  <a:pt x="6753620" y="2419072"/>
                </a:lnTo>
                <a:cubicBezTo>
                  <a:pt x="6762881" y="2419072"/>
                  <a:pt x="6769378" y="2420690"/>
                  <a:pt x="6773109" y="2423927"/>
                </a:cubicBezTo>
                <a:cubicBezTo>
                  <a:pt x="6776841" y="2427164"/>
                  <a:pt x="6778707" y="2431660"/>
                  <a:pt x="6778707" y="2437415"/>
                </a:cubicBezTo>
                <a:cubicBezTo>
                  <a:pt x="6778707" y="2443619"/>
                  <a:pt x="6776841" y="2448362"/>
                  <a:pt x="6773109" y="2451644"/>
                </a:cubicBezTo>
                <a:cubicBezTo>
                  <a:pt x="6769378" y="2454926"/>
                  <a:pt x="6762746" y="2456567"/>
                  <a:pt x="6753215" y="2456567"/>
                </a:cubicBezTo>
                <a:lnTo>
                  <a:pt x="6726645" y="2456567"/>
                </a:lnTo>
                <a:close/>
                <a:moveTo>
                  <a:pt x="10312812" y="2379014"/>
                </a:moveTo>
                <a:lnTo>
                  <a:pt x="10312812" y="2576741"/>
                </a:lnTo>
                <a:lnTo>
                  <a:pt x="10479518" y="2576741"/>
                </a:lnTo>
                <a:lnTo>
                  <a:pt x="10479518" y="2531963"/>
                </a:lnTo>
                <a:lnTo>
                  <a:pt x="10374045" y="2531963"/>
                </a:lnTo>
                <a:lnTo>
                  <a:pt x="10374045" y="2492984"/>
                </a:lnTo>
                <a:lnTo>
                  <a:pt x="10469132" y="2492984"/>
                </a:lnTo>
                <a:lnTo>
                  <a:pt x="10469132" y="2452656"/>
                </a:lnTo>
                <a:lnTo>
                  <a:pt x="10374045" y="2452656"/>
                </a:lnTo>
                <a:lnTo>
                  <a:pt x="10374045" y="2421230"/>
                </a:lnTo>
                <a:lnTo>
                  <a:pt x="10476550" y="2421230"/>
                </a:lnTo>
                <a:lnTo>
                  <a:pt x="10476550" y="2379014"/>
                </a:lnTo>
                <a:close/>
                <a:moveTo>
                  <a:pt x="10023555" y="2379014"/>
                </a:moveTo>
                <a:lnTo>
                  <a:pt x="10023555" y="2576741"/>
                </a:lnTo>
                <a:lnTo>
                  <a:pt x="10078449" y="2576741"/>
                </a:lnTo>
                <a:lnTo>
                  <a:pt x="10078449" y="2507955"/>
                </a:lnTo>
                <a:cubicBezTo>
                  <a:pt x="10078449" y="2494917"/>
                  <a:pt x="10080517" y="2485880"/>
                  <a:pt x="10084653" y="2480845"/>
                </a:cubicBezTo>
                <a:cubicBezTo>
                  <a:pt x="10088790" y="2475809"/>
                  <a:pt x="10094184" y="2473292"/>
                  <a:pt x="10100838" y="2473292"/>
                </a:cubicBezTo>
                <a:cubicBezTo>
                  <a:pt x="10106863" y="2473292"/>
                  <a:pt x="10111538" y="2475157"/>
                  <a:pt x="10114866" y="2478889"/>
                </a:cubicBezTo>
                <a:cubicBezTo>
                  <a:pt x="10118192" y="2482621"/>
                  <a:pt x="10119856" y="2488982"/>
                  <a:pt x="10119856" y="2497974"/>
                </a:cubicBezTo>
                <a:lnTo>
                  <a:pt x="10119856" y="2576741"/>
                </a:lnTo>
                <a:lnTo>
                  <a:pt x="10175020" y="2576741"/>
                </a:lnTo>
                <a:lnTo>
                  <a:pt x="10175020" y="2485700"/>
                </a:lnTo>
                <a:cubicBezTo>
                  <a:pt x="10175020" y="2466908"/>
                  <a:pt x="10170726" y="2452970"/>
                  <a:pt x="10162139" y="2443889"/>
                </a:cubicBezTo>
                <a:cubicBezTo>
                  <a:pt x="10153552" y="2434807"/>
                  <a:pt x="10141796" y="2430267"/>
                  <a:pt x="10126869" y="2430267"/>
                </a:cubicBezTo>
                <a:cubicBezTo>
                  <a:pt x="10116799" y="2430267"/>
                  <a:pt x="10108076" y="2431930"/>
                  <a:pt x="10100704" y="2435257"/>
                </a:cubicBezTo>
                <a:cubicBezTo>
                  <a:pt x="10093330" y="2438584"/>
                  <a:pt x="10085912" y="2444114"/>
                  <a:pt x="10078449" y="2451847"/>
                </a:cubicBezTo>
                <a:lnTo>
                  <a:pt x="10078449" y="2379014"/>
                </a:lnTo>
                <a:close/>
                <a:moveTo>
                  <a:pt x="9956428" y="2379014"/>
                </a:moveTo>
                <a:lnTo>
                  <a:pt x="9901400" y="2407203"/>
                </a:lnTo>
                <a:lnTo>
                  <a:pt x="9901400" y="2433503"/>
                </a:lnTo>
                <a:lnTo>
                  <a:pt x="9881168" y="2433503"/>
                </a:lnTo>
                <a:lnTo>
                  <a:pt x="9881168" y="2473696"/>
                </a:lnTo>
                <a:lnTo>
                  <a:pt x="9901400" y="2473696"/>
                </a:lnTo>
                <a:lnTo>
                  <a:pt x="9901400" y="2524077"/>
                </a:lnTo>
                <a:cubicBezTo>
                  <a:pt x="9901400" y="2540061"/>
                  <a:pt x="9902950" y="2551622"/>
                  <a:pt x="9906052" y="2558762"/>
                </a:cubicBezTo>
                <a:cubicBezTo>
                  <a:pt x="9909155" y="2565901"/>
                  <a:pt x="9913943" y="2571222"/>
                  <a:pt x="9920417" y="2574724"/>
                </a:cubicBezTo>
                <a:cubicBezTo>
                  <a:pt x="9926891" y="2578227"/>
                  <a:pt x="9936962" y="2579978"/>
                  <a:pt x="9950629" y="2579978"/>
                </a:cubicBezTo>
                <a:cubicBezTo>
                  <a:pt x="9962408" y="2579978"/>
                  <a:pt x="9975086" y="2578495"/>
                  <a:pt x="9988664" y="2575527"/>
                </a:cubicBezTo>
                <a:lnTo>
                  <a:pt x="9984618" y="2537634"/>
                </a:lnTo>
                <a:cubicBezTo>
                  <a:pt x="9977334" y="2539967"/>
                  <a:pt x="9971670" y="2541134"/>
                  <a:pt x="9967623" y="2541134"/>
                </a:cubicBezTo>
                <a:cubicBezTo>
                  <a:pt x="9963127" y="2541134"/>
                  <a:pt x="9959980" y="2539608"/>
                  <a:pt x="9958182" y="2536557"/>
                </a:cubicBezTo>
                <a:cubicBezTo>
                  <a:pt x="9957013" y="2534583"/>
                  <a:pt x="9956428" y="2530545"/>
                  <a:pt x="9956428" y="2524443"/>
                </a:cubicBezTo>
                <a:lnTo>
                  <a:pt x="9956428" y="2473696"/>
                </a:lnTo>
                <a:lnTo>
                  <a:pt x="9986641" y="2473696"/>
                </a:lnTo>
                <a:lnTo>
                  <a:pt x="9986641" y="2433503"/>
                </a:lnTo>
                <a:lnTo>
                  <a:pt x="9956428" y="2433503"/>
                </a:lnTo>
                <a:close/>
                <a:moveTo>
                  <a:pt x="9787453" y="2379014"/>
                </a:moveTo>
                <a:lnTo>
                  <a:pt x="9787453" y="2416374"/>
                </a:lnTo>
                <a:lnTo>
                  <a:pt x="9842347" y="2416374"/>
                </a:lnTo>
                <a:lnTo>
                  <a:pt x="9842347" y="2379014"/>
                </a:lnTo>
                <a:close/>
                <a:moveTo>
                  <a:pt x="9139888" y="2379014"/>
                </a:moveTo>
                <a:lnTo>
                  <a:pt x="9139888" y="2416779"/>
                </a:lnTo>
                <a:lnTo>
                  <a:pt x="9194917" y="2416779"/>
                </a:lnTo>
                <a:lnTo>
                  <a:pt x="9194917" y="2379014"/>
                </a:lnTo>
                <a:close/>
                <a:moveTo>
                  <a:pt x="8747312" y="2379014"/>
                </a:moveTo>
                <a:lnTo>
                  <a:pt x="8747312" y="2447530"/>
                </a:lnTo>
                <a:cubicBezTo>
                  <a:pt x="8741917" y="2441776"/>
                  <a:pt x="8735735" y="2437460"/>
                  <a:pt x="8728766" y="2434582"/>
                </a:cubicBezTo>
                <a:cubicBezTo>
                  <a:pt x="8721798" y="2431705"/>
                  <a:pt x="8714042" y="2430267"/>
                  <a:pt x="8705500" y="2430267"/>
                </a:cubicBezTo>
                <a:cubicBezTo>
                  <a:pt x="8687966" y="2430267"/>
                  <a:pt x="8673512" y="2436561"/>
                  <a:pt x="8662138" y="2449149"/>
                </a:cubicBezTo>
                <a:cubicBezTo>
                  <a:pt x="8650763" y="2461737"/>
                  <a:pt x="8645076" y="2479901"/>
                  <a:pt x="8645076" y="2503639"/>
                </a:cubicBezTo>
                <a:cubicBezTo>
                  <a:pt x="8645076" y="2524859"/>
                  <a:pt x="8650224" y="2542887"/>
                  <a:pt x="8660519" y="2557724"/>
                </a:cubicBezTo>
                <a:cubicBezTo>
                  <a:pt x="8670815" y="2572560"/>
                  <a:pt x="8685718" y="2579978"/>
                  <a:pt x="8705230" y="2579978"/>
                </a:cubicBezTo>
                <a:cubicBezTo>
                  <a:pt x="8714942" y="2579978"/>
                  <a:pt x="8723753" y="2577910"/>
                  <a:pt x="8731666" y="2573774"/>
                </a:cubicBezTo>
                <a:cubicBezTo>
                  <a:pt x="8737601" y="2570627"/>
                  <a:pt x="8744164" y="2564557"/>
                  <a:pt x="8751358" y="2555566"/>
                </a:cubicBezTo>
                <a:lnTo>
                  <a:pt x="8751358" y="2576741"/>
                </a:lnTo>
                <a:lnTo>
                  <a:pt x="8802746" y="2576741"/>
                </a:lnTo>
                <a:lnTo>
                  <a:pt x="8802746" y="2379014"/>
                </a:lnTo>
                <a:close/>
                <a:moveTo>
                  <a:pt x="8227376" y="2379014"/>
                </a:moveTo>
                <a:lnTo>
                  <a:pt x="8227376" y="2576741"/>
                </a:lnTo>
                <a:lnTo>
                  <a:pt x="8284833" y="2576741"/>
                </a:lnTo>
                <a:lnTo>
                  <a:pt x="8284833" y="2468175"/>
                </a:lnTo>
                <a:lnTo>
                  <a:pt x="8358880" y="2576741"/>
                </a:lnTo>
                <a:lnTo>
                  <a:pt x="8416472" y="2576741"/>
                </a:lnTo>
                <a:lnTo>
                  <a:pt x="8416472" y="2379014"/>
                </a:lnTo>
                <a:lnTo>
                  <a:pt x="8358880" y="2379014"/>
                </a:lnTo>
                <a:lnTo>
                  <a:pt x="8358880" y="2488406"/>
                </a:lnTo>
                <a:lnTo>
                  <a:pt x="8284429" y="2379014"/>
                </a:lnTo>
                <a:close/>
                <a:moveTo>
                  <a:pt x="7928162" y="2379014"/>
                </a:moveTo>
                <a:lnTo>
                  <a:pt x="7928162" y="2447530"/>
                </a:lnTo>
                <a:cubicBezTo>
                  <a:pt x="7922767" y="2441776"/>
                  <a:pt x="7916585" y="2437460"/>
                  <a:pt x="7909617" y="2434582"/>
                </a:cubicBezTo>
                <a:cubicBezTo>
                  <a:pt x="7902648" y="2431705"/>
                  <a:pt x="7894893" y="2430267"/>
                  <a:pt x="7886351" y="2430267"/>
                </a:cubicBezTo>
                <a:cubicBezTo>
                  <a:pt x="7868817" y="2430267"/>
                  <a:pt x="7854362" y="2436561"/>
                  <a:pt x="7842988" y="2449149"/>
                </a:cubicBezTo>
                <a:cubicBezTo>
                  <a:pt x="7831614" y="2461737"/>
                  <a:pt x="7825926" y="2479901"/>
                  <a:pt x="7825926" y="2503639"/>
                </a:cubicBezTo>
                <a:cubicBezTo>
                  <a:pt x="7825926" y="2524859"/>
                  <a:pt x="7831074" y="2542887"/>
                  <a:pt x="7841370" y="2557724"/>
                </a:cubicBezTo>
                <a:cubicBezTo>
                  <a:pt x="7851665" y="2572560"/>
                  <a:pt x="7866569" y="2579978"/>
                  <a:pt x="7886081" y="2579978"/>
                </a:cubicBezTo>
                <a:cubicBezTo>
                  <a:pt x="7895792" y="2579978"/>
                  <a:pt x="7904604" y="2577910"/>
                  <a:pt x="7912516" y="2573774"/>
                </a:cubicBezTo>
                <a:cubicBezTo>
                  <a:pt x="7918451" y="2570627"/>
                  <a:pt x="7925015" y="2564557"/>
                  <a:pt x="7932208" y="2555566"/>
                </a:cubicBezTo>
                <a:lnTo>
                  <a:pt x="7932208" y="2576741"/>
                </a:lnTo>
                <a:lnTo>
                  <a:pt x="7983596" y="2576741"/>
                </a:lnTo>
                <a:lnTo>
                  <a:pt x="7983596" y="2379014"/>
                </a:lnTo>
                <a:close/>
                <a:moveTo>
                  <a:pt x="7270830" y="2379014"/>
                </a:moveTo>
                <a:lnTo>
                  <a:pt x="7270830" y="2576741"/>
                </a:lnTo>
                <a:lnTo>
                  <a:pt x="7326938" y="2576741"/>
                </a:lnTo>
                <a:lnTo>
                  <a:pt x="7326938" y="2539516"/>
                </a:lnTo>
                <a:lnTo>
                  <a:pt x="7347618" y="2519322"/>
                </a:lnTo>
                <a:lnTo>
                  <a:pt x="7376629" y="2576741"/>
                </a:lnTo>
                <a:lnTo>
                  <a:pt x="7438480" y="2576741"/>
                </a:lnTo>
                <a:lnTo>
                  <a:pt x="7384128" y="2483679"/>
                </a:lnTo>
                <a:lnTo>
                  <a:pt x="7435513" y="2433503"/>
                </a:lnTo>
                <a:lnTo>
                  <a:pt x="7367940" y="2433503"/>
                </a:lnTo>
                <a:lnTo>
                  <a:pt x="7326938" y="2481077"/>
                </a:lnTo>
                <a:lnTo>
                  <a:pt x="7326938" y="2379014"/>
                </a:lnTo>
                <a:close/>
                <a:moveTo>
                  <a:pt x="6665007" y="2379014"/>
                </a:moveTo>
                <a:lnTo>
                  <a:pt x="6665007" y="2576741"/>
                </a:lnTo>
                <a:lnTo>
                  <a:pt x="6770479" y="2576741"/>
                </a:lnTo>
                <a:cubicBezTo>
                  <a:pt x="6774975" y="2576741"/>
                  <a:pt x="6784102" y="2575842"/>
                  <a:pt x="6797859" y="2574044"/>
                </a:cubicBezTo>
                <a:cubicBezTo>
                  <a:pt x="6808199" y="2572695"/>
                  <a:pt x="6815932" y="2570537"/>
                  <a:pt x="6821057" y="2567570"/>
                </a:cubicBezTo>
                <a:cubicBezTo>
                  <a:pt x="6829330" y="2562804"/>
                  <a:pt x="6835849" y="2556330"/>
                  <a:pt x="6840614" y="2548148"/>
                </a:cubicBezTo>
                <a:cubicBezTo>
                  <a:pt x="6845380" y="2539965"/>
                  <a:pt x="6847763" y="2530749"/>
                  <a:pt x="6847763" y="2520498"/>
                </a:cubicBezTo>
                <a:cubicBezTo>
                  <a:pt x="6847763" y="2507910"/>
                  <a:pt x="6844413" y="2497457"/>
                  <a:pt x="6837715" y="2489140"/>
                </a:cubicBezTo>
                <a:cubicBezTo>
                  <a:pt x="6831016" y="2480822"/>
                  <a:pt x="6820563" y="2474955"/>
                  <a:pt x="6806356" y="2471538"/>
                </a:cubicBezTo>
                <a:cubicBezTo>
                  <a:pt x="6815707" y="2468301"/>
                  <a:pt x="6822811" y="2463895"/>
                  <a:pt x="6827666" y="2458321"/>
                </a:cubicBezTo>
                <a:cubicBezTo>
                  <a:pt x="6834950" y="2449958"/>
                  <a:pt x="6838591" y="2439932"/>
                  <a:pt x="6838591" y="2428243"/>
                </a:cubicBezTo>
                <a:cubicBezTo>
                  <a:pt x="6838591" y="2414306"/>
                  <a:pt x="6833488" y="2402617"/>
                  <a:pt x="6823283" y="2393176"/>
                </a:cubicBezTo>
                <a:cubicBezTo>
                  <a:pt x="6813077" y="2383734"/>
                  <a:pt x="6798443" y="2379014"/>
                  <a:pt x="6779381" y="2379014"/>
                </a:cubicBezTo>
                <a:close/>
                <a:moveTo>
                  <a:pt x="6389753" y="2365256"/>
                </a:moveTo>
                <a:cubicBezTo>
                  <a:pt x="6367004" y="2378205"/>
                  <a:pt x="6343716" y="2396772"/>
                  <a:pt x="6319888" y="2420960"/>
                </a:cubicBezTo>
                <a:cubicBezTo>
                  <a:pt x="6296060" y="2445148"/>
                  <a:pt x="6276548" y="2470055"/>
                  <a:pt x="6261352" y="2495681"/>
                </a:cubicBezTo>
                <a:lnTo>
                  <a:pt x="6257171" y="2486240"/>
                </a:lnTo>
                <a:cubicBezTo>
                  <a:pt x="6248719" y="2467447"/>
                  <a:pt x="6241031" y="2458051"/>
                  <a:pt x="6234107" y="2458051"/>
                </a:cubicBezTo>
                <a:cubicBezTo>
                  <a:pt x="6226015" y="2458051"/>
                  <a:pt x="6217113" y="2463176"/>
                  <a:pt x="6207402" y="2473427"/>
                </a:cubicBezTo>
                <a:cubicBezTo>
                  <a:pt x="6213157" y="2475405"/>
                  <a:pt x="6218349" y="2479406"/>
                  <a:pt x="6222980" y="2485431"/>
                </a:cubicBezTo>
                <a:cubicBezTo>
                  <a:pt x="6227611" y="2491455"/>
                  <a:pt x="6232624" y="2500761"/>
                  <a:pt x="6238019" y="2513350"/>
                </a:cubicBezTo>
                <a:lnTo>
                  <a:pt x="6241795" y="2522117"/>
                </a:lnTo>
                <a:cubicBezTo>
                  <a:pt x="6245751" y="2531738"/>
                  <a:pt x="6248314" y="2538661"/>
                  <a:pt x="6249483" y="2542887"/>
                </a:cubicBezTo>
                <a:cubicBezTo>
                  <a:pt x="6252450" y="2540100"/>
                  <a:pt x="6258070" y="2535829"/>
                  <a:pt x="6266342" y="2530074"/>
                </a:cubicBezTo>
                <a:lnTo>
                  <a:pt x="6276323" y="2523331"/>
                </a:lnTo>
                <a:cubicBezTo>
                  <a:pt x="6288732" y="2497165"/>
                  <a:pt x="6306715" y="2469021"/>
                  <a:pt x="6330273" y="2438898"/>
                </a:cubicBezTo>
                <a:cubicBezTo>
                  <a:pt x="6353832" y="2408776"/>
                  <a:pt x="6375232" y="2386477"/>
                  <a:pt x="6394474" y="2372000"/>
                </a:cubicBezTo>
                <a:close/>
                <a:moveTo>
                  <a:pt x="8099640" y="2188337"/>
                </a:moveTo>
                <a:lnTo>
                  <a:pt x="8099640" y="2243366"/>
                </a:lnTo>
                <a:lnTo>
                  <a:pt x="8158311" y="2243366"/>
                </a:lnTo>
                <a:lnTo>
                  <a:pt x="8158311" y="2188337"/>
                </a:lnTo>
                <a:close/>
                <a:moveTo>
                  <a:pt x="7625655" y="2175389"/>
                </a:moveTo>
                <a:lnTo>
                  <a:pt x="7625655" y="2184156"/>
                </a:lnTo>
                <a:cubicBezTo>
                  <a:pt x="7625655" y="2190990"/>
                  <a:pt x="7624553" y="2196542"/>
                  <a:pt x="7622350" y="2200813"/>
                </a:cubicBezTo>
                <a:cubicBezTo>
                  <a:pt x="7620147" y="2205084"/>
                  <a:pt x="7616416" y="2208703"/>
                  <a:pt x="7611156" y="2211671"/>
                </a:cubicBezTo>
                <a:cubicBezTo>
                  <a:pt x="7605896" y="2214638"/>
                  <a:pt x="7600208" y="2216121"/>
                  <a:pt x="7594094" y="2216121"/>
                </a:cubicBezTo>
                <a:cubicBezTo>
                  <a:pt x="7588249" y="2216121"/>
                  <a:pt x="7583821" y="2214750"/>
                  <a:pt x="7580809" y="2212008"/>
                </a:cubicBezTo>
                <a:cubicBezTo>
                  <a:pt x="7577796" y="2209265"/>
                  <a:pt x="7576290" y="2205736"/>
                  <a:pt x="7576290" y="2201420"/>
                </a:cubicBezTo>
                <a:cubicBezTo>
                  <a:pt x="7576290" y="2197644"/>
                  <a:pt x="7577819" y="2194272"/>
                  <a:pt x="7580876" y="2191304"/>
                </a:cubicBezTo>
                <a:cubicBezTo>
                  <a:pt x="7583843" y="2188427"/>
                  <a:pt x="7590902" y="2185505"/>
                  <a:pt x="7602052" y="2182537"/>
                </a:cubicBezTo>
                <a:cubicBezTo>
                  <a:pt x="7610234" y="2180469"/>
                  <a:pt x="7618102" y="2178086"/>
                  <a:pt x="7625655" y="2175389"/>
                </a:cubicBezTo>
                <a:close/>
                <a:moveTo>
                  <a:pt x="7985344" y="2129397"/>
                </a:moveTo>
                <a:cubicBezTo>
                  <a:pt x="7992897" y="2129397"/>
                  <a:pt x="7998989" y="2131689"/>
                  <a:pt x="8003620" y="2136275"/>
                </a:cubicBezTo>
                <a:cubicBezTo>
                  <a:pt x="8008251" y="2140861"/>
                  <a:pt x="8011106" y="2148459"/>
                  <a:pt x="8012185" y="2159069"/>
                </a:cubicBezTo>
                <a:lnTo>
                  <a:pt x="7958100" y="2159069"/>
                </a:lnTo>
                <a:cubicBezTo>
                  <a:pt x="7958999" y="2150527"/>
                  <a:pt x="7961112" y="2144098"/>
                  <a:pt x="7964439" y="2139782"/>
                </a:cubicBezTo>
                <a:cubicBezTo>
                  <a:pt x="7969654" y="2132858"/>
                  <a:pt x="7976622" y="2129397"/>
                  <a:pt x="7985344" y="2129397"/>
                </a:cubicBezTo>
                <a:close/>
                <a:moveTo>
                  <a:pt x="7166194" y="2129397"/>
                </a:moveTo>
                <a:cubicBezTo>
                  <a:pt x="7173747" y="2129397"/>
                  <a:pt x="7179839" y="2131689"/>
                  <a:pt x="7184470" y="2136275"/>
                </a:cubicBezTo>
                <a:cubicBezTo>
                  <a:pt x="7189101" y="2140861"/>
                  <a:pt x="7191956" y="2148459"/>
                  <a:pt x="7193035" y="2159069"/>
                </a:cubicBezTo>
                <a:lnTo>
                  <a:pt x="7138950" y="2159069"/>
                </a:lnTo>
                <a:cubicBezTo>
                  <a:pt x="7139849" y="2150527"/>
                  <a:pt x="7141962" y="2144098"/>
                  <a:pt x="7145289" y="2139782"/>
                </a:cubicBezTo>
                <a:cubicBezTo>
                  <a:pt x="7150504" y="2132858"/>
                  <a:pt x="7157472" y="2129397"/>
                  <a:pt x="7166194" y="2129397"/>
                </a:cubicBezTo>
                <a:close/>
                <a:moveTo>
                  <a:pt x="6663253" y="2100128"/>
                </a:moveTo>
                <a:lnTo>
                  <a:pt x="6663253" y="2243366"/>
                </a:lnTo>
                <a:lnTo>
                  <a:pt x="6718147" y="2243366"/>
                </a:lnTo>
                <a:lnTo>
                  <a:pt x="6718147" y="2100128"/>
                </a:lnTo>
                <a:close/>
                <a:moveTo>
                  <a:pt x="7983052" y="2096892"/>
                </a:moveTo>
                <a:cubicBezTo>
                  <a:pt x="7957785" y="2096892"/>
                  <a:pt x="7937981" y="2103815"/>
                  <a:pt x="7923639" y="2117662"/>
                </a:cubicBezTo>
                <a:cubicBezTo>
                  <a:pt x="7909297" y="2131509"/>
                  <a:pt x="7902126" y="2149628"/>
                  <a:pt x="7902126" y="2172017"/>
                </a:cubicBezTo>
                <a:cubicBezTo>
                  <a:pt x="7902126" y="2187753"/>
                  <a:pt x="7905700" y="2201443"/>
                  <a:pt x="7912849" y="2213087"/>
                </a:cubicBezTo>
                <a:cubicBezTo>
                  <a:pt x="7919997" y="2224731"/>
                  <a:pt x="7929011" y="2233228"/>
                  <a:pt x="7939891" y="2238578"/>
                </a:cubicBezTo>
                <a:cubicBezTo>
                  <a:pt x="7950771" y="2243928"/>
                  <a:pt x="7965698" y="2246603"/>
                  <a:pt x="7984670" y="2246603"/>
                </a:cubicBezTo>
                <a:cubicBezTo>
                  <a:pt x="8006520" y="2246603"/>
                  <a:pt x="8023289" y="2243479"/>
                  <a:pt x="8034979" y="2237229"/>
                </a:cubicBezTo>
                <a:cubicBezTo>
                  <a:pt x="8046668" y="2230980"/>
                  <a:pt x="8056649" y="2220662"/>
                  <a:pt x="8064921" y="2206275"/>
                </a:cubicBezTo>
                <a:lnTo>
                  <a:pt x="8010836" y="2201285"/>
                </a:lnTo>
                <a:cubicBezTo>
                  <a:pt x="8007419" y="2205601"/>
                  <a:pt x="8004227" y="2208613"/>
                  <a:pt x="8001260" y="2210322"/>
                </a:cubicBezTo>
                <a:cubicBezTo>
                  <a:pt x="7996404" y="2213019"/>
                  <a:pt x="7991279" y="2214368"/>
                  <a:pt x="7985884" y="2214368"/>
                </a:cubicBezTo>
                <a:cubicBezTo>
                  <a:pt x="7977342" y="2214368"/>
                  <a:pt x="7970418" y="2211266"/>
                  <a:pt x="7965113" y="2205062"/>
                </a:cubicBezTo>
                <a:cubicBezTo>
                  <a:pt x="7961337" y="2200746"/>
                  <a:pt x="7958954" y="2194182"/>
                  <a:pt x="7957965" y="2185370"/>
                </a:cubicBezTo>
                <a:lnTo>
                  <a:pt x="8068023" y="2185370"/>
                </a:lnTo>
                <a:lnTo>
                  <a:pt x="8068023" y="2179165"/>
                </a:lnTo>
                <a:cubicBezTo>
                  <a:pt x="8068023" y="2160283"/>
                  <a:pt x="8064921" y="2144952"/>
                  <a:pt x="8058717" y="2133173"/>
                </a:cubicBezTo>
                <a:cubicBezTo>
                  <a:pt x="8052512" y="2121394"/>
                  <a:pt x="8043476" y="2112402"/>
                  <a:pt x="8031607" y="2106198"/>
                </a:cubicBezTo>
                <a:cubicBezTo>
                  <a:pt x="8019738" y="2099994"/>
                  <a:pt x="8003553" y="2096892"/>
                  <a:pt x="7983052" y="2096892"/>
                </a:cubicBezTo>
                <a:close/>
                <a:moveTo>
                  <a:pt x="7795384" y="2096892"/>
                </a:moveTo>
                <a:cubicBezTo>
                  <a:pt x="7778659" y="2096892"/>
                  <a:pt x="7764947" y="2099092"/>
                  <a:pt x="7754247" y="2103494"/>
                </a:cubicBezTo>
                <a:cubicBezTo>
                  <a:pt x="7747503" y="2106279"/>
                  <a:pt x="7740939" y="2110523"/>
                  <a:pt x="7734555" y="2116228"/>
                </a:cubicBezTo>
                <a:cubicBezTo>
                  <a:pt x="7728171" y="2121933"/>
                  <a:pt x="7723136" y="2128379"/>
                  <a:pt x="7719449" y="2135565"/>
                </a:cubicBezTo>
                <a:cubicBezTo>
                  <a:pt x="7714414" y="2145358"/>
                  <a:pt x="7711896" y="2157620"/>
                  <a:pt x="7711896" y="2172354"/>
                </a:cubicBezTo>
                <a:cubicBezTo>
                  <a:pt x="7711896" y="2186459"/>
                  <a:pt x="7713964" y="2197778"/>
                  <a:pt x="7718100" y="2206312"/>
                </a:cubicBezTo>
                <a:cubicBezTo>
                  <a:pt x="7722236" y="2214847"/>
                  <a:pt x="7727946" y="2222281"/>
                  <a:pt x="7735229" y="2228614"/>
                </a:cubicBezTo>
                <a:cubicBezTo>
                  <a:pt x="7742513" y="2234948"/>
                  <a:pt x="7751212" y="2239529"/>
                  <a:pt x="7761328" y="2242359"/>
                </a:cubicBezTo>
                <a:cubicBezTo>
                  <a:pt x="7771444" y="2245189"/>
                  <a:pt x="7784099" y="2246603"/>
                  <a:pt x="7799295" y="2246603"/>
                </a:cubicBezTo>
                <a:cubicBezTo>
                  <a:pt x="7815031" y="2246603"/>
                  <a:pt x="7828001" y="2244400"/>
                  <a:pt x="7838207" y="2239994"/>
                </a:cubicBezTo>
                <a:cubicBezTo>
                  <a:pt x="7848413" y="2235588"/>
                  <a:pt x="7856797" y="2229407"/>
                  <a:pt x="7863361" y="2221449"/>
                </a:cubicBezTo>
                <a:cubicBezTo>
                  <a:pt x="7869925" y="2213491"/>
                  <a:pt x="7874646" y="2204072"/>
                  <a:pt x="7877523" y="2193193"/>
                </a:cubicBezTo>
                <a:lnTo>
                  <a:pt x="7825326" y="2187258"/>
                </a:lnTo>
                <a:cubicBezTo>
                  <a:pt x="7822899" y="2194901"/>
                  <a:pt x="7819234" y="2200566"/>
                  <a:pt x="7814334" y="2204252"/>
                </a:cubicBezTo>
                <a:cubicBezTo>
                  <a:pt x="7809434" y="2207939"/>
                  <a:pt x="7803387" y="2209782"/>
                  <a:pt x="7796193" y="2209782"/>
                </a:cubicBezTo>
                <a:cubicBezTo>
                  <a:pt x="7787561" y="2209782"/>
                  <a:pt x="7780458" y="2206731"/>
                  <a:pt x="7774883" y="2200628"/>
                </a:cubicBezTo>
                <a:cubicBezTo>
                  <a:pt x="7769308" y="2194525"/>
                  <a:pt x="7766521" y="2185594"/>
                  <a:pt x="7766521" y="2173836"/>
                </a:cubicBezTo>
                <a:cubicBezTo>
                  <a:pt x="7766521" y="2160640"/>
                  <a:pt x="7769330" y="2150789"/>
                  <a:pt x="7774950" y="2144282"/>
                </a:cubicBezTo>
                <a:cubicBezTo>
                  <a:pt x="7780570" y="2137775"/>
                  <a:pt x="7787921" y="2134522"/>
                  <a:pt x="7797002" y="2134522"/>
                </a:cubicBezTo>
                <a:cubicBezTo>
                  <a:pt x="7804196" y="2134522"/>
                  <a:pt x="7809928" y="2136073"/>
                  <a:pt x="7814199" y="2139175"/>
                </a:cubicBezTo>
                <a:cubicBezTo>
                  <a:pt x="7818470" y="2142277"/>
                  <a:pt x="7821415" y="2146885"/>
                  <a:pt x="7823033" y="2153000"/>
                </a:cubicBezTo>
                <a:lnTo>
                  <a:pt x="7874691" y="2146121"/>
                </a:lnTo>
                <a:cubicBezTo>
                  <a:pt x="7869745" y="2130026"/>
                  <a:pt x="7861136" y="2117797"/>
                  <a:pt x="7848862" y="2109435"/>
                </a:cubicBezTo>
                <a:cubicBezTo>
                  <a:pt x="7836588" y="2101073"/>
                  <a:pt x="7818762" y="2096892"/>
                  <a:pt x="7795384" y="2096892"/>
                </a:cubicBezTo>
                <a:close/>
                <a:moveTo>
                  <a:pt x="7599624" y="2096892"/>
                </a:moveTo>
                <a:cubicBezTo>
                  <a:pt x="7589373" y="2096892"/>
                  <a:pt x="7579842" y="2097656"/>
                  <a:pt x="7571030" y="2099184"/>
                </a:cubicBezTo>
                <a:cubicBezTo>
                  <a:pt x="7562218" y="2100713"/>
                  <a:pt x="7555295" y="2102871"/>
                  <a:pt x="7550259" y="2105658"/>
                </a:cubicBezTo>
                <a:cubicBezTo>
                  <a:pt x="7543246" y="2109525"/>
                  <a:pt x="7537873" y="2114088"/>
                  <a:pt x="7534142" y="2119348"/>
                </a:cubicBezTo>
                <a:cubicBezTo>
                  <a:pt x="7530410" y="2124609"/>
                  <a:pt x="7527555" y="2131824"/>
                  <a:pt x="7525577" y="2140996"/>
                </a:cubicBezTo>
                <a:lnTo>
                  <a:pt x="7578044" y="2146526"/>
                </a:lnTo>
                <a:cubicBezTo>
                  <a:pt x="7580202" y="2140321"/>
                  <a:pt x="7583034" y="2136095"/>
                  <a:pt x="7586541" y="2133847"/>
                </a:cubicBezTo>
                <a:cubicBezTo>
                  <a:pt x="7591037" y="2130970"/>
                  <a:pt x="7597780" y="2129531"/>
                  <a:pt x="7606772" y="2129531"/>
                </a:cubicBezTo>
                <a:cubicBezTo>
                  <a:pt x="7613786" y="2129531"/>
                  <a:pt x="7618686" y="2130880"/>
                  <a:pt x="7621474" y="2133578"/>
                </a:cubicBezTo>
                <a:cubicBezTo>
                  <a:pt x="7624261" y="2136275"/>
                  <a:pt x="7625655" y="2140996"/>
                  <a:pt x="7625655" y="2147740"/>
                </a:cubicBezTo>
                <a:cubicBezTo>
                  <a:pt x="7618821" y="2150437"/>
                  <a:pt x="7612347" y="2152617"/>
                  <a:pt x="7606233" y="2154281"/>
                </a:cubicBezTo>
                <a:cubicBezTo>
                  <a:pt x="7600118" y="2155945"/>
                  <a:pt x="7586766" y="2158844"/>
                  <a:pt x="7566175" y="2162980"/>
                </a:cubicBezTo>
                <a:cubicBezTo>
                  <a:pt x="7549000" y="2166397"/>
                  <a:pt x="7537221" y="2171613"/>
                  <a:pt x="7530837" y="2178626"/>
                </a:cubicBezTo>
                <a:cubicBezTo>
                  <a:pt x="7524453" y="2185640"/>
                  <a:pt x="7521261" y="2194586"/>
                  <a:pt x="7521261" y="2205466"/>
                </a:cubicBezTo>
                <a:cubicBezTo>
                  <a:pt x="7521261" y="2217065"/>
                  <a:pt x="7525690" y="2226821"/>
                  <a:pt x="7534546" y="2234734"/>
                </a:cubicBezTo>
                <a:cubicBezTo>
                  <a:pt x="7543403" y="2242647"/>
                  <a:pt x="7556374" y="2246603"/>
                  <a:pt x="7573458" y="2246603"/>
                </a:cubicBezTo>
                <a:cubicBezTo>
                  <a:pt x="7586316" y="2246603"/>
                  <a:pt x="7597601" y="2244625"/>
                  <a:pt x="7607312" y="2240669"/>
                </a:cubicBezTo>
                <a:cubicBezTo>
                  <a:pt x="7614415" y="2237702"/>
                  <a:pt x="7621563" y="2232756"/>
                  <a:pt x="7628757" y="2225833"/>
                </a:cubicBezTo>
                <a:cubicBezTo>
                  <a:pt x="7629386" y="2229969"/>
                  <a:pt x="7630016" y="2233003"/>
                  <a:pt x="7630645" y="2234937"/>
                </a:cubicBezTo>
                <a:cubicBezTo>
                  <a:pt x="7631274" y="2236870"/>
                  <a:pt x="7632623" y="2239680"/>
                  <a:pt x="7634691" y="2243366"/>
                </a:cubicBezTo>
                <a:lnTo>
                  <a:pt x="7686214" y="2243366"/>
                </a:lnTo>
                <a:cubicBezTo>
                  <a:pt x="7683336" y="2237432"/>
                  <a:pt x="7681471" y="2232554"/>
                  <a:pt x="7680617" y="2228732"/>
                </a:cubicBezTo>
                <a:cubicBezTo>
                  <a:pt x="7679762" y="2224911"/>
                  <a:pt x="7679335" y="2219628"/>
                  <a:pt x="7679335" y="2212884"/>
                </a:cubicBezTo>
                <a:lnTo>
                  <a:pt x="7679335" y="2149628"/>
                </a:lnTo>
                <a:cubicBezTo>
                  <a:pt x="7679335" y="2142884"/>
                  <a:pt x="7677986" y="2135803"/>
                  <a:pt x="7675289" y="2128385"/>
                </a:cubicBezTo>
                <a:cubicBezTo>
                  <a:pt x="7672591" y="2120967"/>
                  <a:pt x="7668905" y="2115234"/>
                  <a:pt x="7664229" y="2111188"/>
                </a:cubicBezTo>
                <a:cubicBezTo>
                  <a:pt x="7657575" y="2105344"/>
                  <a:pt x="7649258" y="2101500"/>
                  <a:pt x="7639277" y="2099656"/>
                </a:cubicBezTo>
                <a:cubicBezTo>
                  <a:pt x="7629296" y="2097813"/>
                  <a:pt x="7616079" y="2096892"/>
                  <a:pt x="7599624" y="2096892"/>
                </a:cubicBezTo>
                <a:close/>
                <a:moveTo>
                  <a:pt x="7367080" y="2096892"/>
                </a:moveTo>
                <a:cubicBezTo>
                  <a:pt x="7359347" y="2096892"/>
                  <a:pt x="7352851" y="2098802"/>
                  <a:pt x="7347590" y="2102624"/>
                </a:cubicBezTo>
                <a:cubicBezTo>
                  <a:pt x="7342330" y="2106445"/>
                  <a:pt x="7337227" y="2113436"/>
                  <a:pt x="7332282" y="2123597"/>
                </a:cubicBezTo>
                <a:lnTo>
                  <a:pt x="7332282" y="2100128"/>
                </a:lnTo>
                <a:lnTo>
                  <a:pt x="7280894" y="2100128"/>
                </a:lnTo>
                <a:lnTo>
                  <a:pt x="7280894" y="2243366"/>
                </a:lnTo>
                <a:lnTo>
                  <a:pt x="7336059" y="2243366"/>
                </a:lnTo>
                <a:lnTo>
                  <a:pt x="7336059" y="2195351"/>
                </a:lnTo>
                <a:cubicBezTo>
                  <a:pt x="7336059" y="2172422"/>
                  <a:pt x="7338891" y="2156776"/>
                  <a:pt x="7344556" y="2148414"/>
                </a:cubicBezTo>
                <a:cubicBezTo>
                  <a:pt x="7348512" y="2142479"/>
                  <a:pt x="7354087" y="2139512"/>
                  <a:pt x="7361280" y="2139512"/>
                </a:cubicBezTo>
                <a:cubicBezTo>
                  <a:pt x="7365057" y="2139512"/>
                  <a:pt x="7370182" y="2140861"/>
                  <a:pt x="7376656" y="2143559"/>
                </a:cubicBezTo>
                <a:lnTo>
                  <a:pt x="7393650" y="2104444"/>
                </a:lnTo>
                <a:cubicBezTo>
                  <a:pt x="7384029" y="2099409"/>
                  <a:pt x="7375172" y="2096892"/>
                  <a:pt x="7367080" y="2096892"/>
                </a:cubicBezTo>
                <a:close/>
                <a:moveTo>
                  <a:pt x="7163902" y="2096892"/>
                </a:moveTo>
                <a:cubicBezTo>
                  <a:pt x="7138635" y="2096892"/>
                  <a:pt x="7118831" y="2103815"/>
                  <a:pt x="7104489" y="2117662"/>
                </a:cubicBezTo>
                <a:cubicBezTo>
                  <a:pt x="7090147" y="2131509"/>
                  <a:pt x="7082976" y="2149628"/>
                  <a:pt x="7082976" y="2172017"/>
                </a:cubicBezTo>
                <a:cubicBezTo>
                  <a:pt x="7082976" y="2187753"/>
                  <a:pt x="7086551" y="2201443"/>
                  <a:pt x="7093699" y="2213087"/>
                </a:cubicBezTo>
                <a:cubicBezTo>
                  <a:pt x="7100847" y="2224731"/>
                  <a:pt x="7109861" y="2233228"/>
                  <a:pt x="7120741" y="2238578"/>
                </a:cubicBezTo>
                <a:cubicBezTo>
                  <a:pt x="7131621" y="2243928"/>
                  <a:pt x="7146548" y="2246603"/>
                  <a:pt x="7165520" y="2246603"/>
                </a:cubicBezTo>
                <a:cubicBezTo>
                  <a:pt x="7187370" y="2246603"/>
                  <a:pt x="7204139" y="2243479"/>
                  <a:pt x="7215829" y="2237229"/>
                </a:cubicBezTo>
                <a:cubicBezTo>
                  <a:pt x="7227518" y="2230980"/>
                  <a:pt x="7237499" y="2220662"/>
                  <a:pt x="7245771" y="2206275"/>
                </a:cubicBezTo>
                <a:lnTo>
                  <a:pt x="7191686" y="2201285"/>
                </a:lnTo>
                <a:cubicBezTo>
                  <a:pt x="7188269" y="2205601"/>
                  <a:pt x="7185077" y="2208613"/>
                  <a:pt x="7182110" y="2210322"/>
                </a:cubicBezTo>
                <a:cubicBezTo>
                  <a:pt x="7177254" y="2213019"/>
                  <a:pt x="7172129" y="2214368"/>
                  <a:pt x="7166734" y="2214368"/>
                </a:cubicBezTo>
                <a:cubicBezTo>
                  <a:pt x="7158192" y="2214368"/>
                  <a:pt x="7151268" y="2211266"/>
                  <a:pt x="7145963" y="2205062"/>
                </a:cubicBezTo>
                <a:cubicBezTo>
                  <a:pt x="7142187" y="2200746"/>
                  <a:pt x="7139804" y="2194182"/>
                  <a:pt x="7138815" y="2185370"/>
                </a:cubicBezTo>
                <a:lnTo>
                  <a:pt x="7248873" y="2185370"/>
                </a:lnTo>
                <a:lnTo>
                  <a:pt x="7248873" y="2179165"/>
                </a:lnTo>
                <a:cubicBezTo>
                  <a:pt x="7248873" y="2160283"/>
                  <a:pt x="7245771" y="2144952"/>
                  <a:pt x="7239567" y="2133173"/>
                </a:cubicBezTo>
                <a:cubicBezTo>
                  <a:pt x="7233362" y="2121394"/>
                  <a:pt x="7224326" y="2112402"/>
                  <a:pt x="7212457" y="2106198"/>
                </a:cubicBezTo>
                <a:cubicBezTo>
                  <a:pt x="7200588" y="2099994"/>
                  <a:pt x="7184403" y="2096892"/>
                  <a:pt x="7163902" y="2096892"/>
                </a:cubicBezTo>
                <a:close/>
                <a:moveTo>
                  <a:pt x="6868915" y="2096892"/>
                </a:moveTo>
                <a:cubicBezTo>
                  <a:pt x="6857675" y="2096892"/>
                  <a:pt x="6848144" y="2098937"/>
                  <a:pt x="6840321" y="2103028"/>
                </a:cubicBezTo>
                <a:cubicBezTo>
                  <a:pt x="6832499" y="2107119"/>
                  <a:pt x="6824766" y="2113931"/>
                  <a:pt x="6817123" y="2123462"/>
                </a:cubicBezTo>
                <a:lnTo>
                  <a:pt x="6817123" y="2100128"/>
                </a:lnTo>
                <a:lnTo>
                  <a:pt x="6766005" y="2100128"/>
                </a:lnTo>
                <a:lnTo>
                  <a:pt x="6766005" y="2243366"/>
                </a:lnTo>
                <a:lnTo>
                  <a:pt x="6820899" y="2243366"/>
                </a:lnTo>
                <a:lnTo>
                  <a:pt x="6820899" y="2174580"/>
                </a:lnTo>
                <a:cubicBezTo>
                  <a:pt x="6820899" y="2161542"/>
                  <a:pt x="6822967" y="2152505"/>
                  <a:pt x="6827103" y="2147470"/>
                </a:cubicBezTo>
                <a:cubicBezTo>
                  <a:pt x="6831240" y="2142435"/>
                  <a:pt x="6836635" y="2139917"/>
                  <a:pt x="6843289" y="2139917"/>
                </a:cubicBezTo>
                <a:cubicBezTo>
                  <a:pt x="6849313" y="2139917"/>
                  <a:pt x="6853989" y="2141783"/>
                  <a:pt x="6857316" y="2145514"/>
                </a:cubicBezTo>
                <a:cubicBezTo>
                  <a:pt x="6860643" y="2149246"/>
                  <a:pt x="6862306" y="2155607"/>
                  <a:pt x="6862306" y="2164599"/>
                </a:cubicBezTo>
                <a:lnTo>
                  <a:pt x="6862306" y="2243366"/>
                </a:lnTo>
                <a:lnTo>
                  <a:pt x="6917470" y="2243366"/>
                </a:lnTo>
                <a:lnTo>
                  <a:pt x="6917470" y="2152325"/>
                </a:lnTo>
                <a:cubicBezTo>
                  <a:pt x="6917470" y="2133443"/>
                  <a:pt x="6913177" y="2119483"/>
                  <a:pt x="6904589" y="2110447"/>
                </a:cubicBezTo>
                <a:cubicBezTo>
                  <a:pt x="6896002" y="2101410"/>
                  <a:pt x="6884111" y="2096892"/>
                  <a:pt x="6868915" y="2096892"/>
                </a:cubicBezTo>
                <a:close/>
                <a:moveTo>
                  <a:pt x="7022729" y="2045639"/>
                </a:moveTo>
                <a:lnTo>
                  <a:pt x="6967700" y="2073828"/>
                </a:lnTo>
                <a:lnTo>
                  <a:pt x="6967700" y="2100128"/>
                </a:lnTo>
                <a:lnTo>
                  <a:pt x="6947468" y="2100128"/>
                </a:lnTo>
                <a:lnTo>
                  <a:pt x="6947468" y="2140321"/>
                </a:lnTo>
                <a:lnTo>
                  <a:pt x="6967700" y="2140321"/>
                </a:lnTo>
                <a:lnTo>
                  <a:pt x="6967700" y="2190702"/>
                </a:lnTo>
                <a:cubicBezTo>
                  <a:pt x="6967700" y="2206686"/>
                  <a:pt x="6969251" y="2218248"/>
                  <a:pt x="6972353" y="2225387"/>
                </a:cubicBezTo>
                <a:cubicBezTo>
                  <a:pt x="6975455" y="2232526"/>
                  <a:pt x="6980243" y="2237847"/>
                  <a:pt x="6986717" y="2241349"/>
                </a:cubicBezTo>
                <a:cubicBezTo>
                  <a:pt x="6993191" y="2244852"/>
                  <a:pt x="7003262" y="2246603"/>
                  <a:pt x="7016929" y="2246603"/>
                </a:cubicBezTo>
                <a:cubicBezTo>
                  <a:pt x="7028708" y="2246603"/>
                  <a:pt x="7041387" y="2245120"/>
                  <a:pt x="7054964" y="2242152"/>
                </a:cubicBezTo>
                <a:lnTo>
                  <a:pt x="7050918" y="2204259"/>
                </a:lnTo>
                <a:cubicBezTo>
                  <a:pt x="7043635" y="2206592"/>
                  <a:pt x="7037970" y="2207759"/>
                  <a:pt x="7033923" y="2207759"/>
                </a:cubicBezTo>
                <a:cubicBezTo>
                  <a:pt x="7029428" y="2207759"/>
                  <a:pt x="7026280" y="2206233"/>
                  <a:pt x="7024482" y="2203182"/>
                </a:cubicBezTo>
                <a:cubicBezTo>
                  <a:pt x="7023313" y="2201208"/>
                  <a:pt x="7022729" y="2197170"/>
                  <a:pt x="7022729" y="2191068"/>
                </a:cubicBezTo>
                <a:lnTo>
                  <a:pt x="7022729" y="2140321"/>
                </a:lnTo>
                <a:lnTo>
                  <a:pt x="7052941" y="2140321"/>
                </a:lnTo>
                <a:lnTo>
                  <a:pt x="7052941" y="2100128"/>
                </a:lnTo>
                <a:lnTo>
                  <a:pt x="7022729" y="2100128"/>
                </a:lnTo>
                <a:close/>
                <a:moveTo>
                  <a:pt x="6663253" y="2045639"/>
                </a:moveTo>
                <a:lnTo>
                  <a:pt x="6663253" y="2083000"/>
                </a:lnTo>
                <a:lnTo>
                  <a:pt x="6718147" y="2083000"/>
                </a:lnTo>
                <a:lnTo>
                  <a:pt x="6718147" y="2045639"/>
                </a:lnTo>
                <a:close/>
                <a:moveTo>
                  <a:pt x="7470757" y="2042267"/>
                </a:moveTo>
                <a:cubicBezTo>
                  <a:pt x="7458708" y="2042267"/>
                  <a:pt x="7449559" y="2043639"/>
                  <a:pt x="7443310" y="2046381"/>
                </a:cubicBezTo>
                <a:cubicBezTo>
                  <a:pt x="7437061" y="2049123"/>
                  <a:pt x="7432205" y="2052720"/>
                  <a:pt x="7428744" y="2057171"/>
                </a:cubicBezTo>
                <a:cubicBezTo>
                  <a:pt x="7425282" y="2061622"/>
                  <a:pt x="7422921" y="2067354"/>
                  <a:pt x="7421663" y="2074367"/>
                </a:cubicBezTo>
                <a:cubicBezTo>
                  <a:pt x="7420404" y="2081381"/>
                  <a:pt x="7419774" y="2087810"/>
                  <a:pt x="7419774" y="2093655"/>
                </a:cubicBezTo>
                <a:lnTo>
                  <a:pt x="7419774" y="2100128"/>
                </a:lnTo>
                <a:lnTo>
                  <a:pt x="7399273" y="2100128"/>
                </a:lnTo>
                <a:lnTo>
                  <a:pt x="7399273" y="2140321"/>
                </a:lnTo>
                <a:lnTo>
                  <a:pt x="7419774" y="2140321"/>
                </a:lnTo>
                <a:lnTo>
                  <a:pt x="7419774" y="2243366"/>
                </a:lnTo>
                <a:lnTo>
                  <a:pt x="7474804" y="2243366"/>
                </a:lnTo>
                <a:lnTo>
                  <a:pt x="7474804" y="2140321"/>
                </a:lnTo>
                <a:lnTo>
                  <a:pt x="7500969" y="2140321"/>
                </a:lnTo>
                <a:lnTo>
                  <a:pt x="7500969" y="2100128"/>
                </a:lnTo>
                <a:lnTo>
                  <a:pt x="7474804" y="2100128"/>
                </a:lnTo>
                <a:cubicBezTo>
                  <a:pt x="7474804" y="2093745"/>
                  <a:pt x="7475028" y="2089564"/>
                  <a:pt x="7475478" y="2087585"/>
                </a:cubicBezTo>
                <a:cubicBezTo>
                  <a:pt x="7476377" y="2083989"/>
                  <a:pt x="7477906" y="2081359"/>
                  <a:pt x="7480064" y="2079695"/>
                </a:cubicBezTo>
                <a:cubicBezTo>
                  <a:pt x="7482222" y="2078032"/>
                  <a:pt x="7485773" y="2077200"/>
                  <a:pt x="7490719" y="2077200"/>
                </a:cubicBezTo>
                <a:cubicBezTo>
                  <a:pt x="7494765" y="2077200"/>
                  <a:pt x="7500070" y="2077740"/>
                  <a:pt x="7506634" y="2078819"/>
                </a:cubicBezTo>
                <a:lnTo>
                  <a:pt x="7512704" y="2045639"/>
                </a:lnTo>
                <a:cubicBezTo>
                  <a:pt x="7494360" y="2043391"/>
                  <a:pt x="7480378" y="2042267"/>
                  <a:pt x="7470757" y="2042267"/>
                </a:cubicBezTo>
                <a:close/>
                <a:moveTo>
                  <a:pt x="8349555" y="1842014"/>
                </a:moveTo>
                <a:lnTo>
                  <a:pt x="8349555" y="1850781"/>
                </a:lnTo>
                <a:cubicBezTo>
                  <a:pt x="8349555" y="1857615"/>
                  <a:pt x="8348453" y="1863168"/>
                  <a:pt x="8346250" y="1867439"/>
                </a:cubicBezTo>
                <a:cubicBezTo>
                  <a:pt x="8344047" y="1871709"/>
                  <a:pt x="8340316" y="1875328"/>
                  <a:pt x="8335056" y="1878296"/>
                </a:cubicBezTo>
                <a:cubicBezTo>
                  <a:pt x="8329795" y="1881263"/>
                  <a:pt x="8324108" y="1882747"/>
                  <a:pt x="8317994" y="1882747"/>
                </a:cubicBezTo>
                <a:cubicBezTo>
                  <a:pt x="8312149" y="1882747"/>
                  <a:pt x="8307721" y="1881376"/>
                  <a:pt x="8304709" y="1878633"/>
                </a:cubicBezTo>
                <a:cubicBezTo>
                  <a:pt x="8301696" y="1875890"/>
                  <a:pt x="8300190" y="1872361"/>
                  <a:pt x="8300190" y="1868045"/>
                </a:cubicBezTo>
                <a:cubicBezTo>
                  <a:pt x="8300190" y="1864269"/>
                  <a:pt x="8301719" y="1860897"/>
                  <a:pt x="8304776" y="1857930"/>
                </a:cubicBezTo>
                <a:cubicBezTo>
                  <a:pt x="8307743" y="1855052"/>
                  <a:pt x="8314802" y="1852130"/>
                  <a:pt x="8325952" y="1849163"/>
                </a:cubicBezTo>
                <a:cubicBezTo>
                  <a:pt x="8334134" y="1847095"/>
                  <a:pt x="8342002" y="1844712"/>
                  <a:pt x="8349555" y="1842014"/>
                </a:cubicBezTo>
                <a:close/>
                <a:moveTo>
                  <a:pt x="7130355" y="1842014"/>
                </a:moveTo>
                <a:lnTo>
                  <a:pt x="7130355" y="1850781"/>
                </a:lnTo>
                <a:cubicBezTo>
                  <a:pt x="7130355" y="1857615"/>
                  <a:pt x="7129253" y="1863168"/>
                  <a:pt x="7127050" y="1867439"/>
                </a:cubicBezTo>
                <a:cubicBezTo>
                  <a:pt x="7124847" y="1871709"/>
                  <a:pt x="7121116" y="1875328"/>
                  <a:pt x="7115856" y="1878296"/>
                </a:cubicBezTo>
                <a:cubicBezTo>
                  <a:pt x="7110596" y="1881263"/>
                  <a:pt x="7104908" y="1882747"/>
                  <a:pt x="7098794" y="1882747"/>
                </a:cubicBezTo>
                <a:cubicBezTo>
                  <a:pt x="7092949" y="1882747"/>
                  <a:pt x="7088521" y="1881376"/>
                  <a:pt x="7085509" y="1878633"/>
                </a:cubicBezTo>
                <a:cubicBezTo>
                  <a:pt x="7082496" y="1875890"/>
                  <a:pt x="7080990" y="1872361"/>
                  <a:pt x="7080990" y="1868045"/>
                </a:cubicBezTo>
                <a:cubicBezTo>
                  <a:pt x="7080990" y="1864269"/>
                  <a:pt x="7082519" y="1860897"/>
                  <a:pt x="7085576" y="1857930"/>
                </a:cubicBezTo>
                <a:cubicBezTo>
                  <a:pt x="7088543" y="1855052"/>
                  <a:pt x="7095602" y="1852130"/>
                  <a:pt x="7106752" y="1849163"/>
                </a:cubicBezTo>
                <a:cubicBezTo>
                  <a:pt x="7114934" y="1847095"/>
                  <a:pt x="7122802" y="1844712"/>
                  <a:pt x="7130355" y="1842014"/>
                </a:cubicBezTo>
                <a:close/>
                <a:moveTo>
                  <a:pt x="8703444" y="1804519"/>
                </a:moveTo>
                <a:cubicBezTo>
                  <a:pt x="8710728" y="1804519"/>
                  <a:pt x="8716752" y="1807284"/>
                  <a:pt x="8721518" y="1812814"/>
                </a:cubicBezTo>
                <a:cubicBezTo>
                  <a:pt x="8726284" y="1818344"/>
                  <a:pt x="8728666" y="1826728"/>
                  <a:pt x="8728666" y="1837968"/>
                </a:cubicBezTo>
                <a:cubicBezTo>
                  <a:pt x="8728666" y="1850377"/>
                  <a:pt x="8726328" y="1859323"/>
                  <a:pt x="8721653" y="1864808"/>
                </a:cubicBezTo>
                <a:cubicBezTo>
                  <a:pt x="8716977" y="1870293"/>
                  <a:pt x="8711132" y="1873036"/>
                  <a:pt x="8704119" y="1873036"/>
                </a:cubicBezTo>
                <a:cubicBezTo>
                  <a:pt x="8697555" y="1873036"/>
                  <a:pt x="8692048" y="1870316"/>
                  <a:pt x="8687597" y="1864876"/>
                </a:cubicBezTo>
                <a:cubicBezTo>
                  <a:pt x="8683146" y="1859436"/>
                  <a:pt x="8680920" y="1850871"/>
                  <a:pt x="8680920" y="1839182"/>
                </a:cubicBezTo>
                <a:cubicBezTo>
                  <a:pt x="8680920" y="1826684"/>
                  <a:pt x="8683078" y="1817782"/>
                  <a:pt x="8687394" y="1812477"/>
                </a:cubicBezTo>
                <a:cubicBezTo>
                  <a:pt x="8691710" y="1807171"/>
                  <a:pt x="8697060" y="1804519"/>
                  <a:pt x="8703444" y="1804519"/>
                </a:cubicBezTo>
                <a:close/>
                <a:moveTo>
                  <a:pt x="9512851" y="1803845"/>
                </a:moveTo>
                <a:cubicBezTo>
                  <a:pt x="9519325" y="1803845"/>
                  <a:pt x="9524810" y="1806565"/>
                  <a:pt x="9529306" y="1812004"/>
                </a:cubicBezTo>
                <a:cubicBezTo>
                  <a:pt x="9533802" y="1817445"/>
                  <a:pt x="9536050" y="1825964"/>
                  <a:pt x="9536050" y="1837563"/>
                </a:cubicBezTo>
                <a:cubicBezTo>
                  <a:pt x="9536050" y="1850152"/>
                  <a:pt x="9533892" y="1859077"/>
                  <a:pt x="9529576" y="1864336"/>
                </a:cubicBezTo>
                <a:cubicBezTo>
                  <a:pt x="9525260" y="1869596"/>
                  <a:pt x="9519910" y="1872226"/>
                  <a:pt x="9513526" y="1872226"/>
                </a:cubicBezTo>
                <a:cubicBezTo>
                  <a:pt x="9506242" y="1872226"/>
                  <a:pt x="9500218" y="1869484"/>
                  <a:pt x="9495452" y="1863999"/>
                </a:cubicBezTo>
                <a:cubicBezTo>
                  <a:pt x="9490686" y="1858514"/>
                  <a:pt x="9488304" y="1850107"/>
                  <a:pt x="9488304" y="1838777"/>
                </a:cubicBezTo>
                <a:cubicBezTo>
                  <a:pt x="9488304" y="1826459"/>
                  <a:pt x="9490642" y="1817557"/>
                  <a:pt x="9495317" y="1812072"/>
                </a:cubicBezTo>
                <a:cubicBezTo>
                  <a:pt x="9499993" y="1806587"/>
                  <a:pt x="9505838" y="1803845"/>
                  <a:pt x="9512851" y="1803845"/>
                </a:cubicBezTo>
                <a:close/>
                <a:moveTo>
                  <a:pt x="9699440" y="1801282"/>
                </a:moveTo>
                <a:cubicBezTo>
                  <a:pt x="9706993" y="1801282"/>
                  <a:pt x="9713332" y="1804317"/>
                  <a:pt x="9718457" y="1810386"/>
                </a:cubicBezTo>
                <a:cubicBezTo>
                  <a:pt x="9723582" y="1816455"/>
                  <a:pt x="9726145" y="1825695"/>
                  <a:pt x="9726145" y="1838103"/>
                </a:cubicBezTo>
                <a:cubicBezTo>
                  <a:pt x="9726145" y="1851411"/>
                  <a:pt x="9723605" y="1861077"/>
                  <a:pt x="9718524" y="1867101"/>
                </a:cubicBezTo>
                <a:cubicBezTo>
                  <a:pt x="9713444" y="1873125"/>
                  <a:pt x="9706948" y="1876138"/>
                  <a:pt x="9699035" y="1876138"/>
                </a:cubicBezTo>
                <a:cubicBezTo>
                  <a:pt x="9691212" y="1876138"/>
                  <a:pt x="9684716" y="1873081"/>
                  <a:pt x="9679546" y="1866967"/>
                </a:cubicBezTo>
                <a:cubicBezTo>
                  <a:pt x="9674375" y="1860852"/>
                  <a:pt x="9671790" y="1851411"/>
                  <a:pt x="9671790" y="1838642"/>
                </a:cubicBezTo>
                <a:cubicBezTo>
                  <a:pt x="9671790" y="1826054"/>
                  <a:pt x="9674398" y="1816680"/>
                  <a:pt x="9679613" y="1810521"/>
                </a:cubicBezTo>
                <a:cubicBezTo>
                  <a:pt x="9684828" y="1804362"/>
                  <a:pt x="9691437" y="1801282"/>
                  <a:pt x="9699440" y="1801282"/>
                </a:cubicBezTo>
                <a:close/>
                <a:moveTo>
                  <a:pt x="11204794" y="1796022"/>
                </a:moveTo>
                <a:cubicBezTo>
                  <a:pt x="11212347" y="1796022"/>
                  <a:pt x="11218439" y="1798314"/>
                  <a:pt x="11223070" y="1802900"/>
                </a:cubicBezTo>
                <a:cubicBezTo>
                  <a:pt x="11227700" y="1807486"/>
                  <a:pt x="11230555" y="1815084"/>
                  <a:pt x="11231634" y="1825695"/>
                </a:cubicBezTo>
                <a:lnTo>
                  <a:pt x="11177549" y="1825695"/>
                </a:lnTo>
                <a:cubicBezTo>
                  <a:pt x="11178448" y="1817152"/>
                  <a:pt x="11180562" y="1810723"/>
                  <a:pt x="11183888" y="1806407"/>
                </a:cubicBezTo>
                <a:cubicBezTo>
                  <a:pt x="11189104" y="1799484"/>
                  <a:pt x="11196072" y="1796022"/>
                  <a:pt x="11204794" y="1796022"/>
                </a:cubicBezTo>
                <a:close/>
                <a:moveTo>
                  <a:pt x="10538044" y="1796022"/>
                </a:moveTo>
                <a:cubicBezTo>
                  <a:pt x="10545598" y="1796022"/>
                  <a:pt x="10551690" y="1798314"/>
                  <a:pt x="10556320" y="1802900"/>
                </a:cubicBezTo>
                <a:cubicBezTo>
                  <a:pt x="10560950" y="1807486"/>
                  <a:pt x="10563806" y="1815084"/>
                  <a:pt x="10564884" y="1825695"/>
                </a:cubicBezTo>
                <a:lnTo>
                  <a:pt x="10510800" y="1825695"/>
                </a:lnTo>
                <a:cubicBezTo>
                  <a:pt x="10511699" y="1817152"/>
                  <a:pt x="10513812" y="1810723"/>
                  <a:pt x="10517138" y="1806407"/>
                </a:cubicBezTo>
                <a:cubicBezTo>
                  <a:pt x="10522354" y="1799484"/>
                  <a:pt x="10529322" y="1796022"/>
                  <a:pt x="10538044" y="1796022"/>
                </a:cubicBezTo>
                <a:close/>
                <a:moveTo>
                  <a:pt x="9137869" y="1796022"/>
                </a:moveTo>
                <a:cubicBezTo>
                  <a:pt x="9145422" y="1796022"/>
                  <a:pt x="9151514" y="1798314"/>
                  <a:pt x="9156145" y="1802900"/>
                </a:cubicBezTo>
                <a:cubicBezTo>
                  <a:pt x="9160776" y="1807486"/>
                  <a:pt x="9163630" y="1815084"/>
                  <a:pt x="9164710" y="1825695"/>
                </a:cubicBezTo>
                <a:lnTo>
                  <a:pt x="9110624" y="1825695"/>
                </a:lnTo>
                <a:cubicBezTo>
                  <a:pt x="9111524" y="1817152"/>
                  <a:pt x="9113637" y="1810723"/>
                  <a:pt x="9116964" y="1806407"/>
                </a:cubicBezTo>
                <a:cubicBezTo>
                  <a:pt x="9122179" y="1799484"/>
                  <a:pt x="9129148" y="1796022"/>
                  <a:pt x="9137869" y="1796022"/>
                </a:cubicBezTo>
                <a:close/>
                <a:moveTo>
                  <a:pt x="7690069" y="1796022"/>
                </a:moveTo>
                <a:cubicBezTo>
                  <a:pt x="7697622" y="1796022"/>
                  <a:pt x="7703714" y="1798314"/>
                  <a:pt x="7708345" y="1802900"/>
                </a:cubicBezTo>
                <a:cubicBezTo>
                  <a:pt x="7712976" y="1807486"/>
                  <a:pt x="7715831" y="1815084"/>
                  <a:pt x="7716910" y="1825695"/>
                </a:cubicBezTo>
                <a:lnTo>
                  <a:pt x="7662825" y="1825695"/>
                </a:lnTo>
                <a:cubicBezTo>
                  <a:pt x="7663724" y="1817152"/>
                  <a:pt x="7665837" y="1810723"/>
                  <a:pt x="7669164" y="1806407"/>
                </a:cubicBezTo>
                <a:cubicBezTo>
                  <a:pt x="7674379" y="1799484"/>
                  <a:pt x="7681348" y="1796022"/>
                  <a:pt x="7690069" y="1796022"/>
                </a:cubicBezTo>
                <a:close/>
                <a:moveTo>
                  <a:pt x="6918544" y="1796022"/>
                </a:moveTo>
                <a:cubicBezTo>
                  <a:pt x="6926098" y="1796022"/>
                  <a:pt x="6932189" y="1798314"/>
                  <a:pt x="6936820" y="1802900"/>
                </a:cubicBezTo>
                <a:cubicBezTo>
                  <a:pt x="6941451" y="1807486"/>
                  <a:pt x="6944306" y="1815084"/>
                  <a:pt x="6945385" y="1825695"/>
                </a:cubicBezTo>
                <a:lnTo>
                  <a:pt x="6891300" y="1825695"/>
                </a:lnTo>
                <a:cubicBezTo>
                  <a:pt x="6892199" y="1817152"/>
                  <a:pt x="6894312" y="1810723"/>
                  <a:pt x="6897639" y="1806407"/>
                </a:cubicBezTo>
                <a:cubicBezTo>
                  <a:pt x="6902854" y="1799484"/>
                  <a:pt x="6909823" y="1796022"/>
                  <a:pt x="6918544" y="1796022"/>
                </a:cubicBezTo>
                <a:close/>
                <a:moveTo>
                  <a:pt x="10756440" y="1766754"/>
                </a:moveTo>
                <a:lnTo>
                  <a:pt x="10756440" y="1857930"/>
                </a:lnTo>
                <a:cubicBezTo>
                  <a:pt x="10756440" y="1876722"/>
                  <a:pt x="10760734" y="1890637"/>
                  <a:pt x="10769321" y="1899674"/>
                </a:cubicBezTo>
                <a:cubicBezTo>
                  <a:pt x="10777908" y="1908710"/>
                  <a:pt x="10789754" y="1913229"/>
                  <a:pt x="10804860" y="1913229"/>
                </a:cubicBezTo>
                <a:cubicBezTo>
                  <a:pt x="10816190" y="1913229"/>
                  <a:pt x="10825744" y="1911206"/>
                  <a:pt x="10833522" y="1907159"/>
                </a:cubicBezTo>
                <a:cubicBezTo>
                  <a:pt x="10841300" y="1903113"/>
                  <a:pt x="10849010" y="1896324"/>
                  <a:pt x="10856652" y="1886793"/>
                </a:cubicBezTo>
                <a:lnTo>
                  <a:pt x="10856652" y="1909991"/>
                </a:lnTo>
                <a:lnTo>
                  <a:pt x="10907906" y="1909991"/>
                </a:lnTo>
                <a:lnTo>
                  <a:pt x="10907906" y="1766754"/>
                </a:lnTo>
                <a:lnTo>
                  <a:pt x="10853011" y="1766754"/>
                </a:lnTo>
                <a:lnTo>
                  <a:pt x="10853011" y="1835675"/>
                </a:lnTo>
                <a:cubicBezTo>
                  <a:pt x="10853011" y="1848713"/>
                  <a:pt x="10850920" y="1857750"/>
                  <a:pt x="10846740" y="1862785"/>
                </a:cubicBezTo>
                <a:cubicBezTo>
                  <a:pt x="10842558" y="1867820"/>
                  <a:pt x="10837186" y="1870338"/>
                  <a:pt x="10830622" y="1870338"/>
                </a:cubicBezTo>
                <a:cubicBezTo>
                  <a:pt x="10824598" y="1870338"/>
                  <a:pt x="10819922" y="1868450"/>
                  <a:pt x="10816594" y="1864673"/>
                </a:cubicBezTo>
                <a:cubicBezTo>
                  <a:pt x="10813268" y="1860897"/>
                  <a:pt x="10811604" y="1854513"/>
                  <a:pt x="10811604" y="1845521"/>
                </a:cubicBezTo>
                <a:lnTo>
                  <a:pt x="10811604" y="1766754"/>
                </a:lnTo>
                <a:close/>
                <a:moveTo>
                  <a:pt x="10274070" y="1766754"/>
                </a:moveTo>
                <a:lnTo>
                  <a:pt x="10333638" y="1909991"/>
                </a:lnTo>
                <a:lnTo>
                  <a:pt x="10382326" y="1909991"/>
                </a:lnTo>
                <a:lnTo>
                  <a:pt x="10443204" y="1766754"/>
                </a:lnTo>
                <a:lnTo>
                  <a:pt x="10387808" y="1766754"/>
                </a:lnTo>
                <a:lnTo>
                  <a:pt x="10358974" y="1857525"/>
                </a:lnTo>
                <a:lnTo>
                  <a:pt x="10331185" y="1766754"/>
                </a:lnTo>
                <a:close/>
                <a:moveTo>
                  <a:pt x="10187503" y="1766754"/>
                </a:moveTo>
                <a:lnTo>
                  <a:pt x="10187503" y="1909991"/>
                </a:lnTo>
                <a:lnTo>
                  <a:pt x="10242397" y="1909991"/>
                </a:lnTo>
                <a:lnTo>
                  <a:pt x="10242397" y="1766754"/>
                </a:lnTo>
                <a:close/>
                <a:moveTo>
                  <a:pt x="11405680" y="1763517"/>
                </a:moveTo>
                <a:cubicBezTo>
                  <a:pt x="11397946" y="1763517"/>
                  <a:pt x="11391450" y="1765428"/>
                  <a:pt x="11386190" y="1769249"/>
                </a:cubicBezTo>
                <a:cubicBezTo>
                  <a:pt x="11380930" y="1773070"/>
                  <a:pt x="11375827" y="1780062"/>
                  <a:pt x="11370882" y="1790222"/>
                </a:cubicBezTo>
                <a:lnTo>
                  <a:pt x="11370882" y="1766754"/>
                </a:lnTo>
                <a:lnTo>
                  <a:pt x="11319494" y="1766754"/>
                </a:lnTo>
                <a:lnTo>
                  <a:pt x="11319494" y="1909991"/>
                </a:lnTo>
                <a:lnTo>
                  <a:pt x="11374658" y="1909991"/>
                </a:lnTo>
                <a:lnTo>
                  <a:pt x="11374658" y="1861976"/>
                </a:lnTo>
                <a:cubicBezTo>
                  <a:pt x="11374658" y="1839047"/>
                  <a:pt x="11377490" y="1823401"/>
                  <a:pt x="11383155" y="1815039"/>
                </a:cubicBezTo>
                <a:cubicBezTo>
                  <a:pt x="11387112" y="1809105"/>
                  <a:pt x="11392686" y="1806138"/>
                  <a:pt x="11399880" y="1806138"/>
                </a:cubicBezTo>
                <a:cubicBezTo>
                  <a:pt x="11403656" y="1806138"/>
                  <a:pt x="11408782" y="1807486"/>
                  <a:pt x="11415256" y="1810184"/>
                </a:cubicBezTo>
                <a:lnTo>
                  <a:pt x="11432250" y="1771070"/>
                </a:lnTo>
                <a:cubicBezTo>
                  <a:pt x="11422629" y="1766034"/>
                  <a:pt x="11413772" y="1763517"/>
                  <a:pt x="11405680" y="1763517"/>
                </a:cubicBezTo>
                <a:close/>
                <a:moveTo>
                  <a:pt x="11202501" y="1763517"/>
                </a:moveTo>
                <a:cubicBezTo>
                  <a:pt x="11177234" y="1763517"/>
                  <a:pt x="11157430" y="1770440"/>
                  <a:pt x="11143088" y="1784287"/>
                </a:cubicBezTo>
                <a:cubicBezTo>
                  <a:pt x="11128747" y="1798135"/>
                  <a:pt x="11121576" y="1816253"/>
                  <a:pt x="11121576" y="1838642"/>
                </a:cubicBezTo>
                <a:cubicBezTo>
                  <a:pt x="11121576" y="1854378"/>
                  <a:pt x="11125150" y="1868067"/>
                  <a:pt x="11132298" y="1879712"/>
                </a:cubicBezTo>
                <a:cubicBezTo>
                  <a:pt x="11139447" y="1891356"/>
                  <a:pt x="11148462" y="1899853"/>
                  <a:pt x="11159341" y="1905204"/>
                </a:cubicBezTo>
                <a:cubicBezTo>
                  <a:pt x="11170221" y="1910554"/>
                  <a:pt x="11185148" y="1913229"/>
                  <a:pt x="11204120" y="1913229"/>
                </a:cubicBezTo>
                <a:cubicBezTo>
                  <a:pt x="11225970" y="1913229"/>
                  <a:pt x="11242740" y="1910104"/>
                  <a:pt x="11254428" y="1903855"/>
                </a:cubicBezTo>
                <a:cubicBezTo>
                  <a:pt x="11266118" y="1897606"/>
                  <a:pt x="11276098" y="1887288"/>
                  <a:pt x="11284370" y="1872901"/>
                </a:cubicBezTo>
                <a:lnTo>
                  <a:pt x="11230286" y="1867911"/>
                </a:lnTo>
                <a:cubicBezTo>
                  <a:pt x="11226869" y="1872226"/>
                  <a:pt x="11223676" y="1875239"/>
                  <a:pt x="11220710" y="1876947"/>
                </a:cubicBezTo>
                <a:cubicBezTo>
                  <a:pt x="11215854" y="1879645"/>
                  <a:pt x="11210728" y="1880993"/>
                  <a:pt x="11205334" y="1880993"/>
                </a:cubicBezTo>
                <a:cubicBezTo>
                  <a:pt x="11196792" y="1880993"/>
                  <a:pt x="11189868" y="1877891"/>
                  <a:pt x="11184562" y="1871687"/>
                </a:cubicBezTo>
                <a:cubicBezTo>
                  <a:pt x="11180786" y="1867371"/>
                  <a:pt x="11178404" y="1860807"/>
                  <a:pt x="11177414" y="1851995"/>
                </a:cubicBezTo>
                <a:lnTo>
                  <a:pt x="11287472" y="1851995"/>
                </a:lnTo>
                <a:lnTo>
                  <a:pt x="11287472" y="1845791"/>
                </a:lnTo>
                <a:cubicBezTo>
                  <a:pt x="11287472" y="1826909"/>
                  <a:pt x="11284370" y="1811577"/>
                  <a:pt x="11278166" y="1799798"/>
                </a:cubicBezTo>
                <a:cubicBezTo>
                  <a:pt x="11271962" y="1788019"/>
                  <a:pt x="11262926" y="1779027"/>
                  <a:pt x="11251056" y="1772823"/>
                </a:cubicBezTo>
                <a:cubicBezTo>
                  <a:pt x="11239187" y="1766619"/>
                  <a:pt x="11223002" y="1763517"/>
                  <a:pt x="11202501" y="1763517"/>
                </a:cubicBezTo>
                <a:close/>
                <a:moveTo>
                  <a:pt x="11013434" y="1763517"/>
                </a:moveTo>
                <a:cubicBezTo>
                  <a:pt x="10997248" y="1763517"/>
                  <a:pt x="10984346" y="1765201"/>
                  <a:pt x="10974724" y="1768569"/>
                </a:cubicBezTo>
                <a:cubicBezTo>
                  <a:pt x="10965104" y="1771938"/>
                  <a:pt x="10957550" y="1777036"/>
                  <a:pt x="10952066" y="1783862"/>
                </a:cubicBezTo>
                <a:cubicBezTo>
                  <a:pt x="10946580" y="1790689"/>
                  <a:pt x="10943838" y="1798818"/>
                  <a:pt x="10943838" y="1808251"/>
                </a:cubicBezTo>
                <a:cubicBezTo>
                  <a:pt x="10943838" y="1816875"/>
                  <a:pt x="10946378" y="1824555"/>
                  <a:pt x="10951458" y="1831292"/>
                </a:cubicBezTo>
                <a:cubicBezTo>
                  <a:pt x="10956539" y="1838029"/>
                  <a:pt x="10962788" y="1842812"/>
                  <a:pt x="10970206" y="1845641"/>
                </a:cubicBezTo>
                <a:cubicBezTo>
                  <a:pt x="10977624" y="1848471"/>
                  <a:pt x="10990864" y="1851547"/>
                  <a:pt x="11009927" y="1854870"/>
                </a:cubicBezTo>
                <a:cubicBezTo>
                  <a:pt x="11022695" y="1857115"/>
                  <a:pt x="11030563" y="1859000"/>
                  <a:pt x="11033530" y="1860526"/>
                </a:cubicBezTo>
                <a:cubicBezTo>
                  <a:pt x="11037666" y="1862681"/>
                  <a:pt x="11039734" y="1865734"/>
                  <a:pt x="11039734" y="1869685"/>
                </a:cubicBezTo>
                <a:cubicBezTo>
                  <a:pt x="11039734" y="1873186"/>
                  <a:pt x="11038161" y="1876103"/>
                  <a:pt x="11035014" y="1878437"/>
                </a:cubicBezTo>
                <a:cubicBezTo>
                  <a:pt x="11030968" y="1881580"/>
                  <a:pt x="11025258" y="1883152"/>
                  <a:pt x="11017884" y="1883152"/>
                </a:cubicBezTo>
                <a:cubicBezTo>
                  <a:pt x="11011140" y="1883152"/>
                  <a:pt x="11005746" y="1881757"/>
                  <a:pt x="11001700" y="1878970"/>
                </a:cubicBezTo>
                <a:cubicBezTo>
                  <a:pt x="10997653" y="1876183"/>
                  <a:pt x="10994506" y="1871552"/>
                  <a:pt x="10992258" y="1865078"/>
                </a:cubicBezTo>
                <a:lnTo>
                  <a:pt x="10937768" y="1870204"/>
                </a:lnTo>
                <a:cubicBezTo>
                  <a:pt x="10940916" y="1883961"/>
                  <a:pt x="10948042" y="1894571"/>
                  <a:pt x="10959146" y="1902034"/>
                </a:cubicBezTo>
                <a:cubicBezTo>
                  <a:pt x="10970252" y="1909497"/>
                  <a:pt x="10988886" y="1913229"/>
                  <a:pt x="11015052" y="1913229"/>
                </a:cubicBezTo>
                <a:cubicBezTo>
                  <a:pt x="11033576" y="1913229"/>
                  <a:pt x="11048210" y="1910916"/>
                  <a:pt x="11058954" y="1906290"/>
                </a:cubicBezTo>
                <a:cubicBezTo>
                  <a:pt x="11069700" y="1901664"/>
                  <a:pt x="11077567" y="1895444"/>
                  <a:pt x="11082558" y="1887629"/>
                </a:cubicBezTo>
                <a:cubicBezTo>
                  <a:pt x="11087548" y="1879813"/>
                  <a:pt x="11090043" y="1871774"/>
                  <a:pt x="11090043" y="1863510"/>
                </a:cubicBezTo>
                <a:cubicBezTo>
                  <a:pt x="11090043" y="1855336"/>
                  <a:pt x="11087682" y="1847836"/>
                  <a:pt x="11082962" y="1841009"/>
                </a:cubicBezTo>
                <a:cubicBezTo>
                  <a:pt x="11078241" y="1834183"/>
                  <a:pt x="11071430" y="1828927"/>
                  <a:pt x="11062528" y="1825245"/>
                </a:cubicBezTo>
                <a:cubicBezTo>
                  <a:pt x="11053626" y="1821561"/>
                  <a:pt x="11040050" y="1818687"/>
                  <a:pt x="11021796" y="1816622"/>
                </a:cubicBezTo>
                <a:cubicBezTo>
                  <a:pt x="11009747" y="1815184"/>
                  <a:pt x="11001924" y="1813568"/>
                  <a:pt x="10998328" y="1811773"/>
                </a:cubicBezTo>
                <a:cubicBezTo>
                  <a:pt x="10994731" y="1809977"/>
                  <a:pt x="10992932" y="1807329"/>
                  <a:pt x="10992932" y="1803828"/>
                </a:cubicBezTo>
                <a:cubicBezTo>
                  <a:pt x="10992932" y="1800685"/>
                  <a:pt x="10994348" y="1798014"/>
                  <a:pt x="10997181" y="1795814"/>
                </a:cubicBezTo>
                <a:cubicBezTo>
                  <a:pt x="11000014" y="1793615"/>
                  <a:pt x="11004532" y="1792515"/>
                  <a:pt x="11010736" y="1792515"/>
                </a:cubicBezTo>
                <a:cubicBezTo>
                  <a:pt x="11016851" y="1792515"/>
                  <a:pt x="11022066" y="1793954"/>
                  <a:pt x="11026382" y="1796831"/>
                </a:cubicBezTo>
                <a:cubicBezTo>
                  <a:pt x="11029529" y="1798989"/>
                  <a:pt x="11031776" y="1802361"/>
                  <a:pt x="11033126" y="1806947"/>
                </a:cubicBezTo>
                <a:lnTo>
                  <a:pt x="11085188" y="1801821"/>
                </a:lnTo>
                <a:cubicBezTo>
                  <a:pt x="11081591" y="1792470"/>
                  <a:pt x="11077072" y="1785052"/>
                  <a:pt x="11071632" y="1779567"/>
                </a:cubicBezTo>
                <a:cubicBezTo>
                  <a:pt x="11066192" y="1774082"/>
                  <a:pt x="11059404" y="1770036"/>
                  <a:pt x="11051266" y="1767428"/>
                </a:cubicBezTo>
                <a:cubicBezTo>
                  <a:pt x="11043129" y="1764821"/>
                  <a:pt x="11030518" y="1763517"/>
                  <a:pt x="11013434" y="1763517"/>
                </a:cubicBezTo>
                <a:close/>
                <a:moveTo>
                  <a:pt x="10535752" y="1763517"/>
                </a:moveTo>
                <a:cubicBezTo>
                  <a:pt x="10510485" y="1763517"/>
                  <a:pt x="10490680" y="1770440"/>
                  <a:pt x="10476338" y="1784287"/>
                </a:cubicBezTo>
                <a:cubicBezTo>
                  <a:pt x="10461997" y="1798135"/>
                  <a:pt x="10454826" y="1816253"/>
                  <a:pt x="10454826" y="1838642"/>
                </a:cubicBezTo>
                <a:cubicBezTo>
                  <a:pt x="10454826" y="1854378"/>
                  <a:pt x="10458400" y="1868067"/>
                  <a:pt x="10465548" y="1879712"/>
                </a:cubicBezTo>
                <a:cubicBezTo>
                  <a:pt x="10472697" y="1891356"/>
                  <a:pt x="10481712" y="1899853"/>
                  <a:pt x="10492591" y="1905204"/>
                </a:cubicBezTo>
                <a:cubicBezTo>
                  <a:pt x="10503472" y="1910554"/>
                  <a:pt x="10518398" y="1913229"/>
                  <a:pt x="10537370" y="1913229"/>
                </a:cubicBezTo>
                <a:cubicBezTo>
                  <a:pt x="10559220" y="1913229"/>
                  <a:pt x="10575990" y="1910104"/>
                  <a:pt x="10587678" y="1903855"/>
                </a:cubicBezTo>
                <a:cubicBezTo>
                  <a:pt x="10599368" y="1897606"/>
                  <a:pt x="10609348" y="1887288"/>
                  <a:pt x="10617621" y="1872901"/>
                </a:cubicBezTo>
                <a:lnTo>
                  <a:pt x="10563536" y="1867911"/>
                </a:lnTo>
                <a:cubicBezTo>
                  <a:pt x="10560119" y="1872226"/>
                  <a:pt x="10556927" y="1875239"/>
                  <a:pt x="10553960" y="1876947"/>
                </a:cubicBezTo>
                <a:cubicBezTo>
                  <a:pt x="10549104" y="1879645"/>
                  <a:pt x="10543979" y="1880993"/>
                  <a:pt x="10538584" y="1880993"/>
                </a:cubicBezTo>
                <a:cubicBezTo>
                  <a:pt x="10530042" y="1880993"/>
                  <a:pt x="10523118" y="1877891"/>
                  <a:pt x="10517813" y="1871687"/>
                </a:cubicBezTo>
                <a:cubicBezTo>
                  <a:pt x="10514036" y="1867371"/>
                  <a:pt x="10511654" y="1860807"/>
                  <a:pt x="10510664" y="1851995"/>
                </a:cubicBezTo>
                <a:lnTo>
                  <a:pt x="10620723" y="1851995"/>
                </a:lnTo>
                <a:lnTo>
                  <a:pt x="10620723" y="1845791"/>
                </a:lnTo>
                <a:cubicBezTo>
                  <a:pt x="10620723" y="1826909"/>
                  <a:pt x="10617621" y="1811577"/>
                  <a:pt x="10611416" y="1799798"/>
                </a:cubicBezTo>
                <a:cubicBezTo>
                  <a:pt x="10605212" y="1788019"/>
                  <a:pt x="10596176" y="1779027"/>
                  <a:pt x="10584306" y="1772823"/>
                </a:cubicBezTo>
                <a:cubicBezTo>
                  <a:pt x="10572438" y="1766619"/>
                  <a:pt x="10556252" y="1763517"/>
                  <a:pt x="10535752" y="1763517"/>
                </a:cubicBezTo>
                <a:close/>
                <a:moveTo>
                  <a:pt x="10070459" y="1763517"/>
                </a:moveTo>
                <a:cubicBezTo>
                  <a:pt x="10054274" y="1763517"/>
                  <a:pt x="10041371" y="1765201"/>
                  <a:pt x="10031750" y="1768569"/>
                </a:cubicBezTo>
                <a:cubicBezTo>
                  <a:pt x="10022129" y="1771938"/>
                  <a:pt x="10014576" y="1777036"/>
                  <a:pt x="10009090" y="1783862"/>
                </a:cubicBezTo>
                <a:cubicBezTo>
                  <a:pt x="10003606" y="1790689"/>
                  <a:pt x="10000863" y="1798818"/>
                  <a:pt x="10000863" y="1808251"/>
                </a:cubicBezTo>
                <a:cubicBezTo>
                  <a:pt x="10000863" y="1816875"/>
                  <a:pt x="10003403" y="1824555"/>
                  <a:pt x="10008484" y="1831292"/>
                </a:cubicBezTo>
                <a:cubicBezTo>
                  <a:pt x="10013564" y="1838029"/>
                  <a:pt x="10019813" y="1842812"/>
                  <a:pt x="10027231" y="1845641"/>
                </a:cubicBezTo>
                <a:cubicBezTo>
                  <a:pt x="10034650" y="1848471"/>
                  <a:pt x="10047890" y="1851547"/>
                  <a:pt x="10066952" y="1854870"/>
                </a:cubicBezTo>
                <a:cubicBezTo>
                  <a:pt x="10079720" y="1857115"/>
                  <a:pt x="10087588" y="1859000"/>
                  <a:pt x="10090555" y="1860526"/>
                </a:cubicBezTo>
                <a:cubicBezTo>
                  <a:pt x="10094692" y="1862681"/>
                  <a:pt x="10096760" y="1865734"/>
                  <a:pt x="10096760" y="1869685"/>
                </a:cubicBezTo>
                <a:cubicBezTo>
                  <a:pt x="10096760" y="1873186"/>
                  <a:pt x="10095186" y="1876103"/>
                  <a:pt x="10092039" y="1878437"/>
                </a:cubicBezTo>
                <a:cubicBezTo>
                  <a:pt x="10087993" y="1881580"/>
                  <a:pt x="10082283" y="1883152"/>
                  <a:pt x="10074910" y="1883152"/>
                </a:cubicBezTo>
                <a:cubicBezTo>
                  <a:pt x="10068166" y="1883152"/>
                  <a:pt x="10062771" y="1881757"/>
                  <a:pt x="10058725" y="1878970"/>
                </a:cubicBezTo>
                <a:cubicBezTo>
                  <a:pt x="10054678" y="1876183"/>
                  <a:pt x="10051532" y="1871552"/>
                  <a:pt x="10049284" y="1865078"/>
                </a:cubicBezTo>
                <a:lnTo>
                  <a:pt x="9994794" y="1870204"/>
                </a:lnTo>
                <a:cubicBezTo>
                  <a:pt x="9997941" y="1883961"/>
                  <a:pt x="10005067" y="1894571"/>
                  <a:pt x="10016172" y="1902034"/>
                </a:cubicBezTo>
                <a:cubicBezTo>
                  <a:pt x="10027276" y="1909497"/>
                  <a:pt x="10045912" y="1913229"/>
                  <a:pt x="10072077" y="1913229"/>
                </a:cubicBezTo>
                <a:cubicBezTo>
                  <a:pt x="10090600" y="1913229"/>
                  <a:pt x="10105234" y="1910916"/>
                  <a:pt x="10115979" y="1906290"/>
                </a:cubicBezTo>
                <a:cubicBezTo>
                  <a:pt x="10126724" y="1901664"/>
                  <a:pt x="10134592" y="1895444"/>
                  <a:pt x="10139582" y="1887629"/>
                </a:cubicBezTo>
                <a:cubicBezTo>
                  <a:pt x="10144573" y="1879813"/>
                  <a:pt x="10147068" y="1871774"/>
                  <a:pt x="10147068" y="1863510"/>
                </a:cubicBezTo>
                <a:cubicBezTo>
                  <a:pt x="10147068" y="1855336"/>
                  <a:pt x="10144708" y="1847836"/>
                  <a:pt x="10139987" y="1841009"/>
                </a:cubicBezTo>
                <a:cubicBezTo>
                  <a:pt x="10135266" y="1834183"/>
                  <a:pt x="10128455" y="1828927"/>
                  <a:pt x="10119554" y="1825245"/>
                </a:cubicBezTo>
                <a:cubicBezTo>
                  <a:pt x="10110652" y="1821561"/>
                  <a:pt x="10097074" y="1818687"/>
                  <a:pt x="10078821" y="1816622"/>
                </a:cubicBezTo>
                <a:cubicBezTo>
                  <a:pt x="10066772" y="1815184"/>
                  <a:pt x="10058950" y="1813568"/>
                  <a:pt x="10055353" y="1811773"/>
                </a:cubicBezTo>
                <a:cubicBezTo>
                  <a:pt x="10051756" y="1809977"/>
                  <a:pt x="10049958" y="1807329"/>
                  <a:pt x="10049958" y="1803828"/>
                </a:cubicBezTo>
                <a:cubicBezTo>
                  <a:pt x="10049958" y="1800685"/>
                  <a:pt x="10051374" y="1798014"/>
                  <a:pt x="10054206" y="1795814"/>
                </a:cubicBezTo>
                <a:cubicBezTo>
                  <a:pt x="10057039" y="1793615"/>
                  <a:pt x="10061557" y="1792515"/>
                  <a:pt x="10067761" y="1792515"/>
                </a:cubicBezTo>
                <a:cubicBezTo>
                  <a:pt x="10073876" y="1792515"/>
                  <a:pt x="10079091" y="1793954"/>
                  <a:pt x="10083407" y="1796831"/>
                </a:cubicBezTo>
                <a:cubicBezTo>
                  <a:pt x="10086554" y="1798989"/>
                  <a:pt x="10088802" y="1802361"/>
                  <a:pt x="10090151" y="1806947"/>
                </a:cubicBezTo>
                <a:lnTo>
                  <a:pt x="10142212" y="1801821"/>
                </a:lnTo>
                <a:cubicBezTo>
                  <a:pt x="10138616" y="1792470"/>
                  <a:pt x="10134098" y="1785052"/>
                  <a:pt x="10128658" y="1779567"/>
                </a:cubicBezTo>
                <a:cubicBezTo>
                  <a:pt x="10123218" y="1774082"/>
                  <a:pt x="10116429" y="1770036"/>
                  <a:pt x="10108292" y="1767428"/>
                </a:cubicBezTo>
                <a:cubicBezTo>
                  <a:pt x="10100154" y="1764821"/>
                  <a:pt x="10087543" y="1763517"/>
                  <a:pt x="10070459" y="1763517"/>
                </a:cubicBezTo>
                <a:close/>
                <a:moveTo>
                  <a:pt x="9916915" y="1763517"/>
                </a:moveTo>
                <a:cubicBezTo>
                  <a:pt x="9905675" y="1763517"/>
                  <a:pt x="9896144" y="1765562"/>
                  <a:pt x="9888321" y="1769654"/>
                </a:cubicBezTo>
                <a:cubicBezTo>
                  <a:pt x="9880498" y="1773745"/>
                  <a:pt x="9872766" y="1780556"/>
                  <a:pt x="9865122" y="1790087"/>
                </a:cubicBezTo>
                <a:lnTo>
                  <a:pt x="9865122" y="1766754"/>
                </a:lnTo>
                <a:lnTo>
                  <a:pt x="9814005" y="1766754"/>
                </a:lnTo>
                <a:lnTo>
                  <a:pt x="9814005" y="1909991"/>
                </a:lnTo>
                <a:lnTo>
                  <a:pt x="9868899" y="1909991"/>
                </a:lnTo>
                <a:lnTo>
                  <a:pt x="9868899" y="1841205"/>
                </a:lnTo>
                <a:cubicBezTo>
                  <a:pt x="9868899" y="1828167"/>
                  <a:pt x="9870967" y="1819131"/>
                  <a:pt x="9875103" y="1814095"/>
                </a:cubicBezTo>
                <a:cubicBezTo>
                  <a:pt x="9879240" y="1809060"/>
                  <a:pt x="9884634" y="1806542"/>
                  <a:pt x="9891288" y="1806542"/>
                </a:cubicBezTo>
                <a:cubicBezTo>
                  <a:pt x="9897313" y="1806542"/>
                  <a:pt x="9901988" y="1808408"/>
                  <a:pt x="9905316" y="1812139"/>
                </a:cubicBezTo>
                <a:cubicBezTo>
                  <a:pt x="9908642" y="1815871"/>
                  <a:pt x="9910306" y="1822233"/>
                  <a:pt x="9910306" y="1831224"/>
                </a:cubicBezTo>
                <a:lnTo>
                  <a:pt x="9910306" y="1909991"/>
                </a:lnTo>
                <a:lnTo>
                  <a:pt x="9965470" y="1909991"/>
                </a:lnTo>
                <a:lnTo>
                  <a:pt x="9965470" y="1818951"/>
                </a:lnTo>
                <a:cubicBezTo>
                  <a:pt x="9965470" y="1800068"/>
                  <a:pt x="9961176" y="1786109"/>
                  <a:pt x="9952589" y="1777072"/>
                </a:cubicBezTo>
                <a:cubicBezTo>
                  <a:pt x="9944002" y="1768035"/>
                  <a:pt x="9932110" y="1763517"/>
                  <a:pt x="9916915" y="1763517"/>
                </a:cubicBezTo>
                <a:close/>
                <a:moveTo>
                  <a:pt x="9698630" y="1763517"/>
                </a:moveTo>
                <a:cubicBezTo>
                  <a:pt x="9673544" y="1763517"/>
                  <a:pt x="9653627" y="1770598"/>
                  <a:pt x="9638880" y="1784760"/>
                </a:cubicBezTo>
                <a:cubicBezTo>
                  <a:pt x="9624134" y="1798921"/>
                  <a:pt x="9616761" y="1816928"/>
                  <a:pt x="9616761" y="1838777"/>
                </a:cubicBezTo>
                <a:cubicBezTo>
                  <a:pt x="9616761" y="1862246"/>
                  <a:pt x="9625483" y="1881218"/>
                  <a:pt x="9642927" y="1895695"/>
                </a:cubicBezTo>
                <a:cubicBezTo>
                  <a:pt x="9657134" y="1907384"/>
                  <a:pt x="9675746" y="1913229"/>
                  <a:pt x="9698765" y="1913229"/>
                </a:cubicBezTo>
                <a:cubicBezTo>
                  <a:pt x="9724571" y="1913229"/>
                  <a:pt x="9744780" y="1906193"/>
                  <a:pt x="9759392" y="1892121"/>
                </a:cubicBezTo>
                <a:cubicBezTo>
                  <a:pt x="9774003" y="1878048"/>
                  <a:pt x="9781309" y="1859998"/>
                  <a:pt x="9781309" y="1837968"/>
                </a:cubicBezTo>
                <a:cubicBezTo>
                  <a:pt x="9781309" y="1818366"/>
                  <a:pt x="9775419" y="1801866"/>
                  <a:pt x="9763640" y="1788469"/>
                </a:cubicBezTo>
                <a:cubicBezTo>
                  <a:pt x="9748984" y="1771834"/>
                  <a:pt x="9727314" y="1763517"/>
                  <a:pt x="9698630" y="1763517"/>
                </a:cubicBezTo>
                <a:close/>
                <a:moveTo>
                  <a:pt x="9530790" y="1763517"/>
                </a:moveTo>
                <a:cubicBezTo>
                  <a:pt x="9521078" y="1763517"/>
                  <a:pt x="9512222" y="1765630"/>
                  <a:pt x="9504219" y="1769856"/>
                </a:cubicBezTo>
                <a:cubicBezTo>
                  <a:pt x="9498284" y="1773003"/>
                  <a:pt x="9491766" y="1779027"/>
                  <a:pt x="9484662" y="1787929"/>
                </a:cubicBezTo>
                <a:lnTo>
                  <a:pt x="9484662" y="1766754"/>
                </a:lnTo>
                <a:lnTo>
                  <a:pt x="9433274" y="1766754"/>
                </a:lnTo>
                <a:lnTo>
                  <a:pt x="9433274" y="1964481"/>
                </a:lnTo>
                <a:lnTo>
                  <a:pt x="9488708" y="1964481"/>
                </a:lnTo>
                <a:lnTo>
                  <a:pt x="9488708" y="1896100"/>
                </a:lnTo>
                <a:cubicBezTo>
                  <a:pt x="9494193" y="1901765"/>
                  <a:pt x="9500420" y="1906035"/>
                  <a:pt x="9507388" y="1908913"/>
                </a:cubicBezTo>
                <a:cubicBezTo>
                  <a:pt x="9514357" y="1911790"/>
                  <a:pt x="9522068" y="1913229"/>
                  <a:pt x="9530520" y="1913229"/>
                </a:cubicBezTo>
                <a:cubicBezTo>
                  <a:pt x="9547964" y="1913229"/>
                  <a:pt x="9562396" y="1906957"/>
                  <a:pt x="9573815" y="1894413"/>
                </a:cubicBezTo>
                <a:cubicBezTo>
                  <a:pt x="9585234" y="1881870"/>
                  <a:pt x="9590944" y="1863684"/>
                  <a:pt x="9590944" y="1839856"/>
                </a:cubicBezTo>
                <a:cubicBezTo>
                  <a:pt x="9590944" y="1818276"/>
                  <a:pt x="9585706" y="1800158"/>
                  <a:pt x="9575231" y="1785501"/>
                </a:cubicBezTo>
                <a:cubicBezTo>
                  <a:pt x="9564756" y="1770845"/>
                  <a:pt x="9549942" y="1763517"/>
                  <a:pt x="9530790" y="1763517"/>
                </a:cubicBezTo>
                <a:close/>
                <a:moveTo>
                  <a:pt x="9317984" y="1763517"/>
                </a:moveTo>
                <a:cubicBezTo>
                  <a:pt x="9301799" y="1763517"/>
                  <a:pt x="9288896" y="1765201"/>
                  <a:pt x="9279274" y="1768569"/>
                </a:cubicBezTo>
                <a:cubicBezTo>
                  <a:pt x="9269654" y="1771938"/>
                  <a:pt x="9262100" y="1777036"/>
                  <a:pt x="9256616" y="1783862"/>
                </a:cubicBezTo>
                <a:cubicBezTo>
                  <a:pt x="9251130" y="1790689"/>
                  <a:pt x="9248388" y="1798818"/>
                  <a:pt x="9248388" y="1808251"/>
                </a:cubicBezTo>
                <a:cubicBezTo>
                  <a:pt x="9248388" y="1816875"/>
                  <a:pt x="9250928" y="1824555"/>
                  <a:pt x="9256008" y="1831292"/>
                </a:cubicBezTo>
                <a:cubicBezTo>
                  <a:pt x="9261089" y="1838029"/>
                  <a:pt x="9267338" y="1842812"/>
                  <a:pt x="9274756" y="1845641"/>
                </a:cubicBezTo>
                <a:cubicBezTo>
                  <a:pt x="9282174" y="1848471"/>
                  <a:pt x="9295414" y="1851547"/>
                  <a:pt x="9314477" y="1854870"/>
                </a:cubicBezTo>
                <a:cubicBezTo>
                  <a:pt x="9327245" y="1857115"/>
                  <a:pt x="9335113" y="1859000"/>
                  <a:pt x="9338080" y="1860526"/>
                </a:cubicBezTo>
                <a:cubicBezTo>
                  <a:pt x="9342216" y="1862681"/>
                  <a:pt x="9344284" y="1865734"/>
                  <a:pt x="9344284" y="1869685"/>
                </a:cubicBezTo>
                <a:cubicBezTo>
                  <a:pt x="9344284" y="1873186"/>
                  <a:pt x="9342711" y="1876103"/>
                  <a:pt x="9339564" y="1878437"/>
                </a:cubicBezTo>
                <a:cubicBezTo>
                  <a:pt x="9335518" y="1881580"/>
                  <a:pt x="9329808" y="1883152"/>
                  <a:pt x="9322435" y="1883152"/>
                </a:cubicBezTo>
                <a:cubicBezTo>
                  <a:pt x="9315691" y="1883152"/>
                  <a:pt x="9310296" y="1881757"/>
                  <a:pt x="9306250" y="1878970"/>
                </a:cubicBezTo>
                <a:cubicBezTo>
                  <a:pt x="9302204" y="1876183"/>
                  <a:pt x="9299056" y="1871552"/>
                  <a:pt x="9296808" y="1865078"/>
                </a:cubicBezTo>
                <a:lnTo>
                  <a:pt x="9242319" y="1870204"/>
                </a:lnTo>
                <a:cubicBezTo>
                  <a:pt x="9245466" y="1883961"/>
                  <a:pt x="9252592" y="1894571"/>
                  <a:pt x="9263696" y="1902034"/>
                </a:cubicBezTo>
                <a:cubicBezTo>
                  <a:pt x="9274801" y="1909497"/>
                  <a:pt x="9293436" y="1913229"/>
                  <a:pt x="9319602" y="1913229"/>
                </a:cubicBezTo>
                <a:cubicBezTo>
                  <a:pt x="9338125" y="1913229"/>
                  <a:pt x="9352759" y="1910916"/>
                  <a:pt x="9363504" y="1906290"/>
                </a:cubicBezTo>
                <a:cubicBezTo>
                  <a:pt x="9374249" y="1901664"/>
                  <a:pt x="9382117" y="1895444"/>
                  <a:pt x="9387108" y="1887629"/>
                </a:cubicBezTo>
                <a:cubicBezTo>
                  <a:pt x="9392098" y="1879813"/>
                  <a:pt x="9394593" y="1871774"/>
                  <a:pt x="9394593" y="1863510"/>
                </a:cubicBezTo>
                <a:cubicBezTo>
                  <a:pt x="9394593" y="1855336"/>
                  <a:pt x="9392233" y="1847836"/>
                  <a:pt x="9387512" y="1841009"/>
                </a:cubicBezTo>
                <a:cubicBezTo>
                  <a:pt x="9382792" y="1834183"/>
                  <a:pt x="9375980" y="1828927"/>
                  <a:pt x="9367078" y="1825245"/>
                </a:cubicBezTo>
                <a:cubicBezTo>
                  <a:pt x="9358177" y="1821561"/>
                  <a:pt x="9344599" y="1818687"/>
                  <a:pt x="9326346" y="1816622"/>
                </a:cubicBezTo>
                <a:cubicBezTo>
                  <a:pt x="9314297" y="1815184"/>
                  <a:pt x="9306474" y="1813568"/>
                  <a:pt x="9302878" y="1811773"/>
                </a:cubicBezTo>
                <a:cubicBezTo>
                  <a:pt x="9299281" y="1809977"/>
                  <a:pt x="9297483" y="1807329"/>
                  <a:pt x="9297483" y="1803828"/>
                </a:cubicBezTo>
                <a:cubicBezTo>
                  <a:pt x="9297483" y="1800685"/>
                  <a:pt x="9298899" y="1798014"/>
                  <a:pt x="9301731" y="1795814"/>
                </a:cubicBezTo>
                <a:cubicBezTo>
                  <a:pt x="9304564" y="1793615"/>
                  <a:pt x="9309082" y="1792515"/>
                  <a:pt x="9315286" y="1792515"/>
                </a:cubicBezTo>
                <a:cubicBezTo>
                  <a:pt x="9321400" y="1792515"/>
                  <a:pt x="9326616" y="1793954"/>
                  <a:pt x="9330932" y="1796831"/>
                </a:cubicBezTo>
                <a:cubicBezTo>
                  <a:pt x="9334079" y="1798989"/>
                  <a:pt x="9336327" y="1802361"/>
                  <a:pt x="9337676" y="1806947"/>
                </a:cubicBezTo>
                <a:lnTo>
                  <a:pt x="9389738" y="1801821"/>
                </a:lnTo>
                <a:cubicBezTo>
                  <a:pt x="9386141" y="1792470"/>
                  <a:pt x="9381622" y="1785052"/>
                  <a:pt x="9376183" y="1779567"/>
                </a:cubicBezTo>
                <a:cubicBezTo>
                  <a:pt x="9370742" y="1774082"/>
                  <a:pt x="9363954" y="1770036"/>
                  <a:pt x="9355816" y="1767428"/>
                </a:cubicBezTo>
                <a:cubicBezTo>
                  <a:pt x="9347679" y="1764821"/>
                  <a:pt x="9335068" y="1763517"/>
                  <a:pt x="9317984" y="1763517"/>
                </a:cubicBezTo>
                <a:close/>
                <a:moveTo>
                  <a:pt x="9135576" y="1763517"/>
                </a:moveTo>
                <a:cubicBezTo>
                  <a:pt x="9110310" y="1763517"/>
                  <a:pt x="9090506" y="1770440"/>
                  <a:pt x="9076164" y="1784287"/>
                </a:cubicBezTo>
                <a:cubicBezTo>
                  <a:pt x="9061822" y="1798135"/>
                  <a:pt x="9054651" y="1816253"/>
                  <a:pt x="9054651" y="1838642"/>
                </a:cubicBezTo>
                <a:cubicBezTo>
                  <a:pt x="9054651" y="1854378"/>
                  <a:pt x="9058225" y="1868067"/>
                  <a:pt x="9065374" y="1879712"/>
                </a:cubicBezTo>
                <a:cubicBezTo>
                  <a:pt x="9072522" y="1891356"/>
                  <a:pt x="9081536" y="1899853"/>
                  <a:pt x="9092416" y="1905204"/>
                </a:cubicBezTo>
                <a:cubicBezTo>
                  <a:pt x="9103296" y="1910554"/>
                  <a:pt x="9118222" y="1913229"/>
                  <a:pt x="9137195" y="1913229"/>
                </a:cubicBezTo>
                <a:cubicBezTo>
                  <a:pt x="9159045" y="1913229"/>
                  <a:pt x="9175814" y="1910104"/>
                  <a:pt x="9187504" y="1903855"/>
                </a:cubicBezTo>
                <a:cubicBezTo>
                  <a:pt x="9199192" y="1897606"/>
                  <a:pt x="9209173" y="1887288"/>
                  <a:pt x="9217446" y="1872901"/>
                </a:cubicBezTo>
                <a:lnTo>
                  <a:pt x="9163361" y="1867911"/>
                </a:lnTo>
                <a:cubicBezTo>
                  <a:pt x="9159944" y="1872226"/>
                  <a:pt x="9156752" y="1875239"/>
                  <a:pt x="9153784" y="1876947"/>
                </a:cubicBezTo>
                <a:cubicBezTo>
                  <a:pt x="9148929" y="1879645"/>
                  <a:pt x="9143804" y="1880993"/>
                  <a:pt x="9138409" y="1880993"/>
                </a:cubicBezTo>
                <a:cubicBezTo>
                  <a:pt x="9129866" y="1880993"/>
                  <a:pt x="9122943" y="1877891"/>
                  <a:pt x="9117638" y="1871687"/>
                </a:cubicBezTo>
                <a:cubicBezTo>
                  <a:pt x="9113862" y="1867371"/>
                  <a:pt x="9111479" y="1860807"/>
                  <a:pt x="9110490" y="1851995"/>
                </a:cubicBezTo>
                <a:lnTo>
                  <a:pt x="9220548" y="1851995"/>
                </a:lnTo>
                <a:lnTo>
                  <a:pt x="9220548" y="1845791"/>
                </a:lnTo>
                <a:cubicBezTo>
                  <a:pt x="9220548" y="1826909"/>
                  <a:pt x="9217446" y="1811577"/>
                  <a:pt x="9211242" y="1799798"/>
                </a:cubicBezTo>
                <a:cubicBezTo>
                  <a:pt x="9205037" y="1788019"/>
                  <a:pt x="9196000" y="1779027"/>
                  <a:pt x="9184132" y="1772823"/>
                </a:cubicBezTo>
                <a:cubicBezTo>
                  <a:pt x="9172262" y="1766619"/>
                  <a:pt x="9156078" y="1763517"/>
                  <a:pt x="9135576" y="1763517"/>
                </a:cubicBezTo>
                <a:close/>
                <a:moveTo>
                  <a:pt x="9014905" y="1763517"/>
                </a:moveTo>
                <a:cubicBezTo>
                  <a:pt x="9007172" y="1763517"/>
                  <a:pt x="9000675" y="1765428"/>
                  <a:pt x="8995415" y="1769249"/>
                </a:cubicBezTo>
                <a:cubicBezTo>
                  <a:pt x="8990155" y="1773070"/>
                  <a:pt x="8985052" y="1780062"/>
                  <a:pt x="8980107" y="1790222"/>
                </a:cubicBezTo>
                <a:lnTo>
                  <a:pt x="8980107" y="1766754"/>
                </a:lnTo>
                <a:lnTo>
                  <a:pt x="8928719" y="1766754"/>
                </a:lnTo>
                <a:lnTo>
                  <a:pt x="8928719" y="1909991"/>
                </a:lnTo>
                <a:lnTo>
                  <a:pt x="8983883" y="1909991"/>
                </a:lnTo>
                <a:lnTo>
                  <a:pt x="8983883" y="1861976"/>
                </a:lnTo>
                <a:cubicBezTo>
                  <a:pt x="8983883" y="1839047"/>
                  <a:pt x="8986716" y="1823401"/>
                  <a:pt x="8992380" y="1815039"/>
                </a:cubicBezTo>
                <a:cubicBezTo>
                  <a:pt x="8996337" y="1809105"/>
                  <a:pt x="9001912" y="1806138"/>
                  <a:pt x="9009105" y="1806138"/>
                </a:cubicBezTo>
                <a:cubicBezTo>
                  <a:pt x="9012882" y="1806138"/>
                  <a:pt x="9018007" y="1807486"/>
                  <a:pt x="9024481" y="1810184"/>
                </a:cubicBezTo>
                <a:lnTo>
                  <a:pt x="9041475" y="1771070"/>
                </a:lnTo>
                <a:cubicBezTo>
                  <a:pt x="9031854" y="1766034"/>
                  <a:pt x="9022997" y="1763517"/>
                  <a:pt x="9014905" y="1763517"/>
                </a:cubicBezTo>
                <a:close/>
                <a:moveTo>
                  <a:pt x="8545315" y="1763517"/>
                </a:moveTo>
                <a:cubicBezTo>
                  <a:pt x="8534075" y="1763517"/>
                  <a:pt x="8524544" y="1765562"/>
                  <a:pt x="8516721" y="1769654"/>
                </a:cubicBezTo>
                <a:cubicBezTo>
                  <a:pt x="8508898" y="1773745"/>
                  <a:pt x="8501166" y="1780556"/>
                  <a:pt x="8493523" y="1790087"/>
                </a:cubicBezTo>
                <a:lnTo>
                  <a:pt x="8493523" y="1766754"/>
                </a:lnTo>
                <a:lnTo>
                  <a:pt x="8442405" y="1766754"/>
                </a:lnTo>
                <a:lnTo>
                  <a:pt x="8442405" y="1909991"/>
                </a:lnTo>
                <a:lnTo>
                  <a:pt x="8497299" y="1909991"/>
                </a:lnTo>
                <a:lnTo>
                  <a:pt x="8497299" y="1841205"/>
                </a:lnTo>
                <a:cubicBezTo>
                  <a:pt x="8497299" y="1828167"/>
                  <a:pt x="8499367" y="1819131"/>
                  <a:pt x="8503504" y="1814095"/>
                </a:cubicBezTo>
                <a:cubicBezTo>
                  <a:pt x="8507640" y="1809060"/>
                  <a:pt x="8513034" y="1806542"/>
                  <a:pt x="8519688" y="1806542"/>
                </a:cubicBezTo>
                <a:cubicBezTo>
                  <a:pt x="8525713" y="1806542"/>
                  <a:pt x="8530388" y="1808408"/>
                  <a:pt x="8533716" y="1812139"/>
                </a:cubicBezTo>
                <a:cubicBezTo>
                  <a:pt x="8537042" y="1815871"/>
                  <a:pt x="8538706" y="1822233"/>
                  <a:pt x="8538706" y="1831224"/>
                </a:cubicBezTo>
                <a:lnTo>
                  <a:pt x="8538706" y="1909991"/>
                </a:lnTo>
                <a:lnTo>
                  <a:pt x="8593870" y="1909991"/>
                </a:lnTo>
                <a:lnTo>
                  <a:pt x="8593870" y="1818951"/>
                </a:lnTo>
                <a:cubicBezTo>
                  <a:pt x="8593870" y="1800068"/>
                  <a:pt x="8589576" y="1786109"/>
                  <a:pt x="8580989" y="1777072"/>
                </a:cubicBezTo>
                <a:cubicBezTo>
                  <a:pt x="8572402" y="1768035"/>
                  <a:pt x="8560510" y="1763517"/>
                  <a:pt x="8545315" y="1763517"/>
                </a:cubicBezTo>
                <a:close/>
                <a:moveTo>
                  <a:pt x="8323524" y="1763517"/>
                </a:moveTo>
                <a:cubicBezTo>
                  <a:pt x="8313273" y="1763517"/>
                  <a:pt x="8303742" y="1764281"/>
                  <a:pt x="8294930" y="1765809"/>
                </a:cubicBezTo>
                <a:cubicBezTo>
                  <a:pt x="8286118" y="1767338"/>
                  <a:pt x="8279195" y="1769496"/>
                  <a:pt x="8274159" y="1772283"/>
                </a:cubicBezTo>
                <a:cubicBezTo>
                  <a:pt x="8267146" y="1776150"/>
                  <a:pt x="8261773" y="1780713"/>
                  <a:pt x="8258042" y="1785974"/>
                </a:cubicBezTo>
                <a:cubicBezTo>
                  <a:pt x="8254310" y="1791234"/>
                  <a:pt x="8251455" y="1798450"/>
                  <a:pt x="8249477" y="1807621"/>
                </a:cubicBezTo>
                <a:lnTo>
                  <a:pt x="8301944" y="1813151"/>
                </a:lnTo>
                <a:cubicBezTo>
                  <a:pt x="8304102" y="1806947"/>
                  <a:pt x="8306934" y="1802721"/>
                  <a:pt x="8310441" y="1800473"/>
                </a:cubicBezTo>
                <a:cubicBezTo>
                  <a:pt x="8314937" y="1797595"/>
                  <a:pt x="8321680" y="1796157"/>
                  <a:pt x="8330672" y="1796157"/>
                </a:cubicBezTo>
                <a:cubicBezTo>
                  <a:pt x="8337686" y="1796157"/>
                  <a:pt x="8342586" y="1797505"/>
                  <a:pt x="8345374" y="1800203"/>
                </a:cubicBezTo>
                <a:cubicBezTo>
                  <a:pt x="8348161" y="1802900"/>
                  <a:pt x="8349555" y="1807621"/>
                  <a:pt x="8349555" y="1814365"/>
                </a:cubicBezTo>
                <a:cubicBezTo>
                  <a:pt x="8342721" y="1817062"/>
                  <a:pt x="8336247" y="1819243"/>
                  <a:pt x="8330133" y="1820907"/>
                </a:cubicBezTo>
                <a:cubicBezTo>
                  <a:pt x="8324018" y="1822570"/>
                  <a:pt x="8310666" y="1825470"/>
                  <a:pt x="8290075" y="1829606"/>
                </a:cubicBezTo>
                <a:cubicBezTo>
                  <a:pt x="8272901" y="1833023"/>
                  <a:pt x="8261121" y="1838238"/>
                  <a:pt x="8254737" y="1845251"/>
                </a:cubicBezTo>
                <a:cubicBezTo>
                  <a:pt x="8248353" y="1852265"/>
                  <a:pt x="8245161" y="1861212"/>
                  <a:pt x="8245161" y="1872092"/>
                </a:cubicBezTo>
                <a:cubicBezTo>
                  <a:pt x="8245161" y="1883691"/>
                  <a:pt x="8249589" y="1893447"/>
                  <a:pt x="8258446" y="1901360"/>
                </a:cubicBezTo>
                <a:cubicBezTo>
                  <a:pt x="8267303" y="1909272"/>
                  <a:pt x="8280274" y="1913229"/>
                  <a:pt x="8297358" y="1913229"/>
                </a:cubicBezTo>
                <a:cubicBezTo>
                  <a:pt x="8310216" y="1913229"/>
                  <a:pt x="8321501" y="1911250"/>
                  <a:pt x="8331212" y="1907294"/>
                </a:cubicBezTo>
                <a:cubicBezTo>
                  <a:pt x="8338315" y="1904327"/>
                  <a:pt x="8345464" y="1899381"/>
                  <a:pt x="8352657" y="1892458"/>
                </a:cubicBezTo>
                <a:cubicBezTo>
                  <a:pt x="8353286" y="1896594"/>
                  <a:pt x="8353916" y="1899628"/>
                  <a:pt x="8354545" y="1901562"/>
                </a:cubicBezTo>
                <a:cubicBezTo>
                  <a:pt x="8355175" y="1903495"/>
                  <a:pt x="8356523" y="1906305"/>
                  <a:pt x="8358591" y="1909991"/>
                </a:cubicBezTo>
                <a:lnTo>
                  <a:pt x="8410114" y="1909991"/>
                </a:lnTo>
                <a:cubicBezTo>
                  <a:pt x="8407236" y="1904057"/>
                  <a:pt x="8405371" y="1899179"/>
                  <a:pt x="8404516" y="1895357"/>
                </a:cubicBezTo>
                <a:cubicBezTo>
                  <a:pt x="8403662" y="1891536"/>
                  <a:pt x="8403235" y="1886254"/>
                  <a:pt x="8403235" y="1879510"/>
                </a:cubicBezTo>
                <a:lnTo>
                  <a:pt x="8403235" y="1816253"/>
                </a:lnTo>
                <a:cubicBezTo>
                  <a:pt x="8403235" y="1809510"/>
                  <a:pt x="8401886" y="1802428"/>
                  <a:pt x="8399189" y="1795010"/>
                </a:cubicBezTo>
                <a:cubicBezTo>
                  <a:pt x="8396491" y="1787592"/>
                  <a:pt x="8392805" y="1781860"/>
                  <a:pt x="8388129" y="1777814"/>
                </a:cubicBezTo>
                <a:cubicBezTo>
                  <a:pt x="8381475" y="1771969"/>
                  <a:pt x="8373158" y="1768125"/>
                  <a:pt x="8363177" y="1766282"/>
                </a:cubicBezTo>
                <a:cubicBezTo>
                  <a:pt x="8353196" y="1764438"/>
                  <a:pt x="8339979" y="1763517"/>
                  <a:pt x="8323524" y="1763517"/>
                </a:cubicBezTo>
                <a:close/>
                <a:moveTo>
                  <a:pt x="8051159" y="1763517"/>
                </a:moveTo>
                <a:cubicBezTo>
                  <a:pt x="8034974" y="1763517"/>
                  <a:pt x="8022071" y="1765201"/>
                  <a:pt x="8012450" y="1768569"/>
                </a:cubicBezTo>
                <a:cubicBezTo>
                  <a:pt x="8002829" y="1771938"/>
                  <a:pt x="7995276" y="1777036"/>
                  <a:pt x="7989791" y="1783862"/>
                </a:cubicBezTo>
                <a:cubicBezTo>
                  <a:pt x="7984306" y="1790689"/>
                  <a:pt x="7981563" y="1798818"/>
                  <a:pt x="7981563" y="1808251"/>
                </a:cubicBezTo>
                <a:cubicBezTo>
                  <a:pt x="7981563" y="1816875"/>
                  <a:pt x="7984104" y="1824555"/>
                  <a:pt x="7989184" y="1831292"/>
                </a:cubicBezTo>
                <a:cubicBezTo>
                  <a:pt x="7994264" y="1838029"/>
                  <a:pt x="8000513" y="1842812"/>
                  <a:pt x="8007931" y="1845641"/>
                </a:cubicBezTo>
                <a:cubicBezTo>
                  <a:pt x="8015350" y="1848471"/>
                  <a:pt x="8028590" y="1851547"/>
                  <a:pt x="8047652" y="1854870"/>
                </a:cubicBezTo>
                <a:cubicBezTo>
                  <a:pt x="8060421" y="1857115"/>
                  <a:pt x="8068288" y="1859000"/>
                  <a:pt x="8071256" y="1860526"/>
                </a:cubicBezTo>
                <a:cubicBezTo>
                  <a:pt x="8075392" y="1862681"/>
                  <a:pt x="8077460" y="1865734"/>
                  <a:pt x="8077460" y="1869685"/>
                </a:cubicBezTo>
                <a:cubicBezTo>
                  <a:pt x="8077460" y="1873186"/>
                  <a:pt x="8075886" y="1876103"/>
                  <a:pt x="8072739" y="1878437"/>
                </a:cubicBezTo>
                <a:cubicBezTo>
                  <a:pt x="8068693" y="1881580"/>
                  <a:pt x="8062983" y="1883152"/>
                  <a:pt x="8055610" y="1883152"/>
                </a:cubicBezTo>
                <a:cubicBezTo>
                  <a:pt x="8048866" y="1883152"/>
                  <a:pt x="8043471" y="1881757"/>
                  <a:pt x="8039425" y="1878970"/>
                </a:cubicBezTo>
                <a:cubicBezTo>
                  <a:pt x="8035379" y="1876183"/>
                  <a:pt x="8032232" y="1871552"/>
                  <a:pt x="8029984" y="1865078"/>
                </a:cubicBezTo>
                <a:lnTo>
                  <a:pt x="7975494" y="1870204"/>
                </a:lnTo>
                <a:cubicBezTo>
                  <a:pt x="7978641" y="1883961"/>
                  <a:pt x="7985767" y="1894571"/>
                  <a:pt x="7996872" y="1902034"/>
                </a:cubicBezTo>
                <a:cubicBezTo>
                  <a:pt x="8007977" y="1909497"/>
                  <a:pt x="8026612" y="1913229"/>
                  <a:pt x="8052778" y="1913229"/>
                </a:cubicBezTo>
                <a:cubicBezTo>
                  <a:pt x="8071301" y="1913229"/>
                  <a:pt x="8085935" y="1910916"/>
                  <a:pt x="8096680" y="1906290"/>
                </a:cubicBezTo>
                <a:cubicBezTo>
                  <a:pt x="8107425" y="1901664"/>
                  <a:pt x="8115292" y="1895444"/>
                  <a:pt x="8120283" y="1887629"/>
                </a:cubicBezTo>
                <a:cubicBezTo>
                  <a:pt x="8125273" y="1879813"/>
                  <a:pt x="8127768" y="1871774"/>
                  <a:pt x="8127768" y="1863510"/>
                </a:cubicBezTo>
                <a:cubicBezTo>
                  <a:pt x="8127768" y="1855336"/>
                  <a:pt x="8125408" y="1847836"/>
                  <a:pt x="8120688" y="1841009"/>
                </a:cubicBezTo>
                <a:cubicBezTo>
                  <a:pt x="8115967" y="1834183"/>
                  <a:pt x="8109156" y="1828927"/>
                  <a:pt x="8100254" y="1825245"/>
                </a:cubicBezTo>
                <a:cubicBezTo>
                  <a:pt x="8091352" y="1821561"/>
                  <a:pt x="8077775" y="1818687"/>
                  <a:pt x="8059521" y="1816622"/>
                </a:cubicBezTo>
                <a:cubicBezTo>
                  <a:pt x="8047472" y="1815184"/>
                  <a:pt x="8039650" y="1813568"/>
                  <a:pt x="8036053" y="1811773"/>
                </a:cubicBezTo>
                <a:cubicBezTo>
                  <a:pt x="8032457" y="1809977"/>
                  <a:pt x="8030658" y="1807329"/>
                  <a:pt x="8030658" y="1803828"/>
                </a:cubicBezTo>
                <a:cubicBezTo>
                  <a:pt x="8030658" y="1800685"/>
                  <a:pt x="8032074" y="1798014"/>
                  <a:pt x="8034907" y="1795814"/>
                </a:cubicBezTo>
                <a:cubicBezTo>
                  <a:pt x="8037739" y="1793615"/>
                  <a:pt x="8042257" y="1792515"/>
                  <a:pt x="8048462" y="1792515"/>
                </a:cubicBezTo>
                <a:cubicBezTo>
                  <a:pt x="8054576" y="1792515"/>
                  <a:pt x="8059791" y="1793954"/>
                  <a:pt x="8064107" y="1796831"/>
                </a:cubicBezTo>
                <a:cubicBezTo>
                  <a:pt x="8067254" y="1798989"/>
                  <a:pt x="8069502" y="1802361"/>
                  <a:pt x="8070851" y="1806947"/>
                </a:cubicBezTo>
                <a:lnTo>
                  <a:pt x="8122913" y="1801821"/>
                </a:lnTo>
                <a:cubicBezTo>
                  <a:pt x="8119316" y="1792470"/>
                  <a:pt x="8114798" y="1785052"/>
                  <a:pt x="8109358" y="1779567"/>
                </a:cubicBezTo>
                <a:cubicBezTo>
                  <a:pt x="8103918" y="1774082"/>
                  <a:pt x="8097129" y="1770036"/>
                  <a:pt x="8088992" y="1767428"/>
                </a:cubicBezTo>
                <a:cubicBezTo>
                  <a:pt x="8080854" y="1764821"/>
                  <a:pt x="8068243" y="1763517"/>
                  <a:pt x="8051159" y="1763517"/>
                </a:cubicBezTo>
                <a:close/>
                <a:moveTo>
                  <a:pt x="7870184" y="1763517"/>
                </a:moveTo>
                <a:cubicBezTo>
                  <a:pt x="7853999" y="1763517"/>
                  <a:pt x="7841096" y="1765201"/>
                  <a:pt x="7831475" y="1768569"/>
                </a:cubicBezTo>
                <a:cubicBezTo>
                  <a:pt x="7821854" y="1771938"/>
                  <a:pt x="7814301" y="1777036"/>
                  <a:pt x="7808816" y="1783862"/>
                </a:cubicBezTo>
                <a:cubicBezTo>
                  <a:pt x="7803331" y="1790689"/>
                  <a:pt x="7800588" y="1798818"/>
                  <a:pt x="7800588" y="1808251"/>
                </a:cubicBezTo>
                <a:cubicBezTo>
                  <a:pt x="7800588" y="1816875"/>
                  <a:pt x="7803129" y="1824555"/>
                  <a:pt x="7808209" y="1831292"/>
                </a:cubicBezTo>
                <a:cubicBezTo>
                  <a:pt x="7813289" y="1838029"/>
                  <a:pt x="7819538" y="1842812"/>
                  <a:pt x="7826956" y="1845641"/>
                </a:cubicBezTo>
                <a:cubicBezTo>
                  <a:pt x="7834375" y="1848471"/>
                  <a:pt x="7847615" y="1851547"/>
                  <a:pt x="7866677" y="1854870"/>
                </a:cubicBezTo>
                <a:cubicBezTo>
                  <a:pt x="7879446" y="1857115"/>
                  <a:pt x="7887313" y="1859000"/>
                  <a:pt x="7890281" y="1860526"/>
                </a:cubicBezTo>
                <a:cubicBezTo>
                  <a:pt x="7894417" y="1862681"/>
                  <a:pt x="7896485" y="1865734"/>
                  <a:pt x="7896485" y="1869685"/>
                </a:cubicBezTo>
                <a:cubicBezTo>
                  <a:pt x="7896485" y="1873186"/>
                  <a:pt x="7894911" y="1876103"/>
                  <a:pt x="7891764" y="1878437"/>
                </a:cubicBezTo>
                <a:cubicBezTo>
                  <a:pt x="7887718" y="1881580"/>
                  <a:pt x="7882008" y="1883152"/>
                  <a:pt x="7874635" y="1883152"/>
                </a:cubicBezTo>
                <a:cubicBezTo>
                  <a:pt x="7867891" y="1883152"/>
                  <a:pt x="7862496" y="1881757"/>
                  <a:pt x="7858450" y="1878970"/>
                </a:cubicBezTo>
                <a:cubicBezTo>
                  <a:pt x="7854404" y="1876183"/>
                  <a:pt x="7851257" y="1871552"/>
                  <a:pt x="7849009" y="1865078"/>
                </a:cubicBezTo>
                <a:lnTo>
                  <a:pt x="7794519" y="1870204"/>
                </a:lnTo>
                <a:cubicBezTo>
                  <a:pt x="7797666" y="1883961"/>
                  <a:pt x="7804792" y="1894571"/>
                  <a:pt x="7815897" y="1902034"/>
                </a:cubicBezTo>
                <a:cubicBezTo>
                  <a:pt x="7827002" y="1909497"/>
                  <a:pt x="7845637" y="1913229"/>
                  <a:pt x="7871803" y="1913229"/>
                </a:cubicBezTo>
                <a:cubicBezTo>
                  <a:pt x="7890326" y="1913229"/>
                  <a:pt x="7904960" y="1910916"/>
                  <a:pt x="7915705" y="1906290"/>
                </a:cubicBezTo>
                <a:cubicBezTo>
                  <a:pt x="7926450" y="1901664"/>
                  <a:pt x="7934317" y="1895444"/>
                  <a:pt x="7939308" y="1887629"/>
                </a:cubicBezTo>
                <a:cubicBezTo>
                  <a:pt x="7944298" y="1879813"/>
                  <a:pt x="7946793" y="1871774"/>
                  <a:pt x="7946793" y="1863510"/>
                </a:cubicBezTo>
                <a:cubicBezTo>
                  <a:pt x="7946793" y="1855336"/>
                  <a:pt x="7944433" y="1847836"/>
                  <a:pt x="7939713" y="1841009"/>
                </a:cubicBezTo>
                <a:cubicBezTo>
                  <a:pt x="7934992" y="1834183"/>
                  <a:pt x="7928181" y="1828927"/>
                  <a:pt x="7919279" y="1825245"/>
                </a:cubicBezTo>
                <a:cubicBezTo>
                  <a:pt x="7910377" y="1821561"/>
                  <a:pt x="7896800" y="1818687"/>
                  <a:pt x="7878546" y="1816622"/>
                </a:cubicBezTo>
                <a:cubicBezTo>
                  <a:pt x="7866497" y="1815184"/>
                  <a:pt x="7858675" y="1813568"/>
                  <a:pt x="7855078" y="1811773"/>
                </a:cubicBezTo>
                <a:cubicBezTo>
                  <a:pt x="7851481" y="1809977"/>
                  <a:pt x="7849683" y="1807329"/>
                  <a:pt x="7849683" y="1803828"/>
                </a:cubicBezTo>
                <a:cubicBezTo>
                  <a:pt x="7849683" y="1800685"/>
                  <a:pt x="7851099" y="1798014"/>
                  <a:pt x="7853932" y="1795814"/>
                </a:cubicBezTo>
                <a:cubicBezTo>
                  <a:pt x="7856764" y="1793615"/>
                  <a:pt x="7861282" y="1792515"/>
                  <a:pt x="7867487" y="1792515"/>
                </a:cubicBezTo>
                <a:cubicBezTo>
                  <a:pt x="7873601" y="1792515"/>
                  <a:pt x="7878816" y="1793954"/>
                  <a:pt x="7883132" y="1796831"/>
                </a:cubicBezTo>
                <a:cubicBezTo>
                  <a:pt x="7886279" y="1798989"/>
                  <a:pt x="7888527" y="1802361"/>
                  <a:pt x="7889876" y="1806947"/>
                </a:cubicBezTo>
                <a:lnTo>
                  <a:pt x="7941938" y="1801821"/>
                </a:lnTo>
                <a:cubicBezTo>
                  <a:pt x="7938341" y="1792470"/>
                  <a:pt x="7933823" y="1785052"/>
                  <a:pt x="7928383" y="1779567"/>
                </a:cubicBezTo>
                <a:cubicBezTo>
                  <a:pt x="7922943" y="1774082"/>
                  <a:pt x="7916154" y="1770036"/>
                  <a:pt x="7908017" y="1767428"/>
                </a:cubicBezTo>
                <a:cubicBezTo>
                  <a:pt x="7899879" y="1764821"/>
                  <a:pt x="7887268" y="1763517"/>
                  <a:pt x="7870184" y="1763517"/>
                </a:cubicBezTo>
                <a:close/>
                <a:moveTo>
                  <a:pt x="7687777" y="1763517"/>
                </a:moveTo>
                <a:cubicBezTo>
                  <a:pt x="7662510" y="1763517"/>
                  <a:pt x="7642706" y="1770440"/>
                  <a:pt x="7628364" y="1784287"/>
                </a:cubicBezTo>
                <a:cubicBezTo>
                  <a:pt x="7614022" y="1798135"/>
                  <a:pt x="7606851" y="1816253"/>
                  <a:pt x="7606851" y="1838642"/>
                </a:cubicBezTo>
                <a:cubicBezTo>
                  <a:pt x="7606851" y="1854378"/>
                  <a:pt x="7610425" y="1868067"/>
                  <a:pt x="7617574" y="1879712"/>
                </a:cubicBezTo>
                <a:cubicBezTo>
                  <a:pt x="7624722" y="1891356"/>
                  <a:pt x="7633737" y="1899853"/>
                  <a:pt x="7644616" y="1905204"/>
                </a:cubicBezTo>
                <a:cubicBezTo>
                  <a:pt x="7655496" y="1910554"/>
                  <a:pt x="7670423" y="1913229"/>
                  <a:pt x="7689395" y="1913229"/>
                </a:cubicBezTo>
                <a:cubicBezTo>
                  <a:pt x="7711245" y="1913229"/>
                  <a:pt x="7728015" y="1910104"/>
                  <a:pt x="7739704" y="1903855"/>
                </a:cubicBezTo>
                <a:cubicBezTo>
                  <a:pt x="7751393" y="1897606"/>
                  <a:pt x="7761374" y="1887288"/>
                  <a:pt x="7769646" y="1872901"/>
                </a:cubicBezTo>
                <a:lnTo>
                  <a:pt x="7715561" y="1867911"/>
                </a:lnTo>
                <a:cubicBezTo>
                  <a:pt x="7712144" y="1872226"/>
                  <a:pt x="7708952" y="1875239"/>
                  <a:pt x="7705985" y="1876947"/>
                </a:cubicBezTo>
                <a:cubicBezTo>
                  <a:pt x="7701129" y="1879645"/>
                  <a:pt x="7696004" y="1880993"/>
                  <a:pt x="7690609" y="1880993"/>
                </a:cubicBezTo>
                <a:cubicBezTo>
                  <a:pt x="7682067" y="1880993"/>
                  <a:pt x="7675143" y="1877891"/>
                  <a:pt x="7669838" y="1871687"/>
                </a:cubicBezTo>
                <a:cubicBezTo>
                  <a:pt x="7666062" y="1867371"/>
                  <a:pt x="7663679" y="1860807"/>
                  <a:pt x="7662690" y="1851995"/>
                </a:cubicBezTo>
                <a:lnTo>
                  <a:pt x="7772748" y="1851995"/>
                </a:lnTo>
                <a:lnTo>
                  <a:pt x="7772748" y="1845791"/>
                </a:lnTo>
                <a:cubicBezTo>
                  <a:pt x="7772748" y="1826909"/>
                  <a:pt x="7769646" y="1811577"/>
                  <a:pt x="7763442" y="1799798"/>
                </a:cubicBezTo>
                <a:cubicBezTo>
                  <a:pt x="7757238" y="1788019"/>
                  <a:pt x="7748201" y="1779027"/>
                  <a:pt x="7736332" y="1772823"/>
                </a:cubicBezTo>
                <a:cubicBezTo>
                  <a:pt x="7724463" y="1766619"/>
                  <a:pt x="7708278" y="1763517"/>
                  <a:pt x="7687777" y="1763517"/>
                </a:cubicBezTo>
                <a:close/>
                <a:moveTo>
                  <a:pt x="7324433" y="1763517"/>
                </a:moveTo>
                <a:cubicBezTo>
                  <a:pt x="7313808" y="1763517"/>
                  <a:pt x="7304735" y="1765360"/>
                  <a:pt x="7297217" y="1769047"/>
                </a:cubicBezTo>
                <a:cubicBezTo>
                  <a:pt x="7289698" y="1772733"/>
                  <a:pt x="7282247" y="1778937"/>
                  <a:pt x="7274862" y="1787660"/>
                </a:cubicBezTo>
                <a:lnTo>
                  <a:pt x="7274862" y="1766754"/>
                </a:lnTo>
                <a:lnTo>
                  <a:pt x="7223610" y="1766754"/>
                </a:lnTo>
                <a:lnTo>
                  <a:pt x="7223610" y="1909991"/>
                </a:lnTo>
                <a:lnTo>
                  <a:pt x="7278639" y="1909991"/>
                </a:lnTo>
                <a:lnTo>
                  <a:pt x="7278639" y="1836889"/>
                </a:lnTo>
                <a:cubicBezTo>
                  <a:pt x="7278639" y="1826009"/>
                  <a:pt x="7280669" y="1818187"/>
                  <a:pt x="7284729" y="1813421"/>
                </a:cubicBezTo>
                <a:cubicBezTo>
                  <a:pt x="7288790" y="1808655"/>
                  <a:pt x="7293978" y="1806272"/>
                  <a:pt x="7300295" y="1806272"/>
                </a:cubicBezTo>
                <a:cubicBezTo>
                  <a:pt x="7304174" y="1806272"/>
                  <a:pt x="7307557" y="1807374"/>
                  <a:pt x="7310444" y="1809577"/>
                </a:cubicBezTo>
                <a:cubicBezTo>
                  <a:pt x="7313331" y="1811780"/>
                  <a:pt x="7315362" y="1814680"/>
                  <a:pt x="7316535" y="1818276"/>
                </a:cubicBezTo>
                <a:cubicBezTo>
                  <a:pt x="7317257" y="1820524"/>
                  <a:pt x="7317618" y="1824796"/>
                  <a:pt x="7317618" y="1831089"/>
                </a:cubicBezTo>
                <a:lnTo>
                  <a:pt x="7317618" y="1909991"/>
                </a:lnTo>
                <a:lnTo>
                  <a:pt x="7372647" y="1909991"/>
                </a:lnTo>
                <a:lnTo>
                  <a:pt x="7372647" y="1836080"/>
                </a:lnTo>
                <a:cubicBezTo>
                  <a:pt x="7372647" y="1825739"/>
                  <a:pt x="7374619" y="1818231"/>
                  <a:pt x="7378561" y="1813556"/>
                </a:cubicBezTo>
                <a:cubicBezTo>
                  <a:pt x="7382505" y="1808880"/>
                  <a:pt x="7387702" y="1806542"/>
                  <a:pt x="7394153" y="1806542"/>
                </a:cubicBezTo>
                <a:cubicBezTo>
                  <a:pt x="7399619" y="1806542"/>
                  <a:pt x="7404188" y="1809015"/>
                  <a:pt x="7407862" y="1813960"/>
                </a:cubicBezTo>
                <a:cubicBezTo>
                  <a:pt x="7410371" y="1817108"/>
                  <a:pt x="7411626" y="1821918"/>
                  <a:pt x="7411626" y="1828392"/>
                </a:cubicBezTo>
                <a:lnTo>
                  <a:pt x="7411626" y="1909991"/>
                </a:lnTo>
                <a:lnTo>
                  <a:pt x="7466655" y="1909991"/>
                </a:lnTo>
                <a:lnTo>
                  <a:pt x="7466655" y="1820029"/>
                </a:lnTo>
                <a:cubicBezTo>
                  <a:pt x="7466655" y="1800607"/>
                  <a:pt x="7462345" y="1786333"/>
                  <a:pt x="7453725" y="1777207"/>
                </a:cubicBezTo>
                <a:cubicBezTo>
                  <a:pt x="7445105" y="1768080"/>
                  <a:pt x="7433118" y="1763517"/>
                  <a:pt x="7417763" y="1763517"/>
                </a:cubicBezTo>
                <a:cubicBezTo>
                  <a:pt x="7407347" y="1763517"/>
                  <a:pt x="7398592" y="1765203"/>
                  <a:pt x="7391498" y="1768574"/>
                </a:cubicBezTo>
                <a:cubicBezTo>
                  <a:pt x="7384404" y="1771947"/>
                  <a:pt x="7376547" y="1778308"/>
                  <a:pt x="7367926" y="1787660"/>
                </a:cubicBezTo>
                <a:cubicBezTo>
                  <a:pt x="7363695" y="1779657"/>
                  <a:pt x="7358247" y="1773633"/>
                  <a:pt x="7351583" y="1769586"/>
                </a:cubicBezTo>
                <a:cubicBezTo>
                  <a:pt x="7344920" y="1765540"/>
                  <a:pt x="7335870" y="1763517"/>
                  <a:pt x="7324433" y="1763517"/>
                </a:cubicBezTo>
                <a:close/>
                <a:moveTo>
                  <a:pt x="7104324" y="1763517"/>
                </a:moveTo>
                <a:cubicBezTo>
                  <a:pt x="7094073" y="1763517"/>
                  <a:pt x="7084542" y="1764281"/>
                  <a:pt x="7075730" y="1765809"/>
                </a:cubicBezTo>
                <a:cubicBezTo>
                  <a:pt x="7066918" y="1767338"/>
                  <a:pt x="7059995" y="1769496"/>
                  <a:pt x="7054959" y="1772283"/>
                </a:cubicBezTo>
                <a:cubicBezTo>
                  <a:pt x="7047946" y="1776150"/>
                  <a:pt x="7042573" y="1780713"/>
                  <a:pt x="7038842" y="1785974"/>
                </a:cubicBezTo>
                <a:cubicBezTo>
                  <a:pt x="7035110" y="1791234"/>
                  <a:pt x="7032255" y="1798450"/>
                  <a:pt x="7030277" y="1807621"/>
                </a:cubicBezTo>
                <a:lnTo>
                  <a:pt x="7082744" y="1813151"/>
                </a:lnTo>
                <a:cubicBezTo>
                  <a:pt x="7084902" y="1806947"/>
                  <a:pt x="7087734" y="1802721"/>
                  <a:pt x="7091241" y="1800473"/>
                </a:cubicBezTo>
                <a:cubicBezTo>
                  <a:pt x="7095737" y="1797595"/>
                  <a:pt x="7102481" y="1796157"/>
                  <a:pt x="7111472" y="1796157"/>
                </a:cubicBezTo>
                <a:cubicBezTo>
                  <a:pt x="7118486" y="1796157"/>
                  <a:pt x="7123386" y="1797505"/>
                  <a:pt x="7126174" y="1800203"/>
                </a:cubicBezTo>
                <a:cubicBezTo>
                  <a:pt x="7128961" y="1802900"/>
                  <a:pt x="7130355" y="1807621"/>
                  <a:pt x="7130355" y="1814365"/>
                </a:cubicBezTo>
                <a:cubicBezTo>
                  <a:pt x="7123521" y="1817062"/>
                  <a:pt x="7117047" y="1819243"/>
                  <a:pt x="7110933" y="1820907"/>
                </a:cubicBezTo>
                <a:cubicBezTo>
                  <a:pt x="7104818" y="1822570"/>
                  <a:pt x="7091466" y="1825470"/>
                  <a:pt x="7070875" y="1829606"/>
                </a:cubicBezTo>
                <a:cubicBezTo>
                  <a:pt x="7053701" y="1833023"/>
                  <a:pt x="7041921" y="1838238"/>
                  <a:pt x="7035537" y="1845251"/>
                </a:cubicBezTo>
                <a:cubicBezTo>
                  <a:pt x="7029153" y="1852265"/>
                  <a:pt x="7025961" y="1861212"/>
                  <a:pt x="7025961" y="1872092"/>
                </a:cubicBezTo>
                <a:cubicBezTo>
                  <a:pt x="7025961" y="1883691"/>
                  <a:pt x="7030390" y="1893447"/>
                  <a:pt x="7039246" y="1901360"/>
                </a:cubicBezTo>
                <a:cubicBezTo>
                  <a:pt x="7048103" y="1909272"/>
                  <a:pt x="7061074" y="1913229"/>
                  <a:pt x="7078158" y="1913229"/>
                </a:cubicBezTo>
                <a:cubicBezTo>
                  <a:pt x="7091016" y="1913229"/>
                  <a:pt x="7102301" y="1911250"/>
                  <a:pt x="7112012" y="1907294"/>
                </a:cubicBezTo>
                <a:cubicBezTo>
                  <a:pt x="7119115" y="1904327"/>
                  <a:pt x="7126264" y="1899381"/>
                  <a:pt x="7133457" y="1892458"/>
                </a:cubicBezTo>
                <a:cubicBezTo>
                  <a:pt x="7134086" y="1896594"/>
                  <a:pt x="7134716" y="1899628"/>
                  <a:pt x="7135345" y="1901562"/>
                </a:cubicBezTo>
                <a:cubicBezTo>
                  <a:pt x="7135975" y="1903495"/>
                  <a:pt x="7137323" y="1906305"/>
                  <a:pt x="7139392" y="1909991"/>
                </a:cubicBezTo>
                <a:lnTo>
                  <a:pt x="7190914" y="1909991"/>
                </a:lnTo>
                <a:cubicBezTo>
                  <a:pt x="7188037" y="1904057"/>
                  <a:pt x="7186171" y="1899179"/>
                  <a:pt x="7185317" y="1895357"/>
                </a:cubicBezTo>
                <a:cubicBezTo>
                  <a:pt x="7184462" y="1891536"/>
                  <a:pt x="7184035" y="1886254"/>
                  <a:pt x="7184035" y="1879510"/>
                </a:cubicBezTo>
                <a:lnTo>
                  <a:pt x="7184035" y="1816253"/>
                </a:lnTo>
                <a:cubicBezTo>
                  <a:pt x="7184035" y="1809510"/>
                  <a:pt x="7182686" y="1802428"/>
                  <a:pt x="7179989" y="1795010"/>
                </a:cubicBezTo>
                <a:cubicBezTo>
                  <a:pt x="7177291" y="1787592"/>
                  <a:pt x="7173605" y="1781860"/>
                  <a:pt x="7168929" y="1777814"/>
                </a:cubicBezTo>
                <a:cubicBezTo>
                  <a:pt x="7162275" y="1771969"/>
                  <a:pt x="7153958" y="1768125"/>
                  <a:pt x="7143977" y="1766282"/>
                </a:cubicBezTo>
                <a:cubicBezTo>
                  <a:pt x="7133996" y="1764438"/>
                  <a:pt x="7120779" y="1763517"/>
                  <a:pt x="7104324" y="1763517"/>
                </a:cubicBezTo>
                <a:close/>
                <a:moveTo>
                  <a:pt x="6916252" y="1763517"/>
                </a:moveTo>
                <a:cubicBezTo>
                  <a:pt x="6890985" y="1763517"/>
                  <a:pt x="6871181" y="1770440"/>
                  <a:pt x="6856839" y="1784287"/>
                </a:cubicBezTo>
                <a:cubicBezTo>
                  <a:pt x="6842497" y="1798135"/>
                  <a:pt x="6835326" y="1816253"/>
                  <a:pt x="6835326" y="1838642"/>
                </a:cubicBezTo>
                <a:cubicBezTo>
                  <a:pt x="6835326" y="1854378"/>
                  <a:pt x="6838901" y="1868067"/>
                  <a:pt x="6846049" y="1879712"/>
                </a:cubicBezTo>
                <a:cubicBezTo>
                  <a:pt x="6853197" y="1891356"/>
                  <a:pt x="6862211" y="1899853"/>
                  <a:pt x="6873091" y="1905204"/>
                </a:cubicBezTo>
                <a:cubicBezTo>
                  <a:pt x="6883971" y="1910554"/>
                  <a:pt x="6898898" y="1913229"/>
                  <a:pt x="6917870" y="1913229"/>
                </a:cubicBezTo>
                <a:cubicBezTo>
                  <a:pt x="6939720" y="1913229"/>
                  <a:pt x="6956489" y="1910104"/>
                  <a:pt x="6968179" y="1903855"/>
                </a:cubicBezTo>
                <a:cubicBezTo>
                  <a:pt x="6979868" y="1897606"/>
                  <a:pt x="6989849" y="1887288"/>
                  <a:pt x="6998121" y="1872901"/>
                </a:cubicBezTo>
                <a:lnTo>
                  <a:pt x="6944036" y="1867911"/>
                </a:lnTo>
                <a:cubicBezTo>
                  <a:pt x="6940619" y="1872226"/>
                  <a:pt x="6937427" y="1875239"/>
                  <a:pt x="6934460" y="1876947"/>
                </a:cubicBezTo>
                <a:cubicBezTo>
                  <a:pt x="6929604" y="1879645"/>
                  <a:pt x="6924479" y="1880993"/>
                  <a:pt x="6919084" y="1880993"/>
                </a:cubicBezTo>
                <a:cubicBezTo>
                  <a:pt x="6910542" y="1880993"/>
                  <a:pt x="6903618" y="1877891"/>
                  <a:pt x="6898313" y="1871687"/>
                </a:cubicBezTo>
                <a:cubicBezTo>
                  <a:pt x="6894537" y="1867371"/>
                  <a:pt x="6892154" y="1860807"/>
                  <a:pt x="6891165" y="1851995"/>
                </a:cubicBezTo>
                <a:lnTo>
                  <a:pt x="7001223" y="1851995"/>
                </a:lnTo>
                <a:lnTo>
                  <a:pt x="7001223" y="1845791"/>
                </a:lnTo>
                <a:cubicBezTo>
                  <a:pt x="7001223" y="1826909"/>
                  <a:pt x="6998121" y="1811577"/>
                  <a:pt x="6991917" y="1799798"/>
                </a:cubicBezTo>
                <a:cubicBezTo>
                  <a:pt x="6985712" y="1788019"/>
                  <a:pt x="6976676" y="1779027"/>
                  <a:pt x="6964807" y="1772823"/>
                </a:cubicBezTo>
                <a:cubicBezTo>
                  <a:pt x="6952938" y="1766619"/>
                  <a:pt x="6936753" y="1763517"/>
                  <a:pt x="6916252" y="1763517"/>
                </a:cubicBezTo>
                <a:close/>
                <a:moveTo>
                  <a:pt x="6727184" y="1763517"/>
                </a:moveTo>
                <a:cubicBezTo>
                  <a:pt x="6710999" y="1763517"/>
                  <a:pt x="6698096" y="1765201"/>
                  <a:pt x="6688475" y="1768569"/>
                </a:cubicBezTo>
                <a:cubicBezTo>
                  <a:pt x="6678854" y="1771938"/>
                  <a:pt x="6671301" y="1777036"/>
                  <a:pt x="6665816" y="1783862"/>
                </a:cubicBezTo>
                <a:cubicBezTo>
                  <a:pt x="6660331" y="1790689"/>
                  <a:pt x="6657588" y="1798818"/>
                  <a:pt x="6657588" y="1808251"/>
                </a:cubicBezTo>
                <a:cubicBezTo>
                  <a:pt x="6657588" y="1816875"/>
                  <a:pt x="6660129" y="1824555"/>
                  <a:pt x="6665209" y="1831292"/>
                </a:cubicBezTo>
                <a:cubicBezTo>
                  <a:pt x="6670289" y="1838029"/>
                  <a:pt x="6676538" y="1842812"/>
                  <a:pt x="6683957" y="1845641"/>
                </a:cubicBezTo>
                <a:cubicBezTo>
                  <a:pt x="6691375" y="1848471"/>
                  <a:pt x="6704615" y="1851547"/>
                  <a:pt x="6723677" y="1854870"/>
                </a:cubicBezTo>
                <a:cubicBezTo>
                  <a:pt x="6736446" y="1857115"/>
                  <a:pt x="6744313" y="1859000"/>
                  <a:pt x="6747281" y="1860526"/>
                </a:cubicBezTo>
                <a:cubicBezTo>
                  <a:pt x="6751417" y="1862681"/>
                  <a:pt x="6753485" y="1865734"/>
                  <a:pt x="6753485" y="1869685"/>
                </a:cubicBezTo>
                <a:cubicBezTo>
                  <a:pt x="6753485" y="1873186"/>
                  <a:pt x="6751911" y="1876103"/>
                  <a:pt x="6748764" y="1878437"/>
                </a:cubicBezTo>
                <a:cubicBezTo>
                  <a:pt x="6744718" y="1881580"/>
                  <a:pt x="6739008" y="1883152"/>
                  <a:pt x="6731635" y="1883152"/>
                </a:cubicBezTo>
                <a:cubicBezTo>
                  <a:pt x="6724891" y="1883152"/>
                  <a:pt x="6719496" y="1881757"/>
                  <a:pt x="6715450" y="1878970"/>
                </a:cubicBezTo>
                <a:cubicBezTo>
                  <a:pt x="6711404" y="1876183"/>
                  <a:pt x="6708257" y="1871552"/>
                  <a:pt x="6706009" y="1865078"/>
                </a:cubicBezTo>
                <a:lnTo>
                  <a:pt x="6651519" y="1870204"/>
                </a:lnTo>
                <a:cubicBezTo>
                  <a:pt x="6654666" y="1883961"/>
                  <a:pt x="6661792" y="1894571"/>
                  <a:pt x="6672897" y="1902034"/>
                </a:cubicBezTo>
                <a:cubicBezTo>
                  <a:pt x="6684001" y="1909497"/>
                  <a:pt x="6702637" y="1913229"/>
                  <a:pt x="6728803" y="1913229"/>
                </a:cubicBezTo>
                <a:cubicBezTo>
                  <a:pt x="6747326" y="1913229"/>
                  <a:pt x="6761959" y="1910916"/>
                  <a:pt x="6772705" y="1906290"/>
                </a:cubicBezTo>
                <a:cubicBezTo>
                  <a:pt x="6783450" y="1901664"/>
                  <a:pt x="6791317" y="1895444"/>
                  <a:pt x="6796308" y="1887629"/>
                </a:cubicBezTo>
                <a:cubicBezTo>
                  <a:pt x="6801298" y="1879813"/>
                  <a:pt x="6803793" y="1871774"/>
                  <a:pt x="6803793" y="1863510"/>
                </a:cubicBezTo>
                <a:cubicBezTo>
                  <a:pt x="6803793" y="1855336"/>
                  <a:pt x="6801433" y="1847836"/>
                  <a:pt x="6796712" y="1841009"/>
                </a:cubicBezTo>
                <a:cubicBezTo>
                  <a:pt x="6791992" y="1834183"/>
                  <a:pt x="6785181" y="1828927"/>
                  <a:pt x="6776279" y="1825245"/>
                </a:cubicBezTo>
                <a:cubicBezTo>
                  <a:pt x="6767377" y="1821561"/>
                  <a:pt x="6753800" y="1818687"/>
                  <a:pt x="6735546" y="1816622"/>
                </a:cubicBezTo>
                <a:cubicBezTo>
                  <a:pt x="6723497" y="1815184"/>
                  <a:pt x="6715675" y="1813568"/>
                  <a:pt x="6712078" y="1811773"/>
                </a:cubicBezTo>
                <a:cubicBezTo>
                  <a:pt x="6708481" y="1809977"/>
                  <a:pt x="6706683" y="1807329"/>
                  <a:pt x="6706683" y="1803828"/>
                </a:cubicBezTo>
                <a:cubicBezTo>
                  <a:pt x="6706683" y="1800685"/>
                  <a:pt x="6708099" y="1798014"/>
                  <a:pt x="6710932" y="1795814"/>
                </a:cubicBezTo>
                <a:cubicBezTo>
                  <a:pt x="6713764" y="1793615"/>
                  <a:pt x="6718282" y="1792515"/>
                  <a:pt x="6724487" y="1792515"/>
                </a:cubicBezTo>
                <a:cubicBezTo>
                  <a:pt x="6730601" y="1792515"/>
                  <a:pt x="6735816" y="1793954"/>
                  <a:pt x="6740132" y="1796831"/>
                </a:cubicBezTo>
                <a:cubicBezTo>
                  <a:pt x="6743279" y="1798989"/>
                  <a:pt x="6745527" y="1802361"/>
                  <a:pt x="6746876" y="1806947"/>
                </a:cubicBezTo>
                <a:lnTo>
                  <a:pt x="6798938" y="1801821"/>
                </a:lnTo>
                <a:cubicBezTo>
                  <a:pt x="6795341" y="1792470"/>
                  <a:pt x="6790823" y="1785052"/>
                  <a:pt x="6785383" y="1779567"/>
                </a:cubicBezTo>
                <a:cubicBezTo>
                  <a:pt x="6779943" y="1774082"/>
                  <a:pt x="6773154" y="1770036"/>
                  <a:pt x="6765017" y="1767428"/>
                </a:cubicBezTo>
                <a:cubicBezTo>
                  <a:pt x="6756879" y="1764821"/>
                  <a:pt x="6744268" y="1763517"/>
                  <a:pt x="6727184" y="1763517"/>
                </a:cubicBezTo>
                <a:close/>
                <a:moveTo>
                  <a:pt x="10187503" y="1712264"/>
                </a:moveTo>
                <a:lnTo>
                  <a:pt x="10187503" y="1749624"/>
                </a:lnTo>
                <a:lnTo>
                  <a:pt x="10242397" y="1749624"/>
                </a:lnTo>
                <a:lnTo>
                  <a:pt x="10242397" y="1712264"/>
                </a:lnTo>
                <a:close/>
                <a:moveTo>
                  <a:pt x="8728262" y="1712264"/>
                </a:moveTo>
                <a:lnTo>
                  <a:pt x="8728262" y="1780781"/>
                </a:lnTo>
                <a:cubicBezTo>
                  <a:pt x="8722867" y="1775026"/>
                  <a:pt x="8716685" y="1770710"/>
                  <a:pt x="8709716" y="1767833"/>
                </a:cubicBezTo>
                <a:cubicBezTo>
                  <a:pt x="8702748" y="1764955"/>
                  <a:pt x="8694992" y="1763517"/>
                  <a:pt x="8686450" y="1763517"/>
                </a:cubicBezTo>
                <a:cubicBezTo>
                  <a:pt x="8668916" y="1763517"/>
                  <a:pt x="8654462" y="1769811"/>
                  <a:pt x="8643088" y="1782399"/>
                </a:cubicBezTo>
                <a:cubicBezTo>
                  <a:pt x="8631714" y="1794988"/>
                  <a:pt x="8626026" y="1813151"/>
                  <a:pt x="8626026" y="1836889"/>
                </a:cubicBezTo>
                <a:cubicBezTo>
                  <a:pt x="8626026" y="1858110"/>
                  <a:pt x="8631174" y="1876138"/>
                  <a:pt x="8641469" y="1890974"/>
                </a:cubicBezTo>
                <a:cubicBezTo>
                  <a:pt x="8651765" y="1905810"/>
                  <a:pt x="8666669" y="1913229"/>
                  <a:pt x="8686180" y="1913229"/>
                </a:cubicBezTo>
                <a:cubicBezTo>
                  <a:pt x="8695892" y="1913229"/>
                  <a:pt x="8704704" y="1911161"/>
                  <a:pt x="8712616" y="1907024"/>
                </a:cubicBezTo>
                <a:cubicBezTo>
                  <a:pt x="8718551" y="1903877"/>
                  <a:pt x="8725115" y="1897808"/>
                  <a:pt x="8732308" y="1888816"/>
                </a:cubicBezTo>
                <a:lnTo>
                  <a:pt x="8732308" y="1909991"/>
                </a:lnTo>
                <a:lnTo>
                  <a:pt x="8783696" y="1909991"/>
                </a:lnTo>
                <a:lnTo>
                  <a:pt x="8783696" y="1712264"/>
                </a:lnTo>
                <a:close/>
                <a:moveTo>
                  <a:pt x="7510843" y="1712264"/>
                </a:moveTo>
                <a:lnTo>
                  <a:pt x="7510843" y="1909991"/>
                </a:lnTo>
                <a:lnTo>
                  <a:pt x="7565872" y="1909991"/>
                </a:lnTo>
                <a:lnTo>
                  <a:pt x="7565872" y="1712264"/>
                </a:lnTo>
                <a:close/>
                <a:moveTo>
                  <a:pt x="9195014" y="1512062"/>
                </a:moveTo>
                <a:lnTo>
                  <a:pt x="9195014" y="1567092"/>
                </a:lnTo>
                <a:lnTo>
                  <a:pt x="9253686" y="1567092"/>
                </a:lnTo>
                <a:lnTo>
                  <a:pt x="9253686" y="1512062"/>
                </a:lnTo>
                <a:close/>
                <a:moveTo>
                  <a:pt x="8061540" y="1512062"/>
                </a:moveTo>
                <a:lnTo>
                  <a:pt x="8061540" y="1567092"/>
                </a:lnTo>
                <a:lnTo>
                  <a:pt x="8120211" y="1567092"/>
                </a:lnTo>
                <a:lnTo>
                  <a:pt x="8120211" y="1512062"/>
                </a:lnTo>
                <a:close/>
                <a:moveTo>
                  <a:pt x="10302180" y="1499114"/>
                </a:moveTo>
                <a:lnTo>
                  <a:pt x="10302180" y="1507881"/>
                </a:lnTo>
                <a:cubicBezTo>
                  <a:pt x="10302180" y="1514715"/>
                  <a:pt x="10301078" y="1520267"/>
                  <a:pt x="10298875" y="1524538"/>
                </a:cubicBezTo>
                <a:cubicBezTo>
                  <a:pt x="10296672" y="1528809"/>
                  <a:pt x="10292940" y="1532429"/>
                  <a:pt x="10287680" y="1535396"/>
                </a:cubicBezTo>
                <a:cubicBezTo>
                  <a:pt x="10282420" y="1538363"/>
                  <a:pt x="10276733" y="1539847"/>
                  <a:pt x="10270619" y="1539847"/>
                </a:cubicBezTo>
                <a:cubicBezTo>
                  <a:pt x="10264774" y="1539847"/>
                  <a:pt x="10260346" y="1538475"/>
                  <a:pt x="10257334" y="1535733"/>
                </a:cubicBezTo>
                <a:cubicBezTo>
                  <a:pt x="10254321" y="1532991"/>
                  <a:pt x="10252815" y="1529462"/>
                  <a:pt x="10252815" y="1525146"/>
                </a:cubicBezTo>
                <a:cubicBezTo>
                  <a:pt x="10252815" y="1521369"/>
                  <a:pt x="10254344" y="1517997"/>
                  <a:pt x="10257401" y="1515029"/>
                </a:cubicBezTo>
                <a:cubicBezTo>
                  <a:pt x="10260368" y="1512152"/>
                  <a:pt x="10267427" y="1509230"/>
                  <a:pt x="10278576" y="1506263"/>
                </a:cubicBezTo>
                <a:cubicBezTo>
                  <a:pt x="10286759" y="1504195"/>
                  <a:pt x="10294626" y="1501812"/>
                  <a:pt x="10302180" y="1499114"/>
                </a:cubicBezTo>
                <a:close/>
                <a:moveTo>
                  <a:pt x="8778180" y="1499114"/>
                </a:moveTo>
                <a:lnTo>
                  <a:pt x="8778180" y="1507881"/>
                </a:lnTo>
                <a:cubicBezTo>
                  <a:pt x="8778180" y="1514715"/>
                  <a:pt x="8777078" y="1520267"/>
                  <a:pt x="8774875" y="1524538"/>
                </a:cubicBezTo>
                <a:cubicBezTo>
                  <a:pt x="8772672" y="1528809"/>
                  <a:pt x="8768941" y="1532429"/>
                  <a:pt x="8763680" y="1535396"/>
                </a:cubicBezTo>
                <a:cubicBezTo>
                  <a:pt x="8758420" y="1538363"/>
                  <a:pt x="8752733" y="1539847"/>
                  <a:pt x="8746619" y="1539847"/>
                </a:cubicBezTo>
                <a:cubicBezTo>
                  <a:pt x="8740774" y="1539847"/>
                  <a:pt x="8736346" y="1538475"/>
                  <a:pt x="8733334" y="1535733"/>
                </a:cubicBezTo>
                <a:cubicBezTo>
                  <a:pt x="8730321" y="1532991"/>
                  <a:pt x="8728815" y="1529462"/>
                  <a:pt x="8728815" y="1525146"/>
                </a:cubicBezTo>
                <a:cubicBezTo>
                  <a:pt x="8728815" y="1521369"/>
                  <a:pt x="8730344" y="1517997"/>
                  <a:pt x="8733401" y="1515029"/>
                </a:cubicBezTo>
                <a:cubicBezTo>
                  <a:pt x="8736368" y="1512152"/>
                  <a:pt x="8743427" y="1509230"/>
                  <a:pt x="8754576" y="1506263"/>
                </a:cubicBezTo>
                <a:cubicBezTo>
                  <a:pt x="8762759" y="1504195"/>
                  <a:pt x="8770626" y="1501812"/>
                  <a:pt x="8778180" y="1499114"/>
                </a:cubicBezTo>
                <a:close/>
                <a:moveTo>
                  <a:pt x="7941445" y="1461619"/>
                </a:moveTo>
                <a:cubicBezTo>
                  <a:pt x="7948728" y="1461619"/>
                  <a:pt x="7954753" y="1464384"/>
                  <a:pt x="7959518" y="1469914"/>
                </a:cubicBezTo>
                <a:cubicBezTo>
                  <a:pt x="7964284" y="1475444"/>
                  <a:pt x="7966667" y="1483829"/>
                  <a:pt x="7966667" y="1495068"/>
                </a:cubicBezTo>
                <a:cubicBezTo>
                  <a:pt x="7966667" y="1507477"/>
                  <a:pt x="7964329" y="1516423"/>
                  <a:pt x="7959653" y="1521908"/>
                </a:cubicBezTo>
                <a:cubicBezTo>
                  <a:pt x="7954977" y="1527393"/>
                  <a:pt x="7949133" y="1530136"/>
                  <a:pt x="7942119" y="1530136"/>
                </a:cubicBezTo>
                <a:cubicBezTo>
                  <a:pt x="7935555" y="1530136"/>
                  <a:pt x="7930048" y="1527416"/>
                  <a:pt x="7925597" y="1521976"/>
                </a:cubicBezTo>
                <a:cubicBezTo>
                  <a:pt x="7921146" y="1516536"/>
                  <a:pt x="7918921" y="1507971"/>
                  <a:pt x="7918921" y="1496282"/>
                </a:cubicBezTo>
                <a:cubicBezTo>
                  <a:pt x="7918921" y="1483784"/>
                  <a:pt x="7921079" y="1474882"/>
                  <a:pt x="7925395" y="1469577"/>
                </a:cubicBezTo>
                <a:cubicBezTo>
                  <a:pt x="7929711" y="1464271"/>
                  <a:pt x="7935061" y="1461619"/>
                  <a:pt x="7941445" y="1461619"/>
                </a:cubicBezTo>
                <a:close/>
                <a:moveTo>
                  <a:pt x="9861365" y="1458382"/>
                </a:moveTo>
                <a:cubicBezTo>
                  <a:pt x="9868918" y="1458382"/>
                  <a:pt x="9875257" y="1461417"/>
                  <a:pt x="9880382" y="1467486"/>
                </a:cubicBezTo>
                <a:cubicBezTo>
                  <a:pt x="9885507" y="1473555"/>
                  <a:pt x="9888070" y="1482794"/>
                  <a:pt x="9888070" y="1495203"/>
                </a:cubicBezTo>
                <a:cubicBezTo>
                  <a:pt x="9888070" y="1508511"/>
                  <a:pt x="9885530" y="1518177"/>
                  <a:pt x="9880450" y="1524201"/>
                </a:cubicBezTo>
                <a:cubicBezTo>
                  <a:pt x="9875369" y="1530226"/>
                  <a:pt x="9868872" y="1533238"/>
                  <a:pt x="9860960" y="1533238"/>
                </a:cubicBezTo>
                <a:cubicBezTo>
                  <a:pt x="9853137" y="1533238"/>
                  <a:pt x="9846641" y="1530180"/>
                  <a:pt x="9841470" y="1524066"/>
                </a:cubicBezTo>
                <a:cubicBezTo>
                  <a:pt x="9836300" y="1517952"/>
                  <a:pt x="9833715" y="1508511"/>
                  <a:pt x="9833715" y="1495742"/>
                </a:cubicBezTo>
                <a:cubicBezTo>
                  <a:pt x="9833715" y="1483154"/>
                  <a:pt x="9836323" y="1473780"/>
                  <a:pt x="9841538" y="1467621"/>
                </a:cubicBezTo>
                <a:cubicBezTo>
                  <a:pt x="9846753" y="1461462"/>
                  <a:pt x="9853362" y="1458382"/>
                  <a:pt x="9861365" y="1458382"/>
                </a:cubicBezTo>
                <a:close/>
                <a:moveTo>
                  <a:pt x="7051490" y="1458382"/>
                </a:moveTo>
                <a:cubicBezTo>
                  <a:pt x="7059043" y="1458382"/>
                  <a:pt x="7065382" y="1461417"/>
                  <a:pt x="7070507" y="1467486"/>
                </a:cubicBezTo>
                <a:cubicBezTo>
                  <a:pt x="7075633" y="1473555"/>
                  <a:pt x="7078195" y="1482794"/>
                  <a:pt x="7078195" y="1495203"/>
                </a:cubicBezTo>
                <a:cubicBezTo>
                  <a:pt x="7078195" y="1508511"/>
                  <a:pt x="7075655" y="1518177"/>
                  <a:pt x="7070575" y="1524201"/>
                </a:cubicBezTo>
                <a:cubicBezTo>
                  <a:pt x="7065494" y="1530226"/>
                  <a:pt x="7058998" y="1533238"/>
                  <a:pt x="7051085" y="1533238"/>
                </a:cubicBezTo>
                <a:cubicBezTo>
                  <a:pt x="7043262" y="1533238"/>
                  <a:pt x="7036766" y="1530180"/>
                  <a:pt x="7031596" y="1524066"/>
                </a:cubicBezTo>
                <a:cubicBezTo>
                  <a:pt x="7026426" y="1517952"/>
                  <a:pt x="7023840" y="1508511"/>
                  <a:pt x="7023840" y="1495742"/>
                </a:cubicBezTo>
                <a:cubicBezTo>
                  <a:pt x="7023840" y="1483154"/>
                  <a:pt x="7026448" y="1473780"/>
                  <a:pt x="7031663" y="1467621"/>
                </a:cubicBezTo>
                <a:cubicBezTo>
                  <a:pt x="7036878" y="1461462"/>
                  <a:pt x="7043487" y="1458382"/>
                  <a:pt x="7051490" y="1458382"/>
                </a:cubicBezTo>
                <a:close/>
                <a:moveTo>
                  <a:pt x="8566369" y="1453122"/>
                </a:moveTo>
                <a:cubicBezTo>
                  <a:pt x="8573922" y="1453122"/>
                  <a:pt x="8580014" y="1455415"/>
                  <a:pt x="8584645" y="1460000"/>
                </a:cubicBezTo>
                <a:cubicBezTo>
                  <a:pt x="8589276" y="1464586"/>
                  <a:pt x="8592130" y="1472184"/>
                  <a:pt x="8593210" y="1482794"/>
                </a:cubicBezTo>
                <a:lnTo>
                  <a:pt x="8539124" y="1482794"/>
                </a:lnTo>
                <a:cubicBezTo>
                  <a:pt x="8540024" y="1474252"/>
                  <a:pt x="8542136" y="1467823"/>
                  <a:pt x="8545464" y="1463507"/>
                </a:cubicBezTo>
                <a:cubicBezTo>
                  <a:pt x="8550679" y="1456584"/>
                  <a:pt x="8557647" y="1453122"/>
                  <a:pt x="8566369" y="1453122"/>
                </a:cubicBezTo>
                <a:close/>
                <a:moveTo>
                  <a:pt x="7566244" y="1453122"/>
                </a:moveTo>
                <a:cubicBezTo>
                  <a:pt x="7573797" y="1453122"/>
                  <a:pt x="7579889" y="1455415"/>
                  <a:pt x="7584520" y="1460000"/>
                </a:cubicBezTo>
                <a:cubicBezTo>
                  <a:pt x="7589151" y="1464586"/>
                  <a:pt x="7592006" y="1472184"/>
                  <a:pt x="7593085" y="1482794"/>
                </a:cubicBezTo>
                <a:lnTo>
                  <a:pt x="7539000" y="1482794"/>
                </a:lnTo>
                <a:cubicBezTo>
                  <a:pt x="7539899" y="1474252"/>
                  <a:pt x="7542012" y="1467823"/>
                  <a:pt x="7545339" y="1463507"/>
                </a:cubicBezTo>
                <a:cubicBezTo>
                  <a:pt x="7550554" y="1456584"/>
                  <a:pt x="7557522" y="1453122"/>
                  <a:pt x="7566244" y="1453122"/>
                </a:cubicBezTo>
                <a:close/>
                <a:moveTo>
                  <a:pt x="9301813" y="1423854"/>
                </a:moveTo>
                <a:lnTo>
                  <a:pt x="9301813" y="1558055"/>
                </a:lnTo>
                <a:cubicBezTo>
                  <a:pt x="9301813" y="1567586"/>
                  <a:pt x="9300599" y="1573948"/>
                  <a:pt x="9298171" y="1577140"/>
                </a:cubicBezTo>
                <a:cubicBezTo>
                  <a:pt x="9295743" y="1580332"/>
                  <a:pt x="9292192" y="1581928"/>
                  <a:pt x="9287516" y="1581928"/>
                </a:cubicBezTo>
                <a:cubicBezTo>
                  <a:pt x="9285448" y="1581928"/>
                  <a:pt x="9282211" y="1581478"/>
                  <a:pt x="9277805" y="1580579"/>
                </a:cubicBezTo>
                <a:lnTo>
                  <a:pt x="9269578" y="1620502"/>
                </a:lnTo>
                <a:cubicBezTo>
                  <a:pt x="9285313" y="1623649"/>
                  <a:pt x="9298486" y="1625223"/>
                  <a:pt x="9309096" y="1625223"/>
                </a:cubicBezTo>
                <a:cubicBezTo>
                  <a:pt x="9321954" y="1625223"/>
                  <a:pt x="9331845" y="1622930"/>
                  <a:pt x="9338769" y="1618344"/>
                </a:cubicBezTo>
                <a:cubicBezTo>
                  <a:pt x="9345692" y="1613758"/>
                  <a:pt x="9350435" y="1607779"/>
                  <a:pt x="9352998" y="1600406"/>
                </a:cubicBezTo>
                <a:cubicBezTo>
                  <a:pt x="9355561" y="1593033"/>
                  <a:pt x="9356842" y="1580489"/>
                  <a:pt x="9356842" y="1562776"/>
                </a:cubicBezTo>
                <a:lnTo>
                  <a:pt x="9356842" y="1423854"/>
                </a:lnTo>
                <a:close/>
                <a:moveTo>
                  <a:pt x="8061540" y="1423854"/>
                </a:moveTo>
                <a:lnTo>
                  <a:pt x="8061540" y="1478883"/>
                </a:lnTo>
                <a:lnTo>
                  <a:pt x="8120211" y="1478883"/>
                </a:lnTo>
                <a:lnTo>
                  <a:pt x="8120211" y="1423854"/>
                </a:lnTo>
                <a:close/>
                <a:moveTo>
                  <a:pt x="10276149" y="1420617"/>
                </a:moveTo>
                <a:cubicBezTo>
                  <a:pt x="10265898" y="1420617"/>
                  <a:pt x="10256367" y="1421381"/>
                  <a:pt x="10247555" y="1422910"/>
                </a:cubicBezTo>
                <a:cubicBezTo>
                  <a:pt x="10238743" y="1424438"/>
                  <a:pt x="10231820" y="1426596"/>
                  <a:pt x="10226784" y="1429384"/>
                </a:cubicBezTo>
                <a:cubicBezTo>
                  <a:pt x="10219771" y="1433250"/>
                  <a:pt x="10214398" y="1437814"/>
                  <a:pt x="10210666" y="1443073"/>
                </a:cubicBezTo>
                <a:cubicBezTo>
                  <a:pt x="10206935" y="1448334"/>
                  <a:pt x="10204080" y="1455550"/>
                  <a:pt x="10202102" y="1464721"/>
                </a:cubicBezTo>
                <a:lnTo>
                  <a:pt x="10254568" y="1470251"/>
                </a:lnTo>
                <a:cubicBezTo>
                  <a:pt x="10256726" y="1464047"/>
                  <a:pt x="10259559" y="1459820"/>
                  <a:pt x="10263066" y="1457573"/>
                </a:cubicBezTo>
                <a:cubicBezTo>
                  <a:pt x="10267562" y="1454695"/>
                  <a:pt x="10274306" y="1453257"/>
                  <a:pt x="10283297" y="1453257"/>
                </a:cubicBezTo>
                <a:cubicBezTo>
                  <a:pt x="10290310" y="1453257"/>
                  <a:pt x="10295211" y="1454606"/>
                  <a:pt x="10297998" y="1457303"/>
                </a:cubicBezTo>
                <a:cubicBezTo>
                  <a:pt x="10300786" y="1460000"/>
                  <a:pt x="10302180" y="1464721"/>
                  <a:pt x="10302180" y="1471465"/>
                </a:cubicBezTo>
                <a:cubicBezTo>
                  <a:pt x="10295346" y="1474163"/>
                  <a:pt x="10288872" y="1476343"/>
                  <a:pt x="10282758" y="1478006"/>
                </a:cubicBezTo>
                <a:cubicBezTo>
                  <a:pt x="10276643" y="1479670"/>
                  <a:pt x="10263290" y="1482570"/>
                  <a:pt x="10242700" y="1486706"/>
                </a:cubicBezTo>
                <a:cubicBezTo>
                  <a:pt x="10225525" y="1490123"/>
                  <a:pt x="10213746" y="1495338"/>
                  <a:pt x="10207362" y="1502351"/>
                </a:cubicBezTo>
                <a:cubicBezTo>
                  <a:pt x="10200978" y="1509365"/>
                  <a:pt x="10197786" y="1518312"/>
                  <a:pt x="10197786" y="1529192"/>
                </a:cubicBezTo>
                <a:cubicBezTo>
                  <a:pt x="10197786" y="1540791"/>
                  <a:pt x="10202214" y="1550547"/>
                  <a:pt x="10211071" y="1558460"/>
                </a:cubicBezTo>
                <a:cubicBezTo>
                  <a:pt x="10219928" y="1566372"/>
                  <a:pt x="10232899" y="1570329"/>
                  <a:pt x="10249983" y="1570329"/>
                </a:cubicBezTo>
                <a:cubicBezTo>
                  <a:pt x="10262841" y="1570329"/>
                  <a:pt x="10274126" y="1568350"/>
                  <a:pt x="10283836" y="1564394"/>
                </a:cubicBezTo>
                <a:cubicBezTo>
                  <a:pt x="10290940" y="1561427"/>
                  <a:pt x="10298088" y="1556481"/>
                  <a:pt x="10305282" y="1549558"/>
                </a:cubicBezTo>
                <a:cubicBezTo>
                  <a:pt x="10305911" y="1553694"/>
                  <a:pt x="10306540" y="1556729"/>
                  <a:pt x="10307170" y="1558662"/>
                </a:cubicBezTo>
                <a:cubicBezTo>
                  <a:pt x="10307800" y="1560595"/>
                  <a:pt x="10309148" y="1563405"/>
                  <a:pt x="10311216" y="1567092"/>
                </a:cubicBezTo>
                <a:lnTo>
                  <a:pt x="10362738" y="1567092"/>
                </a:lnTo>
                <a:cubicBezTo>
                  <a:pt x="10359862" y="1561157"/>
                  <a:pt x="10357996" y="1556279"/>
                  <a:pt x="10357142" y="1552458"/>
                </a:cubicBezTo>
                <a:cubicBezTo>
                  <a:pt x="10356287" y="1548636"/>
                  <a:pt x="10355860" y="1543354"/>
                  <a:pt x="10355860" y="1536610"/>
                </a:cubicBezTo>
                <a:lnTo>
                  <a:pt x="10355860" y="1473353"/>
                </a:lnTo>
                <a:cubicBezTo>
                  <a:pt x="10355860" y="1466609"/>
                  <a:pt x="10354512" y="1459528"/>
                  <a:pt x="10351814" y="1452110"/>
                </a:cubicBezTo>
                <a:cubicBezTo>
                  <a:pt x="10349116" y="1444692"/>
                  <a:pt x="10345430" y="1438960"/>
                  <a:pt x="10340754" y="1434913"/>
                </a:cubicBezTo>
                <a:cubicBezTo>
                  <a:pt x="10334100" y="1429069"/>
                  <a:pt x="10325783" y="1425225"/>
                  <a:pt x="10315802" y="1423382"/>
                </a:cubicBezTo>
                <a:cubicBezTo>
                  <a:pt x="10305821" y="1421539"/>
                  <a:pt x="10292604" y="1420617"/>
                  <a:pt x="10276149" y="1420617"/>
                </a:cubicBezTo>
                <a:close/>
                <a:moveTo>
                  <a:pt x="10062655" y="1420617"/>
                </a:moveTo>
                <a:cubicBezTo>
                  <a:pt x="10054922" y="1420617"/>
                  <a:pt x="10048425" y="1422527"/>
                  <a:pt x="10043165" y="1426349"/>
                </a:cubicBezTo>
                <a:cubicBezTo>
                  <a:pt x="10037905" y="1430171"/>
                  <a:pt x="10032802" y="1437161"/>
                  <a:pt x="10027857" y="1447322"/>
                </a:cubicBezTo>
                <a:lnTo>
                  <a:pt x="10027857" y="1423854"/>
                </a:lnTo>
                <a:lnTo>
                  <a:pt x="9976469" y="1423854"/>
                </a:lnTo>
                <a:lnTo>
                  <a:pt x="9976469" y="1567092"/>
                </a:lnTo>
                <a:lnTo>
                  <a:pt x="10031633" y="1567092"/>
                </a:lnTo>
                <a:lnTo>
                  <a:pt x="10031633" y="1519076"/>
                </a:lnTo>
                <a:cubicBezTo>
                  <a:pt x="10031633" y="1496147"/>
                  <a:pt x="10034466" y="1480502"/>
                  <a:pt x="10040130" y="1472139"/>
                </a:cubicBezTo>
                <a:cubicBezTo>
                  <a:pt x="10044087" y="1466205"/>
                  <a:pt x="10049662" y="1463237"/>
                  <a:pt x="10056855" y="1463237"/>
                </a:cubicBezTo>
                <a:cubicBezTo>
                  <a:pt x="10060632" y="1463237"/>
                  <a:pt x="10065757" y="1464586"/>
                  <a:pt x="10072231" y="1467284"/>
                </a:cubicBezTo>
                <a:lnTo>
                  <a:pt x="10089225" y="1428170"/>
                </a:lnTo>
                <a:cubicBezTo>
                  <a:pt x="10079604" y="1423135"/>
                  <a:pt x="10070747" y="1420617"/>
                  <a:pt x="10062655" y="1420617"/>
                </a:cubicBezTo>
                <a:close/>
                <a:moveTo>
                  <a:pt x="9860556" y="1420617"/>
                </a:moveTo>
                <a:cubicBezTo>
                  <a:pt x="9835468" y="1420617"/>
                  <a:pt x="9815552" y="1427698"/>
                  <a:pt x="9800806" y="1441860"/>
                </a:cubicBezTo>
                <a:cubicBezTo>
                  <a:pt x="9786059" y="1456021"/>
                  <a:pt x="9778686" y="1474028"/>
                  <a:pt x="9778686" y="1495877"/>
                </a:cubicBezTo>
                <a:cubicBezTo>
                  <a:pt x="9778686" y="1519345"/>
                  <a:pt x="9787408" y="1538318"/>
                  <a:pt x="9804852" y="1552795"/>
                </a:cubicBezTo>
                <a:cubicBezTo>
                  <a:pt x="9819059" y="1564484"/>
                  <a:pt x="9837672" y="1570329"/>
                  <a:pt x="9860690" y="1570329"/>
                </a:cubicBezTo>
                <a:cubicBezTo>
                  <a:pt x="9886496" y="1570329"/>
                  <a:pt x="9906705" y="1563293"/>
                  <a:pt x="9921317" y="1549221"/>
                </a:cubicBezTo>
                <a:cubicBezTo>
                  <a:pt x="9935928" y="1535149"/>
                  <a:pt x="9943234" y="1517098"/>
                  <a:pt x="9943234" y="1495068"/>
                </a:cubicBezTo>
                <a:cubicBezTo>
                  <a:pt x="9943234" y="1475466"/>
                  <a:pt x="9937344" y="1458966"/>
                  <a:pt x="9925566" y="1445569"/>
                </a:cubicBezTo>
                <a:cubicBezTo>
                  <a:pt x="9910909" y="1428934"/>
                  <a:pt x="9889239" y="1420617"/>
                  <a:pt x="9860556" y="1420617"/>
                </a:cubicBezTo>
                <a:close/>
                <a:moveTo>
                  <a:pt x="9470384" y="1420617"/>
                </a:moveTo>
                <a:cubicBezTo>
                  <a:pt x="9454199" y="1420617"/>
                  <a:pt x="9441296" y="1422301"/>
                  <a:pt x="9431674" y="1425670"/>
                </a:cubicBezTo>
                <a:cubicBezTo>
                  <a:pt x="9422054" y="1429038"/>
                  <a:pt x="9414501" y="1434135"/>
                  <a:pt x="9409016" y="1440962"/>
                </a:cubicBezTo>
                <a:cubicBezTo>
                  <a:pt x="9403531" y="1447789"/>
                  <a:pt x="9400788" y="1455918"/>
                  <a:pt x="9400788" y="1465351"/>
                </a:cubicBezTo>
                <a:cubicBezTo>
                  <a:pt x="9400788" y="1473975"/>
                  <a:pt x="9403328" y="1481655"/>
                  <a:pt x="9408408" y="1488392"/>
                </a:cubicBezTo>
                <a:cubicBezTo>
                  <a:pt x="9413489" y="1495128"/>
                  <a:pt x="9419738" y="1499911"/>
                  <a:pt x="9427156" y="1502741"/>
                </a:cubicBezTo>
                <a:cubicBezTo>
                  <a:pt x="9434574" y="1505571"/>
                  <a:pt x="9447815" y="1508647"/>
                  <a:pt x="9466877" y="1511970"/>
                </a:cubicBezTo>
                <a:cubicBezTo>
                  <a:pt x="9479646" y="1514215"/>
                  <a:pt x="9487513" y="1516100"/>
                  <a:pt x="9490480" y="1517626"/>
                </a:cubicBezTo>
                <a:cubicBezTo>
                  <a:pt x="9494617" y="1519782"/>
                  <a:pt x="9496684" y="1522834"/>
                  <a:pt x="9496684" y="1526785"/>
                </a:cubicBezTo>
                <a:cubicBezTo>
                  <a:pt x="9496684" y="1530286"/>
                  <a:pt x="9495111" y="1533203"/>
                  <a:pt x="9491964" y="1535537"/>
                </a:cubicBezTo>
                <a:cubicBezTo>
                  <a:pt x="9487918" y="1538680"/>
                  <a:pt x="9482208" y="1540251"/>
                  <a:pt x="9474835" y="1540251"/>
                </a:cubicBezTo>
                <a:cubicBezTo>
                  <a:pt x="9468091" y="1540251"/>
                  <a:pt x="9462696" y="1538858"/>
                  <a:pt x="9458650" y="1536070"/>
                </a:cubicBezTo>
                <a:cubicBezTo>
                  <a:pt x="9454604" y="1533283"/>
                  <a:pt x="9451456" y="1528652"/>
                  <a:pt x="9449208" y="1522178"/>
                </a:cubicBezTo>
                <a:lnTo>
                  <a:pt x="9394719" y="1527303"/>
                </a:lnTo>
                <a:cubicBezTo>
                  <a:pt x="9397866" y="1541061"/>
                  <a:pt x="9404992" y="1551671"/>
                  <a:pt x="9416096" y="1559134"/>
                </a:cubicBezTo>
                <a:cubicBezTo>
                  <a:pt x="9427201" y="1566597"/>
                  <a:pt x="9445836" y="1570329"/>
                  <a:pt x="9472002" y="1570329"/>
                </a:cubicBezTo>
                <a:cubicBezTo>
                  <a:pt x="9490525" y="1570329"/>
                  <a:pt x="9505159" y="1568016"/>
                  <a:pt x="9515904" y="1563390"/>
                </a:cubicBezTo>
                <a:cubicBezTo>
                  <a:pt x="9526650" y="1558764"/>
                  <a:pt x="9534517" y="1552543"/>
                  <a:pt x="9539508" y="1544729"/>
                </a:cubicBezTo>
                <a:cubicBezTo>
                  <a:pt x="9544498" y="1536913"/>
                  <a:pt x="9546993" y="1528874"/>
                  <a:pt x="9546993" y="1520610"/>
                </a:cubicBezTo>
                <a:cubicBezTo>
                  <a:pt x="9546993" y="1512436"/>
                  <a:pt x="9544633" y="1504936"/>
                  <a:pt x="9539912" y="1498109"/>
                </a:cubicBezTo>
                <a:cubicBezTo>
                  <a:pt x="9535192" y="1491282"/>
                  <a:pt x="9528380" y="1486027"/>
                  <a:pt x="9519478" y="1482344"/>
                </a:cubicBezTo>
                <a:cubicBezTo>
                  <a:pt x="9510577" y="1478661"/>
                  <a:pt x="9497000" y="1475787"/>
                  <a:pt x="9478746" y="1473722"/>
                </a:cubicBezTo>
                <a:cubicBezTo>
                  <a:pt x="9466698" y="1472285"/>
                  <a:pt x="9458875" y="1470668"/>
                  <a:pt x="9455278" y="1468873"/>
                </a:cubicBezTo>
                <a:cubicBezTo>
                  <a:pt x="9451681" y="1467077"/>
                  <a:pt x="9449883" y="1464429"/>
                  <a:pt x="9449883" y="1460928"/>
                </a:cubicBezTo>
                <a:cubicBezTo>
                  <a:pt x="9449883" y="1457785"/>
                  <a:pt x="9451299" y="1455113"/>
                  <a:pt x="9454131" y="1452914"/>
                </a:cubicBezTo>
                <a:cubicBezTo>
                  <a:pt x="9456964" y="1450715"/>
                  <a:pt x="9461482" y="1449615"/>
                  <a:pt x="9467686" y="1449615"/>
                </a:cubicBezTo>
                <a:cubicBezTo>
                  <a:pt x="9473801" y="1449615"/>
                  <a:pt x="9479016" y="1451054"/>
                  <a:pt x="9483332" y="1453931"/>
                </a:cubicBezTo>
                <a:cubicBezTo>
                  <a:pt x="9486479" y="1456089"/>
                  <a:pt x="9488727" y="1459461"/>
                  <a:pt x="9490076" y="1464047"/>
                </a:cubicBezTo>
                <a:lnTo>
                  <a:pt x="9542138" y="1458921"/>
                </a:lnTo>
                <a:cubicBezTo>
                  <a:pt x="9538541" y="1449570"/>
                  <a:pt x="9534023" y="1442152"/>
                  <a:pt x="9528583" y="1436667"/>
                </a:cubicBezTo>
                <a:cubicBezTo>
                  <a:pt x="9523143" y="1431182"/>
                  <a:pt x="9516354" y="1427136"/>
                  <a:pt x="9508216" y="1424528"/>
                </a:cubicBezTo>
                <a:cubicBezTo>
                  <a:pt x="9500079" y="1421921"/>
                  <a:pt x="9487468" y="1420617"/>
                  <a:pt x="9470384" y="1420617"/>
                </a:cubicBezTo>
                <a:close/>
                <a:moveTo>
                  <a:pt x="8947909" y="1420617"/>
                </a:moveTo>
                <a:cubicBezTo>
                  <a:pt x="8931184" y="1420617"/>
                  <a:pt x="8917472" y="1422818"/>
                  <a:pt x="8906772" y="1427219"/>
                </a:cubicBezTo>
                <a:cubicBezTo>
                  <a:pt x="8900028" y="1430004"/>
                  <a:pt x="8893464" y="1434249"/>
                  <a:pt x="8887080" y="1439954"/>
                </a:cubicBezTo>
                <a:cubicBezTo>
                  <a:pt x="8880696" y="1445659"/>
                  <a:pt x="8875660" y="1452104"/>
                  <a:pt x="8871974" y="1459290"/>
                </a:cubicBezTo>
                <a:cubicBezTo>
                  <a:pt x="8866938" y="1469083"/>
                  <a:pt x="8864421" y="1481346"/>
                  <a:pt x="8864421" y="1496079"/>
                </a:cubicBezTo>
                <a:cubicBezTo>
                  <a:pt x="8864421" y="1510184"/>
                  <a:pt x="8866489" y="1521503"/>
                  <a:pt x="8870625" y="1530038"/>
                </a:cubicBezTo>
                <a:cubicBezTo>
                  <a:pt x="8874761" y="1538572"/>
                  <a:pt x="8880471" y="1546006"/>
                  <a:pt x="8887754" y="1552339"/>
                </a:cubicBezTo>
                <a:cubicBezTo>
                  <a:pt x="8895038" y="1558673"/>
                  <a:pt x="8903737" y="1563255"/>
                  <a:pt x="8913853" y="1566084"/>
                </a:cubicBezTo>
                <a:cubicBezTo>
                  <a:pt x="8923968" y="1568914"/>
                  <a:pt x="8936624" y="1570329"/>
                  <a:pt x="8951820" y="1570329"/>
                </a:cubicBezTo>
                <a:cubicBezTo>
                  <a:pt x="8967556" y="1570329"/>
                  <a:pt x="8980526" y="1568126"/>
                  <a:pt x="8990732" y="1563720"/>
                </a:cubicBezTo>
                <a:cubicBezTo>
                  <a:pt x="9000937" y="1559314"/>
                  <a:pt x="9009322" y="1553132"/>
                  <a:pt x="9015886" y="1545174"/>
                </a:cubicBezTo>
                <a:cubicBezTo>
                  <a:pt x="9022450" y="1537217"/>
                  <a:pt x="9027170" y="1527798"/>
                  <a:pt x="9030048" y="1516918"/>
                </a:cubicBezTo>
                <a:lnTo>
                  <a:pt x="8977851" y="1510984"/>
                </a:lnTo>
                <a:cubicBezTo>
                  <a:pt x="8975423" y="1518626"/>
                  <a:pt x="8971759" y="1524291"/>
                  <a:pt x="8966859" y="1527978"/>
                </a:cubicBezTo>
                <a:cubicBezTo>
                  <a:pt x="8961958" y="1531664"/>
                  <a:pt x="8955912" y="1533508"/>
                  <a:pt x="8948718" y="1533508"/>
                </a:cubicBezTo>
                <a:cubicBezTo>
                  <a:pt x="8940086" y="1533508"/>
                  <a:pt x="8932983" y="1530456"/>
                  <a:pt x="8927408" y="1524353"/>
                </a:cubicBezTo>
                <a:cubicBezTo>
                  <a:pt x="8921833" y="1518250"/>
                  <a:pt x="8919046" y="1509319"/>
                  <a:pt x="8919046" y="1497561"/>
                </a:cubicBezTo>
                <a:cubicBezTo>
                  <a:pt x="8919046" y="1484366"/>
                  <a:pt x="8921856" y="1474515"/>
                  <a:pt x="8927475" y="1468008"/>
                </a:cubicBezTo>
                <a:cubicBezTo>
                  <a:pt x="8933095" y="1461501"/>
                  <a:pt x="8940446" y="1458247"/>
                  <a:pt x="8949527" y="1458247"/>
                </a:cubicBezTo>
                <a:cubicBezTo>
                  <a:pt x="8956721" y="1458247"/>
                  <a:pt x="8962453" y="1459798"/>
                  <a:pt x="8966724" y="1462901"/>
                </a:cubicBezTo>
                <a:cubicBezTo>
                  <a:pt x="8970995" y="1466002"/>
                  <a:pt x="8973940" y="1470611"/>
                  <a:pt x="8975558" y="1476725"/>
                </a:cubicBezTo>
                <a:lnTo>
                  <a:pt x="9027216" y="1469846"/>
                </a:lnTo>
                <a:cubicBezTo>
                  <a:pt x="9022270" y="1453751"/>
                  <a:pt x="9013660" y="1441522"/>
                  <a:pt x="9001387" y="1433160"/>
                </a:cubicBezTo>
                <a:cubicBezTo>
                  <a:pt x="8989113" y="1424798"/>
                  <a:pt x="8971287" y="1420617"/>
                  <a:pt x="8947909" y="1420617"/>
                </a:cubicBezTo>
                <a:close/>
                <a:moveTo>
                  <a:pt x="8752149" y="1420617"/>
                </a:moveTo>
                <a:cubicBezTo>
                  <a:pt x="8741898" y="1420617"/>
                  <a:pt x="8732367" y="1421381"/>
                  <a:pt x="8723555" y="1422910"/>
                </a:cubicBezTo>
                <a:cubicBezTo>
                  <a:pt x="8714743" y="1424438"/>
                  <a:pt x="8707820" y="1426596"/>
                  <a:pt x="8702784" y="1429384"/>
                </a:cubicBezTo>
                <a:cubicBezTo>
                  <a:pt x="8695771" y="1433250"/>
                  <a:pt x="8690398" y="1437814"/>
                  <a:pt x="8686666" y="1443073"/>
                </a:cubicBezTo>
                <a:cubicBezTo>
                  <a:pt x="8682935" y="1448334"/>
                  <a:pt x="8680080" y="1455550"/>
                  <a:pt x="8678102" y="1464721"/>
                </a:cubicBezTo>
                <a:lnTo>
                  <a:pt x="8730568" y="1470251"/>
                </a:lnTo>
                <a:cubicBezTo>
                  <a:pt x="8732726" y="1464047"/>
                  <a:pt x="8735559" y="1459820"/>
                  <a:pt x="8739066" y="1457573"/>
                </a:cubicBezTo>
                <a:cubicBezTo>
                  <a:pt x="8743562" y="1454695"/>
                  <a:pt x="8750306" y="1453257"/>
                  <a:pt x="8759297" y="1453257"/>
                </a:cubicBezTo>
                <a:cubicBezTo>
                  <a:pt x="8766310" y="1453257"/>
                  <a:pt x="8771211" y="1454606"/>
                  <a:pt x="8773998" y="1457303"/>
                </a:cubicBezTo>
                <a:cubicBezTo>
                  <a:pt x="8776786" y="1460000"/>
                  <a:pt x="8778180" y="1464721"/>
                  <a:pt x="8778180" y="1471465"/>
                </a:cubicBezTo>
                <a:cubicBezTo>
                  <a:pt x="8771346" y="1474163"/>
                  <a:pt x="8764872" y="1476343"/>
                  <a:pt x="8758758" y="1478006"/>
                </a:cubicBezTo>
                <a:cubicBezTo>
                  <a:pt x="8752643" y="1479670"/>
                  <a:pt x="8739290" y="1482570"/>
                  <a:pt x="8718700" y="1486706"/>
                </a:cubicBezTo>
                <a:cubicBezTo>
                  <a:pt x="8701525" y="1490123"/>
                  <a:pt x="8689746" y="1495338"/>
                  <a:pt x="8683362" y="1502351"/>
                </a:cubicBezTo>
                <a:cubicBezTo>
                  <a:pt x="8676978" y="1509365"/>
                  <a:pt x="8673786" y="1518312"/>
                  <a:pt x="8673786" y="1529192"/>
                </a:cubicBezTo>
                <a:cubicBezTo>
                  <a:pt x="8673786" y="1540791"/>
                  <a:pt x="8678214" y="1550547"/>
                  <a:pt x="8687071" y="1558460"/>
                </a:cubicBezTo>
                <a:cubicBezTo>
                  <a:pt x="8695928" y="1566372"/>
                  <a:pt x="8708899" y="1570329"/>
                  <a:pt x="8725983" y="1570329"/>
                </a:cubicBezTo>
                <a:cubicBezTo>
                  <a:pt x="8738841" y="1570329"/>
                  <a:pt x="8750126" y="1568350"/>
                  <a:pt x="8759836" y="1564394"/>
                </a:cubicBezTo>
                <a:cubicBezTo>
                  <a:pt x="8766940" y="1561427"/>
                  <a:pt x="8774088" y="1556481"/>
                  <a:pt x="8781282" y="1549558"/>
                </a:cubicBezTo>
                <a:cubicBezTo>
                  <a:pt x="8781911" y="1553694"/>
                  <a:pt x="8782541" y="1556729"/>
                  <a:pt x="8783170" y="1558662"/>
                </a:cubicBezTo>
                <a:cubicBezTo>
                  <a:pt x="8783799" y="1560595"/>
                  <a:pt x="8785148" y="1563405"/>
                  <a:pt x="8787216" y="1567092"/>
                </a:cubicBezTo>
                <a:lnTo>
                  <a:pt x="8838739" y="1567092"/>
                </a:lnTo>
                <a:cubicBezTo>
                  <a:pt x="8835861" y="1561157"/>
                  <a:pt x="8833996" y="1556279"/>
                  <a:pt x="8833141" y="1552458"/>
                </a:cubicBezTo>
                <a:cubicBezTo>
                  <a:pt x="8832287" y="1548636"/>
                  <a:pt x="8831860" y="1543354"/>
                  <a:pt x="8831860" y="1536610"/>
                </a:cubicBezTo>
                <a:lnTo>
                  <a:pt x="8831860" y="1473353"/>
                </a:lnTo>
                <a:cubicBezTo>
                  <a:pt x="8831860" y="1466609"/>
                  <a:pt x="8830511" y="1459528"/>
                  <a:pt x="8827814" y="1452110"/>
                </a:cubicBezTo>
                <a:cubicBezTo>
                  <a:pt x="8825116" y="1444692"/>
                  <a:pt x="8821430" y="1438960"/>
                  <a:pt x="8816754" y="1434913"/>
                </a:cubicBezTo>
                <a:cubicBezTo>
                  <a:pt x="8810100" y="1429069"/>
                  <a:pt x="8801783" y="1425225"/>
                  <a:pt x="8791802" y="1423382"/>
                </a:cubicBezTo>
                <a:cubicBezTo>
                  <a:pt x="8781821" y="1421539"/>
                  <a:pt x="8768604" y="1420617"/>
                  <a:pt x="8752149" y="1420617"/>
                </a:cubicBezTo>
                <a:close/>
                <a:moveTo>
                  <a:pt x="8564076" y="1420617"/>
                </a:moveTo>
                <a:cubicBezTo>
                  <a:pt x="8538810" y="1420617"/>
                  <a:pt x="8519006" y="1427541"/>
                  <a:pt x="8504664" y="1441388"/>
                </a:cubicBezTo>
                <a:cubicBezTo>
                  <a:pt x="8490322" y="1455235"/>
                  <a:pt x="8483151" y="1473353"/>
                  <a:pt x="8483151" y="1495742"/>
                </a:cubicBezTo>
                <a:cubicBezTo>
                  <a:pt x="8483151" y="1511478"/>
                  <a:pt x="8486725" y="1525168"/>
                  <a:pt x="8493874" y="1536812"/>
                </a:cubicBezTo>
                <a:cubicBezTo>
                  <a:pt x="8501022" y="1548456"/>
                  <a:pt x="8510036" y="1556953"/>
                  <a:pt x="8520916" y="1562303"/>
                </a:cubicBezTo>
                <a:cubicBezTo>
                  <a:pt x="8531796" y="1567654"/>
                  <a:pt x="8546722" y="1570329"/>
                  <a:pt x="8565695" y="1570329"/>
                </a:cubicBezTo>
                <a:cubicBezTo>
                  <a:pt x="8587545" y="1570329"/>
                  <a:pt x="8604314" y="1567204"/>
                  <a:pt x="8616004" y="1560955"/>
                </a:cubicBezTo>
                <a:cubicBezTo>
                  <a:pt x="8627692" y="1554705"/>
                  <a:pt x="8637673" y="1544388"/>
                  <a:pt x="8645946" y="1530001"/>
                </a:cubicBezTo>
                <a:lnTo>
                  <a:pt x="8591861" y="1525011"/>
                </a:lnTo>
                <a:cubicBezTo>
                  <a:pt x="8588444" y="1529326"/>
                  <a:pt x="8585252" y="1532339"/>
                  <a:pt x="8582284" y="1534047"/>
                </a:cubicBezTo>
                <a:cubicBezTo>
                  <a:pt x="8577429" y="1536744"/>
                  <a:pt x="8572304" y="1538093"/>
                  <a:pt x="8566909" y="1538093"/>
                </a:cubicBezTo>
                <a:cubicBezTo>
                  <a:pt x="8558366" y="1538093"/>
                  <a:pt x="8551443" y="1534991"/>
                  <a:pt x="8546138" y="1528787"/>
                </a:cubicBezTo>
                <a:cubicBezTo>
                  <a:pt x="8542362" y="1524471"/>
                  <a:pt x="8539978" y="1517907"/>
                  <a:pt x="8538990" y="1509095"/>
                </a:cubicBezTo>
                <a:lnTo>
                  <a:pt x="8649048" y="1509095"/>
                </a:lnTo>
                <a:lnTo>
                  <a:pt x="8649048" y="1502891"/>
                </a:lnTo>
                <a:cubicBezTo>
                  <a:pt x="8649048" y="1484009"/>
                  <a:pt x="8645946" y="1468677"/>
                  <a:pt x="8639742" y="1456898"/>
                </a:cubicBezTo>
                <a:cubicBezTo>
                  <a:pt x="8633537" y="1445119"/>
                  <a:pt x="8624500" y="1436127"/>
                  <a:pt x="8612632" y="1429923"/>
                </a:cubicBezTo>
                <a:cubicBezTo>
                  <a:pt x="8600762" y="1423719"/>
                  <a:pt x="8584578" y="1420617"/>
                  <a:pt x="8564076" y="1420617"/>
                </a:cubicBezTo>
                <a:close/>
                <a:moveTo>
                  <a:pt x="7783315" y="1420617"/>
                </a:moveTo>
                <a:cubicBezTo>
                  <a:pt x="7772075" y="1420617"/>
                  <a:pt x="7762544" y="1422663"/>
                  <a:pt x="7754721" y="1426753"/>
                </a:cubicBezTo>
                <a:cubicBezTo>
                  <a:pt x="7746899" y="1430845"/>
                  <a:pt x="7739166" y="1437656"/>
                  <a:pt x="7731523" y="1447187"/>
                </a:cubicBezTo>
                <a:lnTo>
                  <a:pt x="7731523" y="1423854"/>
                </a:lnTo>
                <a:lnTo>
                  <a:pt x="7680405" y="1423854"/>
                </a:lnTo>
                <a:lnTo>
                  <a:pt x="7680405" y="1567092"/>
                </a:lnTo>
                <a:lnTo>
                  <a:pt x="7735299" y="1567092"/>
                </a:lnTo>
                <a:lnTo>
                  <a:pt x="7735299" y="1498305"/>
                </a:lnTo>
                <a:cubicBezTo>
                  <a:pt x="7735299" y="1485267"/>
                  <a:pt x="7737367" y="1476231"/>
                  <a:pt x="7741504" y="1471195"/>
                </a:cubicBezTo>
                <a:cubicBezTo>
                  <a:pt x="7745640" y="1466160"/>
                  <a:pt x="7751035" y="1463642"/>
                  <a:pt x="7757689" y="1463642"/>
                </a:cubicBezTo>
                <a:cubicBezTo>
                  <a:pt x="7763713" y="1463642"/>
                  <a:pt x="7768389" y="1465508"/>
                  <a:pt x="7771716" y="1469239"/>
                </a:cubicBezTo>
                <a:cubicBezTo>
                  <a:pt x="7775043" y="1472971"/>
                  <a:pt x="7776706" y="1479333"/>
                  <a:pt x="7776706" y="1488324"/>
                </a:cubicBezTo>
                <a:lnTo>
                  <a:pt x="7776706" y="1567092"/>
                </a:lnTo>
                <a:lnTo>
                  <a:pt x="7831870" y="1567092"/>
                </a:lnTo>
                <a:lnTo>
                  <a:pt x="7831870" y="1476050"/>
                </a:lnTo>
                <a:cubicBezTo>
                  <a:pt x="7831870" y="1457168"/>
                  <a:pt x="7827577" y="1443208"/>
                  <a:pt x="7818989" y="1434172"/>
                </a:cubicBezTo>
                <a:cubicBezTo>
                  <a:pt x="7810403" y="1425135"/>
                  <a:pt x="7798511" y="1420617"/>
                  <a:pt x="7783315" y="1420617"/>
                </a:cubicBezTo>
                <a:close/>
                <a:moveTo>
                  <a:pt x="7563952" y="1420617"/>
                </a:moveTo>
                <a:cubicBezTo>
                  <a:pt x="7538685" y="1420617"/>
                  <a:pt x="7518881" y="1427541"/>
                  <a:pt x="7504539" y="1441388"/>
                </a:cubicBezTo>
                <a:cubicBezTo>
                  <a:pt x="7490197" y="1455235"/>
                  <a:pt x="7483026" y="1473353"/>
                  <a:pt x="7483026" y="1495742"/>
                </a:cubicBezTo>
                <a:cubicBezTo>
                  <a:pt x="7483026" y="1511478"/>
                  <a:pt x="7486600" y="1525168"/>
                  <a:pt x="7493749" y="1536812"/>
                </a:cubicBezTo>
                <a:cubicBezTo>
                  <a:pt x="7500897" y="1548456"/>
                  <a:pt x="7509912" y="1556953"/>
                  <a:pt x="7520791" y="1562303"/>
                </a:cubicBezTo>
                <a:cubicBezTo>
                  <a:pt x="7531671" y="1567654"/>
                  <a:pt x="7546598" y="1570329"/>
                  <a:pt x="7565570" y="1570329"/>
                </a:cubicBezTo>
                <a:cubicBezTo>
                  <a:pt x="7587420" y="1570329"/>
                  <a:pt x="7604190" y="1567204"/>
                  <a:pt x="7615879" y="1560955"/>
                </a:cubicBezTo>
                <a:cubicBezTo>
                  <a:pt x="7627568" y="1554705"/>
                  <a:pt x="7637549" y="1544388"/>
                  <a:pt x="7645821" y="1530001"/>
                </a:cubicBezTo>
                <a:lnTo>
                  <a:pt x="7591736" y="1525011"/>
                </a:lnTo>
                <a:cubicBezTo>
                  <a:pt x="7588319" y="1529326"/>
                  <a:pt x="7585127" y="1532339"/>
                  <a:pt x="7582160" y="1534047"/>
                </a:cubicBezTo>
                <a:cubicBezTo>
                  <a:pt x="7577304" y="1536744"/>
                  <a:pt x="7572179" y="1538093"/>
                  <a:pt x="7566784" y="1538093"/>
                </a:cubicBezTo>
                <a:cubicBezTo>
                  <a:pt x="7558242" y="1538093"/>
                  <a:pt x="7551318" y="1534991"/>
                  <a:pt x="7546013" y="1528787"/>
                </a:cubicBezTo>
                <a:cubicBezTo>
                  <a:pt x="7542237" y="1524471"/>
                  <a:pt x="7539854" y="1517907"/>
                  <a:pt x="7538865" y="1509095"/>
                </a:cubicBezTo>
                <a:lnTo>
                  <a:pt x="7648923" y="1509095"/>
                </a:lnTo>
                <a:lnTo>
                  <a:pt x="7648923" y="1502891"/>
                </a:lnTo>
                <a:cubicBezTo>
                  <a:pt x="7648923" y="1484009"/>
                  <a:pt x="7645821" y="1468677"/>
                  <a:pt x="7639617" y="1456898"/>
                </a:cubicBezTo>
                <a:cubicBezTo>
                  <a:pt x="7633412" y="1445119"/>
                  <a:pt x="7624376" y="1436127"/>
                  <a:pt x="7612507" y="1429923"/>
                </a:cubicBezTo>
                <a:cubicBezTo>
                  <a:pt x="7600638" y="1423719"/>
                  <a:pt x="7584453" y="1420617"/>
                  <a:pt x="7563952" y="1420617"/>
                </a:cubicBezTo>
                <a:close/>
                <a:moveTo>
                  <a:pt x="7268965" y="1420617"/>
                </a:moveTo>
                <a:cubicBezTo>
                  <a:pt x="7257725" y="1420617"/>
                  <a:pt x="7248194" y="1422663"/>
                  <a:pt x="7240371" y="1426753"/>
                </a:cubicBezTo>
                <a:cubicBezTo>
                  <a:pt x="7232549" y="1430845"/>
                  <a:pt x="7224816" y="1437656"/>
                  <a:pt x="7217173" y="1447187"/>
                </a:cubicBezTo>
                <a:lnTo>
                  <a:pt x="7217173" y="1423854"/>
                </a:lnTo>
                <a:lnTo>
                  <a:pt x="7166055" y="1423854"/>
                </a:lnTo>
                <a:lnTo>
                  <a:pt x="7166055" y="1567092"/>
                </a:lnTo>
                <a:lnTo>
                  <a:pt x="7220949" y="1567092"/>
                </a:lnTo>
                <a:lnTo>
                  <a:pt x="7220949" y="1498305"/>
                </a:lnTo>
                <a:cubicBezTo>
                  <a:pt x="7220949" y="1485267"/>
                  <a:pt x="7223017" y="1476231"/>
                  <a:pt x="7227154" y="1471195"/>
                </a:cubicBezTo>
                <a:cubicBezTo>
                  <a:pt x="7231290" y="1466160"/>
                  <a:pt x="7236685" y="1463642"/>
                  <a:pt x="7243339" y="1463642"/>
                </a:cubicBezTo>
                <a:cubicBezTo>
                  <a:pt x="7249363" y="1463642"/>
                  <a:pt x="7254039" y="1465508"/>
                  <a:pt x="7257366" y="1469239"/>
                </a:cubicBezTo>
                <a:cubicBezTo>
                  <a:pt x="7260692" y="1472971"/>
                  <a:pt x="7262356" y="1479333"/>
                  <a:pt x="7262356" y="1488324"/>
                </a:cubicBezTo>
                <a:lnTo>
                  <a:pt x="7262356" y="1567092"/>
                </a:lnTo>
                <a:lnTo>
                  <a:pt x="7317520" y="1567092"/>
                </a:lnTo>
                <a:lnTo>
                  <a:pt x="7317520" y="1476050"/>
                </a:lnTo>
                <a:cubicBezTo>
                  <a:pt x="7317520" y="1457168"/>
                  <a:pt x="7313227" y="1443208"/>
                  <a:pt x="7304639" y="1434172"/>
                </a:cubicBezTo>
                <a:cubicBezTo>
                  <a:pt x="7296052" y="1425135"/>
                  <a:pt x="7284161" y="1420617"/>
                  <a:pt x="7268965" y="1420617"/>
                </a:cubicBezTo>
                <a:close/>
                <a:moveTo>
                  <a:pt x="7050681" y="1420617"/>
                </a:moveTo>
                <a:cubicBezTo>
                  <a:pt x="7025594" y="1420617"/>
                  <a:pt x="7005677" y="1427698"/>
                  <a:pt x="6990931" y="1441860"/>
                </a:cubicBezTo>
                <a:cubicBezTo>
                  <a:pt x="6976184" y="1456021"/>
                  <a:pt x="6968811" y="1474028"/>
                  <a:pt x="6968811" y="1495877"/>
                </a:cubicBezTo>
                <a:cubicBezTo>
                  <a:pt x="6968811" y="1519345"/>
                  <a:pt x="6977533" y="1538318"/>
                  <a:pt x="6994977" y="1552795"/>
                </a:cubicBezTo>
                <a:cubicBezTo>
                  <a:pt x="7009184" y="1564484"/>
                  <a:pt x="7027797" y="1570329"/>
                  <a:pt x="7050815" y="1570329"/>
                </a:cubicBezTo>
                <a:cubicBezTo>
                  <a:pt x="7076622" y="1570329"/>
                  <a:pt x="7096830" y="1563293"/>
                  <a:pt x="7111442" y="1549221"/>
                </a:cubicBezTo>
                <a:cubicBezTo>
                  <a:pt x="7126054" y="1535149"/>
                  <a:pt x="7133359" y="1517098"/>
                  <a:pt x="7133359" y="1495068"/>
                </a:cubicBezTo>
                <a:cubicBezTo>
                  <a:pt x="7133359" y="1475466"/>
                  <a:pt x="7127470" y="1458966"/>
                  <a:pt x="7115691" y="1445569"/>
                </a:cubicBezTo>
                <a:cubicBezTo>
                  <a:pt x="7101034" y="1428934"/>
                  <a:pt x="7079364" y="1420617"/>
                  <a:pt x="7050681" y="1420617"/>
                </a:cubicBezTo>
                <a:close/>
                <a:moveTo>
                  <a:pt x="6928930" y="1420617"/>
                </a:moveTo>
                <a:cubicBezTo>
                  <a:pt x="6921197" y="1420617"/>
                  <a:pt x="6914701" y="1422527"/>
                  <a:pt x="6909440" y="1426349"/>
                </a:cubicBezTo>
                <a:cubicBezTo>
                  <a:pt x="6904180" y="1430171"/>
                  <a:pt x="6899077" y="1437161"/>
                  <a:pt x="6894132" y="1447322"/>
                </a:cubicBezTo>
                <a:lnTo>
                  <a:pt x="6894132" y="1423854"/>
                </a:lnTo>
                <a:lnTo>
                  <a:pt x="6842744" y="1423854"/>
                </a:lnTo>
                <a:lnTo>
                  <a:pt x="6842744" y="1567092"/>
                </a:lnTo>
                <a:lnTo>
                  <a:pt x="6897909" y="1567092"/>
                </a:lnTo>
                <a:lnTo>
                  <a:pt x="6897909" y="1519076"/>
                </a:lnTo>
                <a:cubicBezTo>
                  <a:pt x="6897909" y="1496147"/>
                  <a:pt x="6900741" y="1480502"/>
                  <a:pt x="6906406" y="1472139"/>
                </a:cubicBezTo>
                <a:cubicBezTo>
                  <a:pt x="6910362" y="1466205"/>
                  <a:pt x="6915937" y="1463237"/>
                  <a:pt x="6923130" y="1463237"/>
                </a:cubicBezTo>
                <a:cubicBezTo>
                  <a:pt x="6926907" y="1463237"/>
                  <a:pt x="6932032" y="1464586"/>
                  <a:pt x="6938506" y="1467284"/>
                </a:cubicBezTo>
                <a:lnTo>
                  <a:pt x="6955500" y="1428170"/>
                </a:lnTo>
                <a:cubicBezTo>
                  <a:pt x="6945879" y="1423135"/>
                  <a:pt x="6937022" y="1420617"/>
                  <a:pt x="6928930" y="1420617"/>
                </a:cubicBezTo>
                <a:close/>
                <a:moveTo>
                  <a:pt x="8336774" y="1409287"/>
                </a:moveTo>
                <a:lnTo>
                  <a:pt x="8363614" y="1409287"/>
                </a:lnTo>
                <a:cubicBezTo>
                  <a:pt x="8374764" y="1409287"/>
                  <a:pt x="8382362" y="1410996"/>
                  <a:pt x="8386408" y="1414413"/>
                </a:cubicBezTo>
                <a:cubicBezTo>
                  <a:pt x="8390454" y="1417830"/>
                  <a:pt x="8392478" y="1422730"/>
                  <a:pt x="8392478" y="1429114"/>
                </a:cubicBezTo>
                <a:cubicBezTo>
                  <a:pt x="8392478" y="1433430"/>
                  <a:pt x="8391196" y="1437251"/>
                  <a:pt x="8388634" y="1440579"/>
                </a:cubicBezTo>
                <a:cubicBezTo>
                  <a:pt x="8386071" y="1443905"/>
                  <a:pt x="8382767" y="1445973"/>
                  <a:pt x="8378720" y="1446783"/>
                </a:cubicBezTo>
                <a:cubicBezTo>
                  <a:pt x="8370718" y="1448581"/>
                  <a:pt x="8365323" y="1449480"/>
                  <a:pt x="8362535" y="1449480"/>
                </a:cubicBezTo>
                <a:lnTo>
                  <a:pt x="8336774" y="1449480"/>
                </a:lnTo>
                <a:close/>
                <a:moveTo>
                  <a:pt x="9301813" y="1369364"/>
                </a:moveTo>
                <a:lnTo>
                  <a:pt x="9301813" y="1407129"/>
                </a:lnTo>
                <a:lnTo>
                  <a:pt x="9356842" y="1407129"/>
                </a:lnTo>
                <a:lnTo>
                  <a:pt x="9356842" y="1369364"/>
                </a:lnTo>
                <a:close/>
                <a:moveTo>
                  <a:pt x="9127754" y="1369364"/>
                </a:moveTo>
                <a:lnTo>
                  <a:pt x="9072724" y="1397553"/>
                </a:lnTo>
                <a:lnTo>
                  <a:pt x="9072724" y="1423854"/>
                </a:lnTo>
                <a:lnTo>
                  <a:pt x="9052493" y="1423854"/>
                </a:lnTo>
                <a:lnTo>
                  <a:pt x="9052493" y="1464047"/>
                </a:lnTo>
                <a:lnTo>
                  <a:pt x="9072724" y="1464047"/>
                </a:lnTo>
                <a:lnTo>
                  <a:pt x="9072724" y="1514427"/>
                </a:lnTo>
                <a:cubicBezTo>
                  <a:pt x="9072724" y="1530411"/>
                  <a:pt x="9074276" y="1541973"/>
                  <a:pt x="9077378" y="1549112"/>
                </a:cubicBezTo>
                <a:cubicBezTo>
                  <a:pt x="9080480" y="1556251"/>
                  <a:pt x="9085268" y="1561572"/>
                  <a:pt x="9091742" y="1565075"/>
                </a:cubicBezTo>
                <a:cubicBezTo>
                  <a:pt x="9098216" y="1568577"/>
                  <a:pt x="9108286" y="1570329"/>
                  <a:pt x="9121954" y="1570329"/>
                </a:cubicBezTo>
                <a:cubicBezTo>
                  <a:pt x="9133733" y="1570329"/>
                  <a:pt x="9146412" y="1568845"/>
                  <a:pt x="9159989" y="1565877"/>
                </a:cubicBezTo>
                <a:lnTo>
                  <a:pt x="9155942" y="1527984"/>
                </a:lnTo>
                <a:cubicBezTo>
                  <a:pt x="9148659" y="1530318"/>
                  <a:pt x="9142994" y="1531485"/>
                  <a:pt x="9138948" y="1531485"/>
                </a:cubicBezTo>
                <a:cubicBezTo>
                  <a:pt x="9134452" y="1531485"/>
                  <a:pt x="9131306" y="1529959"/>
                  <a:pt x="9129507" y="1526907"/>
                </a:cubicBezTo>
                <a:cubicBezTo>
                  <a:pt x="9128338" y="1524933"/>
                  <a:pt x="9127754" y="1520895"/>
                  <a:pt x="9127754" y="1514794"/>
                </a:cubicBezTo>
                <a:lnTo>
                  <a:pt x="9127754" y="1464047"/>
                </a:lnTo>
                <a:lnTo>
                  <a:pt x="9157966" y="1464047"/>
                </a:lnTo>
                <a:lnTo>
                  <a:pt x="9157966" y="1423854"/>
                </a:lnTo>
                <a:lnTo>
                  <a:pt x="9127754" y="1423854"/>
                </a:lnTo>
                <a:close/>
                <a:moveTo>
                  <a:pt x="8275406" y="1369364"/>
                </a:moveTo>
                <a:lnTo>
                  <a:pt x="8275406" y="1567092"/>
                </a:lnTo>
                <a:lnTo>
                  <a:pt x="8336774" y="1567092"/>
                </a:lnTo>
                <a:lnTo>
                  <a:pt x="8336774" y="1486841"/>
                </a:lnTo>
                <a:lnTo>
                  <a:pt x="8342169" y="1486841"/>
                </a:lnTo>
                <a:cubicBezTo>
                  <a:pt x="8347744" y="1486841"/>
                  <a:pt x="8352734" y="1488369"/>
                  <a:pt x="8357140" y="1491427"/>
                </a:cubicBezTo>
                <a:cubicBezTo>
                  <a:pt x="8360377" y="1493764"/>
                  <a:pt x="8364064" y="1498844"/>
                  <a:pt x="8368200" y="1506667"/>
                </a:cubicBezTo>
                <a:lnTo>
                  <a:pt x="8400859" y="1567092"/>
                </a:lnTo>
                <a:lnTo>
                  <a:pt x="8469896" y="1567092"/>
                </a:lnTo>
                <a:lnTo>
                  <a:pt x="8440308" y="1509797"/>
                </a:lnTo>
                <a:cubicBezTo>
                  <a:pt x="8438870" y="1506917"/>
                  <a:pt x="8436018" y="1502822"/>
                  <a:pt x="8431750" y="1497512"/>
                </a:cubicBezTo>
                <a:cubicBezTo>
                  <a:pt x="8427481" y="1492202"/>
                  <a:pt x="8424224" y="1488737"/>
                  <a:pt x="8421977" y="1487117"/>
                </a:cubicBezTo>
                <a:cubicBezTo>
                  <a:pt x="8418652" y="1484687"/>
                  <a:pt x="8413350" y="1482257"/>
                  <a:pt x="8406072" y="1479827"/>
                </a:cubicBezTo>
                <a:cubicBezTo>
                  <a:pt x="8415160" y="1477759"/>
                  <a:pt x="8422312" y="1475151"/>
                  <a:pt x="8427530" y="1472004"/>
                </a:cubicBezTo>
                <a:cubicBezTo>
                  <a:pt x="8435717" y="1467059"/>
                  <a:pt x="8442150" y="1460607"/>
                  <a:pt x="8446828" y="1452649"/>
                </a:cubicBezTo>
                <a:cubicBezTo>
                  <a:pt x="8451507" y="1444692"/>
                  <a:pt x="8453846" y="1435229"/>
                  <a:pt x="8453846" y="1424258"/>
                </a:cubicBezTo>
                <a:cubicBezTo>
                  <a:pt x="8453846" y="1411670"/>
                  <a:pt x="8450789" y="1400992"/>
                  <a:pt x="8444674" y="1392225"/>
                </a:cubicBezTo>
                <a:cubicBezTo>
                  <a:pt x="8438560" y="1383458"/>
                  <a:pt x="8430512" y="1377456"/>
                  <a:pt x="8420532" y="1374220"/>
                </a:cubicBezTo>
                <a:cubicBezTo>
                  <a:pt x="8410551" y="1370983"/>
                  <a:pt x="8396119" y="1369364"/>
                  <a:pt x="8377237" y="1369364"/>
                </a:cubicBezTo>
                <a:close/>
                <a:moveTo>
                  <a:pt x="7966262" y="1369364"/>
                </a:moveTo>
                <a:lnTo>
                  <a:pt x="7966262" y="1437881"/>
                </a:lnTo>
                <a:cubicBezTo>
                  <a:pt x="7960867" y="1432126"/>
                  <a:pt x="7954685" y="1427810"/>
                  <a:pt x="7947717" y="1424933"/>
                </a:cubicBezTo>
                <a:cubicBezTo>
                  <a:pt x="7940748" y="1422055"/>
                  <a:pt x="7932993" y="1420617"/>
                  <a:pt x="7924450" y="1420617"/>
                </a:cubicBezTo>
                <a:cubicBezTo>
                  <a:pt x="7906917" y="1420617"/>
                  <a:pt x="7892463" y="1426911"/>
                  <a:pt x="7881088" y="1439499"/>
                </a:cubicBezTo>
                <a:cubicBezTo>
                  <a:pt x="7869714" y="1452087"/>
                  <a:pt x="7864026" y="1470251"/>
                  <a:pt x="7864026" y="1493989"/>
                </a:cubicBezTo>
                <a:cubicBezTo>
                  <a:pt x="7864026" y="1515210"/>
                  <a:pt x="7869174" y="1533238"/>
                  <a:pt x="7879470" y="1548074"/>
                </a:cubicBezTo>
                <a:cubicBezTo>
                  <a:pt x="7889765" y="1562911"/>
                  <a:pt x="7904669" y="1570329"/>
                  <a:pt x="7924181" y="1570329"/>
                </a:cubicBezTo>
                <a:cubicBezTo>
                  <a:pt x="7933892" y="1570329"/>
                  <a:pt x="7942704" y="1568261"/>
                  <a:pt x="7950616" y="1564124"/>
                </a:cubicBezTo>
                <a:cubicBezTo>
                  <a:pt x="7956551" y="1560977"/>
                  <a:pt x="7963115" y="1554908"/>
                  <a:pt x="7970308" y="1545916"/>
                </a:cubicBezTo>
                <a:lnTo>
                  <a:pt x="7970308" y="1567092"/>
                </a:lnTo>
                <a:lnTo>
                  <a:pt x="8021696" y="1567092"/>
                </a:lnTo>
                <a:lnTo>
                  <a:pt x="8021696" y="1369364"/>
                </a:lnTo>
                <a:close/>
                <a:moveTo>
                  <a:pt x="7422779" y="1369364"/>
                </a:moveTo>
                <a:lnTo>
                  <a:pt x="7367750" y="1397553"/>
                </a:lnTo>
                <a:lnTo>
                  <a:pt x="7367750" y="1423854"/>
                </a:lnTo>
                <a:lnTo>
                  <a:pt x="7347518" y="1423854"/>
                </a:lnTo>
                <a:lnTo>
                  <a:pt x="7347518" y="1464047"/>
                </a:lnTo>
                <a:lnTo>
                  <a:pt x="7367750" y="1464047"/>
                </a:lnTo>
                <a:lnTo>
                  <a:pt x="7367750" y="1514427"/>
                </a:lnTo>
                <a:cubicBezTo>
                  <a:pt x="7367750" y="1530411"/>
                  <a:pt x="7369301" y="1541973"/>
                  <a:pt x="7372403" y="1549112"/>
                </a:cubicBezTo>
                <a:cubicBezTo>
                  <a:pt x="7375505" y="1556251"/>
                  <a:pt x="7380293" y="1561572"/>
                  <a:pt x="7386767" y="1565075"/>
                </a:cubicBezTo>
                <a:cubicBezTo>
                  <a:pt x="7393241" y="1568577"/>
                  <a:pt x="7403312" y="1570329"/>
                  <a:pt x="7416979" y="1570329"/>
                </a:cubicBezTo>
                <a:cubicBezTo>
                  <a:pt x="7428758" y="1570329"/>
                  <a:pt x="7441437" y="1568845"/>
                  <a:pt x="7455014" y="1565877"/>
                </a:cubicBezTo>
                <a:lnTo>
                  <a:pt x="7450968" y="1527984"/>
                </a:lnTo>
                <a:cubicBezTo>
                  <a:pt x="7443684" y="1530318"/>
                  <a:pt x="7438020" y="1531485"/>
                  <a:pt x="7433973" y="1531485"/>
                </a:cubicBezTo>
                <a:cubicBezTo>
                  <a:pt x="7429478" y="1531485"/>
                  <a:pt x="7426330" y="1529959"/>
                  <a:pt x="7424532" y="1526907"/>
                </a:cubicBezTo>
                <a:cubicBezTo>
                  <a:pt x="7423363" y="1524933"/>
                  <a:pt x="7422779" y="1520895"/>
                  <a:pt x="7422779" y="1514794"/>
                </a:cubicBezTo>
                <a:lnTo>
                  <a:pt x="7422779" y="1464047"/>
                </a:lnTo>
                <a:lnTo>
                  <a:pt x="7452991" y="1464047"/>
                </a:lnTo>
                <a:lnTo>
                  <a:pt x="7452991" y="1423854"/>
                </a:lnTo>
                <a:lnTo>
                  <a:pt x="7422779" y="1423854"/>
                </a:lnTo>
                <a:close/>
                <a:moveTo>
                  <a:pt x="6665141" y="1369364"/>
                </a:moveTo>
                <a:lnTo>
                  <a:pt x="6665141" y="1567092"/>
                </a:lnTo>
                <a:lnTo>
                  <a:pt x="6726510" y="1567092"/>
                </a:lnTo>
                <a:lnTo>
                  <a:pt x="6726510" y="1486301"/>
                </a:lnTo>
                <a:lnTo>
                  <a:pt x="6803119" y="1486301"/>
                </a:lnTo>
                <a:lnTo>
                  <a:pt x="6803119" y="1446378"/>
                </a:lnTo>
                <a:lnTo>
                  <a:pt x="6726510" y="1446378"/>
                </a:lnTo>
                <a:lnTo>
                  <a:pt x="6726510" y="1411850"/>
                </a:lnTo>
                <a:lnTo>
                  <a:pt x="6816202" y="1411850"/>
                </a:lnTo>
                <a:lnTo>
                  <a:pt x="6816202" y="1369364"/>
                </a:lnTo>
                <a:close/>
                <a:moveTo>
                  <a:pt x="9728182" y="1365992"/>
                </a:moveTo>
                <a:cubicBezTo>
                  <a:pt x="9716133" y="1365992"/>
                  <a:pt x="9706984" y="1367363"/>
                  <a:pt x="9700735" y="1370106"/>
                </a:cubicBezTo>
                <a:cubicBezTo>
                  <a:pt x="9694486" y="1372848"/>
                  <a:pt x="9689630" y="1376445"/>
                  <a:pt x="9686168" y="1380896"/>
                </a:cubicBezTo>
                <a:cubicBezTo>
                  <a:pt x="9682706" y="1385347"/>
                  <a:pt x="9680346" y="1391079"/>
                  <a:pt x="9679088" y="1398093"/>
                </a:cubicBezTo>
                <a:cubicBezTo>
                  <a:pt x="9677828" y="1405106"/>
                  <a:pt x="9677199" y="1411535"/>
                  <a:pt x="9677199" y="1417380"/>
                </a:cubicBezTo>
                <a:lnTo>
                  <a:pt x="9677199" y="1423854"/>
                </a:lnTo>
                <a:lnTo>
                  <a:pt x="9656698" y="1423854"/>
                </a:lnTo>
                <a:lnTo>
                  <a:pt x="9656698" y="1464047"/>
                </a:lnTo>
                <a:lnTo>
                  <a:pt x="9677199" y="1464047"/>
                </a:lnTo>
                <a:lnTo>
                  <a:pt x="9677199" y="1567092"/>
                </a:lnTo>
                <a:lnTo>
                  <a:pt x="9732228" y="1567092"/>
                </a:lnTo>
                <a:lnTo>
                  <a:pt x="9732228" y="1464047"/>
                </a:lnTo>
                <a:lnTo>
                  <a:pt x="9758394" y="1464047"/>
                </a:lnTo>
                <a:lnTo>
                  <a:pt x="9758394" y="1423854"/>
                </a:lnTo>
                <a:lnTo>
                  <a:pt x="9732228" y="1423854"/>
                </a:lnTo>
                <a:cubicBezTo>
                  <a:pt x="9732228" y="1417470"/>
                  <a:pt x="9732453" y="1413289"/>
                  <a:pt x="9732903" y="1411311"/>
                </a:cubicBezTo>
                <a:cubicBezTo>
                  <a:pt x="9733802" y="1407714"/>
                  <a:pt x="9735330" y="1405083"/>
                  <a:pt x="9737488" y="1403420"/>
                </a:cubicBezTo>
                <a:cubicBezTo>
                  <a:pt x="9739646" y="1401757"/>
                  <a:pt x="9743198" y="1400925"/>
                  <a:pt x="9748144" y="1400925"/>
                </a:cubicBezTo>
                <a:cubicBezTo>
                  <a:pt x="9752190" y="1400925"/>
                  <a:pt x="9757495" y="1401464"/>
                  <a:pt x="9764059" y="1402543"/>
                </a:cubicBezTo>
                <a:lnTo>
                  <a:pt x="9770128" y="1369364"/>
                </a:lnTo>
                <a:cubicBezTo>
                  <a:pt x="9751785" y="1367116"/>
                  <a:pt x="9737803" y="1365992"/>
                  <a:pt x="9728182" y="1365992"/>
                </a:cubicBezTo>
                <a:close/>
                <a:moveTo>
                  <a:pt x="6389753" y="1355607"/>
                </a:moveTo>
                <a:cubicBezTo>
                  <a:pt x="6367004" y="1368555"/>
                  <a:pt x="6343716" y="1387123"/>
                  <a:pt x="6319888" y="1411311"/>
                </a:cubicBezTo>
                <a:cubicBezTo>
                  <a:pt x="6296060" y="1435498"/>
                  <a:pt x="6276548" y="1460405"/>
                  <a:pt x="6261352" y="1486031"/>
                </a:cubicBezTo>
                <a:lnTo>
                  <a:pt x="6257171" y="1476590"/>
                </a:lnTo>
                <a:cubicBezTo>
                  <a:pt x="6248719" y="1457798"/>
                  <a:pt x="6241031" y="1448401"/>
                  <a:pt x="6234107" y="1448401"/>
                </a:cubicBezTo>
                <a:cubicBezTo>
                  <a:pt x="6226015" y="1448401"/>
                  <a:pt x="6217113" y="1453527"/>
                  <a:pt x="6207402" y="1463777"/>
                </a:cubicBezTo>
                <a:cubicBezTo>
                  <a:pt x="6213157" y="1465755"/>
                  <a:pt x="6218349" y="1469757"/>
                  <a:pt x="6222980" y="1475781"/>
                </a:cubicBezTo>
                <a:cubicBezTo>
                  <a:pt x="6227611" y="1481805"/>
                  <a:pt x="6232624" y="1491112"/>
                  <a:pt x="6238019" y="1503700"/>
                </a:cubicBezTo>
                <a:lnTo>
                  <a:pt x="6241795" y="1512467"/>
                </a:lnTo>
                <a:cubicBezTo>
                  <a:pt x="6245751" y="1522088"/>
                  <a:pt x="6248314" y="1529012"/>
                  <a:pt x="6249483" y="1533238"/>
                </a:cubicBezTo>
                <a:cubicBezTo>
                  <a:pt x="6252450" y="1530451"/>
                  <a:pt x="6258070" y="1526180"/>
                  <a:pt x="6266342" y="1520425"/>
                </a:cubicBezTo>
                <a:lnTo>
                  <a:pt x="6276323" y="1513681"/>
                </a:lnTo>
                <a:cubicBezTo>
                  <a:pt x="6288732" y="1487515"/>
                  <a:pt x="6306715" y="1459371"/>
                  <a:pt x="6330273" y="1429249"/>
                </a:cubicBezTo>
                <a:cubicBezTo>
                  <a:pt x="6353832" y="1399127"/>
                  <a:pt x="6375232" y="1376827"/>
                  <a:pt x="6394474" y="1362350"/>
                </a:cubicBezTo>
                <a:close/>
                <a:moveTo>
                  <a:pt x="8625675" y="529578"/>
                </a:moveTo>
                <a:lnTo>
                  <a:pt x="8679860" y="706051"/>
                </a:lnTo>
                <a:lnTo>
                  <a:pt x="8572055" y="706051"/>
                </a:lnTo>
                <a:close/>
                <a:moveTo>
                  <a:pt x="5776566" y="508816"/>
                </a:moveTo>
                <a:cubicBezTo>
                  <a:pt x="5808489" y="508816"/>
                  <a:pt x="5833771" y="519476"/>
                  <a:pt x="5852412" y="540796"/>
                </a:cubicBezTo>
                <a:cubicBezTo>
                  <a:pt x="5871053" y="562115"/>
                  <a:pt x="5880374" y="595881"/>
                  <a:pt x="5880374" y="642092"/>
                </a:cubicBezTo>
                <a:cubicBezTo>
                  <a:pt x="5880374" y="697009"/>
                  <a:pt x="5871444" y="735072"/>
                  <a:pt x="5853584" y="756280"/>
                </a:cubicBezTo>
                <a:cubicBezTo>
                  <a:pt x="5835725" y="777488"/>
                  <a:pt x="5810498" y="788092"/>
                  <a:pt x="5777905" y="788092"/>
                </a:cubicBezTo>
                <a:cubicBezTo>
                  <a:pt x="5746205" y="788092"/>
                  <a:pt x="5721146" y="777265"/>
                  <a:pt x="5702728" y="755610"/>
                </a:cubicBezTo>
                <a:cubicBezTo>
                  <a:pt x="5684311" y="733956"/>
                  <a:pt x="5675102" y="698349"/>
                  <a:pt x="5675102" y="648789"/>
                </a:cubicBezTo>
                <a:cubicBezTo>
                  <a:pt x="5675102" y="598783"/>
                  <a:pt x="5684367" y="562952"/>
                  <a:pt x="5702896" y="541298"/>
                </a:cubicBezTo>
                <a:cubicBezTo>
                  <a:pt x="5721425" y="519643"/>
                  <a:pt x="5745982" y="508816"/>
                  <a:pt x="5776566" y="508816"/>
                </a:cubicBezTo>
                <a:close/>
                <a:moveTo>
                  <a:pt x="4738341" y="508816"/>
                </a:moveTo>
                <a:cubicBezTo>
                  <a:pt x="4770264" y="508816"/>
                  <a:pt x="4795546" y="519476"/>
                  <a:pt x="4814188" y="540796"/>
                </a:cubicBezTo>
                <a:cubicBezTo>
                  <a:pt x="4832828" y="562115"/>
                  <a:pt x="4842148" y="595881"/>
                  <a:pt x="4842148" y="642092"/>
                </a:cubicBezTo>
                <a:cubicBezTo>
                  <a:pt x="4842148" y="697009"/>
                  <a:pt x="4833219" y="735072"/>
                  <a:pt x="4815359" y="756280"/>
                </a:cubicBezTo>
                <a:cubicBezTo>
                  <a:pt x="4797500" y="777488"/>
                  <a:pt x="4772274" y="788092"/>
                  <a:pt x="4739680" y="788092"/>
                </a:cubicBezTo>
                <a:cubicBezTo>
                  <a:pt x="4707980" y="788092"/>
                  <a:pt x="4682921" y="777265"/>
                  <a:pt x="4664504" y="755610"/>
                </a:cubicBezTo>
                <a:cubicBezTo>
                  <a:pt x="4646086" y="733956"/>
                  <a:pt x="4636877" y="698349"/>
                  <a:pt x="4636877" y="648789"/>
                </a:cubicBezTo>
                <a:cubicBezTo>
                  <a:pt x="4636877" y="598783"/>
                  <a:pt x="4646141" y="562952"/>
                  <a:pt x="4664671" y="541298"/>
                </a:cubicBezTo>
                <a:cubicBezTo>
                  <a:pt x="4683200" y="519643"/>
                  <a:pt x="4707757" y="508816"/>
                  <a:pt x="4738341" y="508816"/>
                </a:cubicBezTo>
                <a:close/>
                <a:moveTo>
                  <a:pt x="9486516" y="402330"/>
                </a:moveTo>
                <a:lnTo>
                  <a:pt x="9486516" y="893239"/>
                </a:lnTo>
                <a:lnTo>
                  <a:pt x="9638209" y="893239"/>
                </a:lnTo>
                <a:lnTo>
                  <a:pt x="9638209" y="773447"/>
                </a:lnTo>
                <a:lnTo>
                  <a:pt x="9716582" y="691353"/>
                </a:lnTo>
                <a:lnTo>
                  <a:pt x="9820086" y="893239"/>
                </a:lnTo>
                <a:lnTo>
                  <a:pt x="10006893" y="893239"/>
                </a:lnTo>
                <a:lnTo>
                  <a:pt x="9819715" y="587624"/>
                </a:lnTo>
                <a:lnTo>
                  <a:pt x="9998856" y="402330"/>
                </a:lnTo>
                <a:lnTo>
                  <a:pt x="9797106" y="402330"/>
                </a:lnTo>
                <a:lnTo>
                  <a:pt x="9638209" y="587844"/>
                </a:lnTo>
                <a:lnTo>
                  <a:pt x="9638209" y="402330"/>
                </a:lnTo>
                <a:close/>
                <a:moveTo>
                  <a:pt x="8544806" y="402330"/>
                </a:moveTo>
                <a:lnTo>
                  <a:pt x="8360296" y="893239"/>
                </a:lnTo>
                <a:lnTo>
                  <a:pt x="8515181" y="893239"/>
                </a:lnTo>
                <a:lnTo>
                  <a:pt x="8539108" y="812202"/>
                </a:lnTo>
                <a:lnTo>
                  <a:pt x="8711327" y="812202"/>
                </a:lnTo>
                <a:lnTo>
                  <a:pt x="8735887" y="893239"/>
                </a:lnTo>
                <a:lnTo>
                  <a:pt x="8894738" y="893239"/>
                </a:lnTo>
                <a:lnTo>
                  <a:pt x="8710270" y="402330"/>
                </a:lnTo>
                <a:close/>
                <a:moveTo>
                  <a:pt x="7917830" y="402330"/>
                </a:moveTo>
                <a:lnTo>
                  <a:pt x="7917830" y="523550"/>
                </a:lnTo>
                <a:lnTo>
                  <a:pt x="8072537" y="523550"/>
                </a:lnTo>
                <a:lnTo>
                  <a:pt x="8072537" y="893239"/>
                </a:lnTo>
                <a:lnTo>
                  <a:pt x="8224230" y="893239"/>
                </a:lnTo>
                <a:lnTo>
                  <a:pt x="8224230" y="523550"/>
                </a:lnTo>
                <a:lnTo>
                  <a:pt x="8378937" y="523550"/>
                </a:lnTo>
                <a:lnTo>
                  <a:pt x="8378937" y="402330"/>
                </a:lnTo>
                <a:close/>
                <a:moveTo>
                  <a:pt x="6654986" y="402330"/>
                </a:moveTo>
                <a:lnTo>
                  <a:pt x="6846193" y="687633"/>
                </a:lnTo>
                <a:lnTo>
                  <a:pt x="6846193" y="893239"/>
                </a:lnTo>
                <a:lnTo>
                  <a:pt x="6998221" y="893239"/>
                </a:lnTo>
                <a:lnTo>
                  <a:pt x="6998221" y="687633"/>
                </a:lnTo>
                <a:lnTo>
                  <a:pt x="7189093" y="402330"/>
                </a:lnTo>
                <a:lnTo>
                  <a:pt x="7021500" y="402330"/>
                </a:lnTo>
                <a:lnTo>
                  <a:pt x="6922390" y="567940"/>
                </a:lnTo>
                <a:lnTo>
                  <a:pt x="6823485" y="402330"/>
                </a:lnTo>
                <a:close/>
                <a:moveTo>
                  <a:pt x="5085296" y="402330"/>
                </a:moveTo>
                <a:lnTo>
                  <a:pt x="5085296" y="893239"/>
                </a:lnTo>
                <a:lnTo>
                  <a:pt x="5473737" y="893239"/>
                </a:lnTo>
                <a:lnTo>
                  <a:pt x="5473737" y="772354"/>
                </a:lnTo>
                <a:lnTo>
                  <a:pt x="5236989" y="772354"/>
                </a:lnTo>
                <a:lnTo>
                  <a:pt x="5236989" y="402330"/>
                </a:lnTo>
                <a:close/>
                <a:moveTo>
                  <a:pt x="3924251" y="402330"/>
                </a:moveTo>
                <a:lnTo>
                  <a:pt x="3924251" y="893239"/>
                </a:lnTo>
                <a:lnTo>
                  <a:pt x="4066903" y="893239"/>
                </a:lnTo>
                <a:lnTo>
                  <a:pt x="4066903" y="623695"/>
                </a:lnTo>
                <a:lnTo>
                  <a:pt x="4250742" y="893239"/>
                </a:lnTo>
                <a:lnTo>
                  <a:pt x="4393730" y="893239"/>
                </a:lnTo>
                <a:lnTo>
                  <a:pt x="4393730" y="402330"/>
                </a:lnTo>
                <a:lnTo>
                  <a:pt x="4250742" y="402330"/>
                </a:lnTo>
                <a:lnTo>
                  <a:pt x="4250742" y="673925"/>
                </a:lnTo>
                <a:lnTo>
                  <a:pt x="4065899" y="402330"/>
                </a:lnTo>
                <a:close/>
                <a:moveTo>
                  <a:pt x="3342892" y="402330"/>
                </a:moveTo>
                <a:lnTo>
                  <a:pt x="3342892" y="893239"/>
                </a:lnTo>
                <a:lnTo>
                  <a:pt x="3494585" y="893239"/>
                </a:lnTo>
                <a:lnTo>
                  <a:pt x="3494585" y="694665"/>
                </a:lnTo>
                <a:lnTo>
                  <a:pt x="3660342" y="694665"/>
                </a:lnTo>
                <a:lnTo>
                  <a:pt x="3660342" y="893239"/>
                </a:lnTo>
                <a:lnTo>
                  <a:pt x="3812705" y="893239"/>
                </a:lnTo>
                <a:lnTo>
                  <a:pt x="3812705" y="402330"/>
                </a:lnTo>
                <a:lnTo>
                  <a:pt x="3660342" y="402330"/>
                </a:lnTo>
                <a:lnTo>
                  <a:pt x="3660342" y="574114"/>
                </a:lnTo>
                <a:lnTo>
                  <a:pt x="3494585" y="574114"/>
                </a:lnTo>
                <a:lnTo>
                  <a:pt x="3494585" y="402330"/>
                </a:lnTo>
                <a:close/>
                <a:moveTo>
                  <a:pt x="2294137" y="402330"/>
                </a:moveTo>
                <a:lnTo>
                  <a:pt x="2294137" y="893239"/>
                </a:lnTo>
                <a:lnTo>
                  <a:pt x="2708028" y="893239"/>
                </a:lnTo>
                <a:lnTo>
                  <a:pt x="2708028" y="782065"/>
                </a:lnTo>
                <a:lnTo>
                  <a:pt x="2446165" y="782065"/>
                </a:lnTo>
                <a:lnTo>
                  <a:pt x="2446165" y="685289"/>
                </a:lnTo>
                <a:lnTo>
                  <a:pt x="2682243" y="685289"/>
                </a:lnTo>
                <a:lnTo>
                  <a:pt x="2682243" y="585165"/>
                </a:lnTo>
                <a:lnTo>
                  <a:pt x="2446165" y="585165"/>
                </a:lnTo>
                <a:lnTo>
                  <a:pt x="2446165" y="507142"/>
                </a:lnTo>
                <a:lnTo>
                  <a:pt x="2700661" y="507142"/>
                </a:lnTo>
                <a:lnTo>
                  <a:pt x="2700661" y="402330"/>
                </a:lnTo>
                <a:close/>
                <a:moveTo>
                  <a:pt x="1755156" y="402330"/>
                </a:moveTo>
                <a:lnTo>
                  <a:pt x="1755156" y="523550"/>
                </a:lnTo>
                <a:lnTo>
                  <a:pt x="1909862" y="523550"/>
                </a:lnTo>
                <a:lnTo>
                  <a:pt x="1909862" y="893239"/>
                </a:lnTo>
                <a:lnTo>
                  <a:pt x="2061556" y="893239"/>
                </a:lnTo>
                <a:lnTo>
                  <a:pt x="2061556" y="523550"/>
                </a:lnTo>
                <a:lnTo>
                  <a:pt x="2216262" y="523550"/>
                </a:lnTo>
                <a:lnTo>
                  <a:pt x="2216262" y="402330"/>
                </a:lnTo>
                <a:close/>
                <a:moveTo>
                  <a:pt x="9173307" y="393958"/>
                </a:moveTo>
                <a:cubicBezTo>
                  <a:pt x="9094279" y="393958"/>
                  <a:pt x="9033166" y="415766"/>
                  <a:pt x="8989970" y="459382"/>
                </a:cubicBezTo>
                <a:cubicBezTo>
                  <a:pt x="8946772" y="502998"/>
                  <a:pt x="8925173" y="565408"/>
                  <a:pt x="8925173" y="646612"/>
                </a:cubicBezTo>
                <a:cubicBezTo>
                  <a:pt x="8925173" y="707519"/>
                  <a:pt x="8937451" y="757493"/>
                  <a:pt x="8962008" y="796534"/>
                </a:cubicBezTo>
                <a:cubicBezTo>
                  <a:pt x="8986565" y="835576"/>
                  <a:pt x="9015754" y="862849"/>
                  <a:pt x="9049575" y="878354"/>
                </a:cubicBezTo>
                <a:cubicBezTo>
                  <a:pt x="9083396" y="893858"/>
                  <a:pt x="9126984" y="901611"/>
                  <a:pt x="9180339" y="901611"/>
                </a:cubicBezTo>
                <a:cubicBezTo>
                  <a:pt x="9224318" y="901611"/>
                  <a:pt x="9260539" y="895248"/>
                  <a:pt x="9289002" y="882524"/>
                </a:cubicBezTo>
                <a:cubicBezTo>
                  <a:pt x="9317466" y="869799"/>
                  <a:pt x="9341296" y="850935"/>
                  <a:pt x="9360496" y="825932"/>
                </a:cubicBezTo>
                <a:cubicBezTo>
                  <a:pt x="9379694" y="800929"/>
                  <a:pt x="9393758" y="769786"/>
                  <a:pt x="9402688" y="732505"/>
                </a:cubicBezTo>
                <a:lnTo>
                  <a:pt x="9269748" y="692321"/>
                </a:lnTo>
                <a:cubicBezTo>
                  <a:pt x="9263050" y="723352"/>
                  <a:pt x="9252279" y="747016"/>
                  <a:pt x="9237433" y="763312"/>
                </a:cubicBezTo>
                <a:cubicBezTo>
                  <a:pt x="9222588" y="779609"/>
                  <a:pt x="9200654" y="787757"/>
                  <a:pt x="9171632" y="787757"/>
                </a:cubicBezTo>
                <a:cubicBezTo>
                  <a:pt x="9141718" y="787757"/>
                  <a:pt x="9118501" y="777668"/>
                  <a:pt x="9101981" y="757489"/>
                </a:cubicBezTo>
                <a:cubicBezTo>
                  <a:pt x="9085461" y="737310"/>
                  <a:pt x="9077201" y="700016"/>
                  <a:pt x="9077201" y="645608"/>
                </a:cubicBezTo>
                <a:cubicBezTo>
                  <a:pt x="9077201" y="601685"/>
                  <a:pt x="9084121" y="569466"/>
                  <a:pt x="9097962" y="548953"/>
                </a:cubicBezTo>
                <a:cubicBezTo>
                  <a:pt x="9116268" y="521302"/>
                  <a:pt x="9142611" y="507477"/>
                  <a:pt x="9176990" y="507477"/>
                </a:cubicBezTo>
                <a:cubicBezTo>
                  <a:pt x="9192171" y="507477"/>
                  <a:pt x="9205900" y="510602"/>
                  <a:pt x="9218178" y="516853"/>
                </a:cubicBezTo>
                <a:cubicBezTo>
                  <a:pt x="9230457" y="523104"/>
                  <a:pt x="9240837" y="532033"/>
                  <a:pt x="9249321" y="543642"/>
                </a:cubicBezTo>
                <a:cubicBezTo>
                  <a:pt x="9254456" y="550562"/>
                  <a:pt x="9259367" y="561501"/>
                  <a:pt x="9264055" y="576459"/>
                </a:cubicBezTo>
                <a:lnTo>
                  <a:pt x="9398000" y="546656"/>
                </a:lnTo>
                <a:cubicBezTo>
                  <a:pt x="9380810" y="494864"/>
                  <a:pt x="9354523" y="456466"/>
                  <a:pt x="9319140" y="431463"/>
                </a:cubicBezTo>
                <a:cubicBezTo>
                  <a:pt x="9283756" y="406460"/>
                  <a:pt x="9235144" y="393958"/>
                  <a:pt x="9173307" y="393958"/>
                </a:cubicBezTo>
                <a:close/>
                <a:moveTo>
                  <a:pt x="7648079" y="393958"/>
                </a:moveTo>
                <a:cubicBezTo>
                  <a:pt x="7596957" y="393958"/>
                  <a:pt x="7556717" y="400376"/>
                  <a:pt x="7527361" y="413213"/>
                </a:cubicBezTo>
                <a:cubicBezTo>
                  <a:pt x="7498005" y="426049"/>
                  <a:pt x="7476015" y="443685"/>
                  <a:pt x="7461393" y="466121"/>
                </a:cubicBezTo>
                <a:cubicBezTo>
                  <a:pt x="7446771" y="488557"/>
                  <a:pt x="7439459" y="512388"/>
                  <a:pt x="7439459" y="537614"/>
                </a:cubicBezTo>
                <a:cubicBezTo>
                  <a:pt x="7439459" y="576012"/>
                  <a:pt x="7453747" y="607601"/>
                  <a:pt x="7482322" y="632381"/>
                </a:cubicBezTo>
                <a:cubicBezTo>
                  <a:pt x="7510674" y="657161"/>
                  <a:pt x="7558113" y="677029"/>
                  <a:pt x="7624639" y="691986"/>
                </a:cubicBezTo>
                <a:cubicBezTo>
                  <a:pt x="7665269" y="700916"/>
                  <a:pt x="7691165" y="710404"/>
                  <a:pt x="7702327" y="720450"/>
                </a:cubicBezTo>
                <a:cubicBezTo>
                  <a:pt x="7713489" y="730496"/>
                  <a:pt x="7719070" y="741881"/>
                  <a:pt x="7719070" y="754606"/>
                </a:cubicBezTo>
                <a:cubicBezTo>
                  <a:pt x="7719070" y="768000"/>
                  <a:pt x="7713210" y="779776"/>
                  <a:pt x="7701490" y="789934"/>
                </a:cubicBezTo>
                <a:cubicBezTo>
                  <a:pt x="7689770" y="800091"/>
                  <a:pt x="7673082" y="805170"/>
                  <a:pt x="7651428" y="805170"/>
                </a:cubicBezTo>
                <a:cubicBezTo>
                  <a:pt x="7622406" y="805170"/>
                  <a:pt x="7600082" y="795236"/>
                  <a:pt x="7584455" y="775367"/>
                </a:cubicBezTo>
                <a:cubicBezTo>
                  <a:pt x="7574856" y="763089"/>
                  <a:pt x="7568493" y="745230"/>
                  <a:pt x="7565368" y="721789"/>
                </a:cubicBezTo>
                <a:lnTo>
                  <a:pt x="7421042" y="730831"/>
                </a:lnTo>
                <a:cubicBezTo>
                  <a:pt x="7425284" y="780390"/>
                  <a:pt x="7443478" y="821244"/>
                  <a:pt x="7475625" y="853391"/>
                </a:cubicBezTo>
                <a:cubicBezTo>
                  <a:pt x="7507772" y="885537"/>
                  <a:pt x="7565591" y="901611"/>
                  <a:pt x="7649084" y="901611"/>
                </a:cubicBezTo>
                <a:cubicBezTo>
                  <a:pt x="7696634" y="901611"/>
                  <a:pt x="7736037" y="894746"/>
                  <a:pt x="7767291" y="881017"/>
                </a:cubicBezTo>
                <a:cubicBezTo>
                  <a:pt x="7798545" y="867287"/>
                  <a:pt x="7822878" y="847140"/>
                  <a:pt x="7840291" y="820574"/>
                </a:cubicBezTo>
                <a:cubicBezTo>
                  <a:pt x="7857704" y="794008"/>
                  <a:pt x="7866410" y="764987"/>
                  <a:pt x="7866410" y="733510"/>
                </a:cubicBezTo>
                <a:cubicBezTo>
                  <a:pt x="7866410" y="706720"/>
                  <a:pt x="7859880" y="682499"/>
                  <a:pt x="7846821" y="660844"/>
                </a:cubicBezTo>
                <a:cubicBezTo>
                  <a:pt x="7833761" y="639190"/>
                  <a:pt x="7812888" y="621051"/>
                  <a:pt x="7784201" y="606429"/>
                </a:cubicBezTo>
                <a:cubicBezTo>
                  <a:pt x="7755515" y="591806"/>
                  <a:pt x="7708020" y="577352"/>
                  <a:pt x="7641717" y="563064"/>
                </a:cubicBezTo>
                <a:cubicBezTo>
                  <a:pt x="7614928" y="557483"/>
                  <a:pt x="7597961" y="551455"/>
                  <a:pt x="7590818" y="544981"/>
                </a:cubicBezTo>
                <a:cubicBezTo>
                  <a:pt x="7583451" y="538731"/>
                  <a:pt x="7579767" y="531698"/>
                  <a:pt x="7579767" y="523885"/>
                </a:cubicBezTo>
                <a:cubicBezTo>
                  <a:pt x="7579767" y="513169"/>
                  <a:pt x="7584232" y="504072"/>
                  <a:pt x="7593162" y="496594"/>
                </a:cubicBezTo>
                <a:cubicBezTo>
                  <a:pt x="7602091" y="489115"/>
                  <a:pt x="7615374" y="485376"/>
                  <a:pt x="7633010" y="485376"/>
                </a:cubicBezTo>
                <a:cubicBezTo>
                  <a:pt x="7654442" y="485376"/>
                  <a:pt x="7671241" y="490399"/>
                  <a:pt x="7683407" y="500445"/>
                </a:cubicBezTo>
                <a:cubicBezTo>
                  <a:pt x="7695574" y="510490"/>
                  <a:pt x="7703555" y="526564"/>
                  <a:pt x="7707350" y="548665"/>
                </a:cubicBezTo>
                <a:lnTo>
                  <a:pt x="7850337" y="540293"/>
                </a:lnTo>
                <a:cubicBezTo>
                  <a:pt x="7844086" y="489394"/>
                  <a:pt x="7824496" y="452280"/>
                  <a:pt x="7791568" y="428951"/>
                </a:cubicBezTo>
                <a:cubicBezTo>
                  <a:pt x="7758640" y="405622"/>
                  <a:pt x="7710810" y="393958"/>
                  <a:pt x="7648079" y="393958"/>
                </a:cubicBezTo>
                <a:close/>
                <a:moveTo>
                  <a:pt x="6369311" y="393958"/>
                </a:moveTo>
                <a:cubicBezTo>
                  <a:pt x="6313054" y="393958"/>
                  <a:pt x="6268294" y="401883"/>
                  <a:pt x="6235031" y="417733"/>
                </a:cubicBezTo>
                <a:cubicBezTo>
                  <a:pt x="6192391" y="438272"/>
                  <a:pt x="6160021" y="468354"/>
                  <a:pt x="6137920" y="507979"/>
                </a:cubicBezTo>
                <a:cubicBezTo>
                  <a:pt x="6115819" y="547604"/>
                  <a:pt x="6104769" y="594206"/>
                  <a:pt x="6104769" y="647785"/>
                </a:cubicBezTo>
                <a:cubicBezTo>
                  <a:pt x="6104769" y="698684"/>
                  <a:pt x="6114871" y="743779"/>
                  <a:pt x="6135074" y="783069"/>
                </a:cubicBezTo>
                <a:cubicBezTo>
                  <a:pt x="6155277" y="822360"/>
                  <a:pt x="6183741" y="851940"/>
                  <a:pt x="6220464" y="871808"/>
                </a:cubicBezTo>
                <a:cubicBezTo>
                  <a:pt x="6257187" y="891677"/>
                  <a:pt x="6304682" y="901611"/>
                  <a:pt x="6362948" y="901611"/>
                </a:cubicBezTo>
                <a:cubicBezTo>
                  <a:pt x="6410276" y="901611"/>
                  <a:pt x="6451185" y="896086"/>
                  <a:pt x="6485676" y="885035"/>
                </a:cubicBezTo>
                <a:cubicBezTo>
                  <a:pt x="6520167" y="873985"/>
                  <a:pt x="6559848" y="853167"/>
                  <a:pt x="6604720" y="822583"/>
                </a:cubicBezTo>
                <a:lnTo>
                  <a:pt x="6604720" y="613293"/>
                </a:lnTo>
                <a:lnTo>
                  <a:pt x="6370315" y="613293"/>
                </a:lnTo>
                <a:lnTo>
                  <a:pt x="6370315" y="715427"/>
                </a:lnTo>
                <a:lnTo>
                  <a:pt x="6471779" y="715427"/>
                </a:lnTo>
                <a:lnTo>
                  <a:pt x="6471779" y="761638"/>
                </a:lnTo>
                <a:cubicBezTo>
                  <a:pt x="6451910" y="773470"/>
                  <a:pt x="6434274" y="781841"/>
                  <a:pt x="6418871" y="786753"/>
                </a:cubicBezTo>
                <a:cubicBezTo>
                  <a:pt x="6403467" y="791664"/>
                  <a:pt x="6387282" y="794120"/>
                  <a:pt x="6370315" y="794120"/>
                </a:cubicBezTo>
                <a:cubicBezTo>
                  <a:pt x="6334597" y="794120"/>
                  <a:pt x="6306747" y="782734"/>
                  <a:pt x="6286767" y="759964"/>
                </a:cubicBezTo>
                <a:cubicBezTo>
                  <a:pt x="6266787" y="737193"/>
                  <a:pt x="6256797" y="699242"/>
                  <a:pt x="6256797" y="646110"/>
                </a:cubicBezTo>
                <a:cubicBezTo>
                  <a:pt x="6256797" y="596104"/>
                  <a:pt x="6266675" y="559548"/>
                  <a:pt x="6286432" y="536442"/>
                </a:cubicBezTo>
                <a:cubicBezTo>
                  <a:pt x="6306189" y="513337"/>
                  <a:pt x="6332699" y="501784"/>
                  <a:pt x="6365962" y="501784"/>
                </a:cubicBezTo>
                <a:cubicBezTo>
                  <a:pt x="6388286" y="501784"/>
                  <a:pt x="6406648" y="506695"/>
                  <a:pt x="6421047" y="516518"/>
                </a:cubicBezTo>
                <a:cubicBezTo>
                  <a:pt x="6435446" y="526341"/>
                  <a:pt x="6445660" y="540517"/>
                  <a:pt x="6451687" y="559046"/>
                </a:cubicBezTo>
                <a:lnTo>
                  <a:pt x="6598022" y="532926"/>
                </a:lnTo>
                <a:cubicBezTo>
                  <a:pt x="6589093" y="501226"/>
                  <a:pt x="6575754" y="475051"/>
                  <a:pt x="6558006" y="454401"/>
                </a:cubicBezTo>
                <a:cubicBezTo>
                  <a:pt x="6540259" y="433751"/>
                  <a:pt x="6517934" y="418515"/>
                  <a:pt x="6491034" y="408692"/>
                </a:cubicBezTo>
                <a:cubicBezTo>
                  <a:pt x="6464133" y="398869"/>
                  <a:pt x="6423559" y="393958"/>
                  <a:pt x="6369311" y="393958"/>
                </a:cubicBezTo>
                <a:close/>
                <a:moveTo>
                  <a:pt x="5776900" y="393958"/>
                </a:moveTo>
                <a:cubicBezTo>
                  <a:pt x="5697203" y="393958"/>
                  <a:pt x="5635030" y="416282"/>
                  <a:pt x="5590382" y="460931"/>
                </a:cubicBezTo>
                <a:cubicBezTo>
                  <a:pt x="5545734" y="505579"/>
                  <a:pt x="5523409" y="567975"/>
                  <a:pt x="5523409" y="648119"/>
                </a:cubicBezTo>
                <a:cubicBezTo>
                  <a:pt x="5523409" y="705493"/>
                  <a:pt x="5534683" y="753266"/>
                  <a:pt x="5557230" y="791441"/>
                </a:cubicBezTo>
                <a:cubicBezTo>
                  <a:pt x="5579778" y="829615"/>
                  <a:pt x="5609190" y="857521"/>
                  <a:pt x="5645467" y="875157"/>
                </a:cubicBezTo>
                <a:cubicBezTo>
                  <a:pt x="5681744" y="892793"/>
                  <a:pt x="5727564" y="901611"/>
                  <a:pt x="5782929" y="901611"/>
                </a:cubicBezTo>
                <a:cubicBezTo>
                  <a:pt x="5837399" y="901611"/>
                  <a:pt x="5882885" y="891398"/>
                  <a:pt x="5919385" y="870971"/>
                </a:cubicBezTo>
                <a:cubicBezTo>
                  <a:pt x="5955885" y="850544"/>
                  <a:pt x="5983790" y="821969"/>
                  <a:pt x="6003101" y="785246"/>
                </a:cubicBezTo>
                <a:cubicBezTo>
                  <a:pt x="6022411" y="748522"/>
                  <a:pt x="6032066" y="701474"/>
                  <a:pt x="6032066" y="644101"/>
                </a:cubicBezTo>
                <a:cubicBezTo>
                  <a:pt x="6032066" y="565073"/>
                  <a:pt x="6009965" y="503626"/>
                  <a:pt x="5965763" y="459759"/>
                </a:cubicBezTo>
                <a:cubicBezTo>
                  <a:pt x="5921561" y="415892"/>
                  <a:pt x="5858607" y="393958"/>
                  <a:pt x="5776900" y="393958"/>
                </a:cubicBezTo>
                <a:close/>
                <a:moveTo>
                  <a:pt x="4738675" y="393958"/>
                </a:moveTo>
                <a:cubicBezTo>
                  <a:pt x="4658978" y="393958"/>
                  <a:pt x="4596805" y="416282"/>
                  <a:pt x="4552157" y="460931"/>
                </a:cubicBezTo>
                <a:cubicBezTo>
                  <a:pt x="4507508" y="505579"/>
                  <a:pt x="4485185" y="567975"/>
                  <a:pt x="4485185" y="648119"/>
                </a:cubicBezTo>
                <a:cubicBezTo>
                  <a:pt x="4485185" y="705493"/>
                  <a:pt x="4496458" y="753266"/>
                  <a:pt x="4519005" y="791441"/>
                </a:cubicBezTo>
                <a:cubicBezTo>
                  <a:pt x="4541553" y="829615"/>
                  <a:pt x="4570965" y="857521"/>
                  <a:pt x="4607242" y="875157"/>
                </a:cubicBezTo>
                <a:cubicBezTo>
                  <a:pt x="4643518" y="892793"/>
                  <a:pt x="4689339" y="901611"/>
                  <a:pt x="4744703" y="901611"/>
                </a:cubicBezTo>
                <a:cubicBezTo>
                  <a:pt x="4799174" y="901611"/>
                  <a:pt x="4844660" y="891398"/>
                  <a:pt x="4881160" y="870971"/>
                </a:cubicBezTo>
                <a:cubicBezTo>
                  <a:pt x="4917660" y="850544"/>
                  <a:pt x="4945565" y="821969"/>
                  <a:pt x="4964876" y="785246"/>
                </a:cubicBezTo>
                <a:cubicBezTo>
                  <a:pt x="4984186" y="748522"/>
                  <a:pt x="4993842" y="701474"/>
                  <a:pt x="4993842" y="644101"/>
                </a:cubicBezTo>
                <a:cubicBezTo>
                  <a:pt x="4993842" y="565073"/>
                  <a:pt x="4971740" y="503626"/>
                  <a:pt x="4927539" y="459759"/>
                </a:cubicBezTo>
                <a:cubicBezTo>
                  <a:pt x="4883336" y="415892"/>
                  <a:pt x="4820382" y="393958"/>
                  <a:pt x="4738675" y="393958"/>
                </a:cubicBezTo>
                <a:close/>
                <a:moveTo>
                  <a:pt x="3029682" y="393958"/>
                </a:moveTo>
                <a:cubicBezTo>
                  <a:pt x="2950655" y="393958"/>
                  <a:pt x="2889542" y="415766"/>
                  <a:pt x="2846345" y="459382"/>
                </a:cubicBezTo>
                <a:cubicBezTo>
                  <a:pt x="2803148" y="502998"/>
                  <a:pt x="2781549" y="565408"/>
                  <a:pt x="2781549" y="646612"/>
                </a:cubicBezTo>
                <a:cubicBezTo>
                  <a:pt x="2781549" y="707519"/>
                  <a:pt x="2793827" y="757493"/>
                  <a:pt x="2818384" y="796534"/>
                </a:cubicBezTo>
                <a:cubicBezTo>
                  <a:pt x="2842941" y="835576"/>
                  <a:pt x="2872129" y="862849"/>
                  <a:pt x="2905950" y="878354"/>
                </a:cubicBezTo>
                <a:cubicBezTo>
                  <a:pt x="2939772" y="893858"/>
                  <a:pt x="2983360" y="901611"/>
                  <a:pt x="3036714" y="901611"/>
                </a:cubicBezTo>
                <a:cubicBezTo>
                  <a:pt x="3080693" y="901611"/>
                  <a:pt x="3116914" y="895248"/>
                  <a:pt x="3145378" y="882524"/>
                </a:cubicBezTo>
                <a:cubicBezTo>
                  <a:pt x="3173841" y="869799"/>
                  <a:pt x="3197672" y="850935"/>
                  <a:pt x="3216871" y="825932"/>
                </a:cubicBezTo>
                <a:cubicBezTo>
                  <a:pt x="3236070" y="800929"/>
                  <a:pt x="3250134" y="769786"/>
                  <a:pt x="3259064" y="732505"/>
                </a:cubicBezTo>
                <a:lnTo>
                  <a:pt x="3126123" y="692321"/>
                </a:lnTo>
                <a:cubicBezTo>
                  <a:pt x="3119426" y="723352"/>
                  <a:pt x="3108654" y="747016"/>
                  <a:pt x="3093809" y="763312"/>
                </a:cubicBezTo>
                <a:cubicBezTo>
                  <a:pt x="3078963" y="779609"/>
                  <a:pt x="3057030" y="787757"/>
                  <a:pt x="3028008" y="787757"/>
                </a:cubicBezTo>
                <a:cubicBezTo>
                  <a:pt x="2998093" y="787757"/>
                  <a:pt x="2974876" y="777668"/>
                  <a:pt x="2958357" y="757489"/>
                </a:cubicBezTo>
                <a:cubicBezTo>
                  <a:pt x="2941837" y="737310"/>
                  <a:pt x="2933577" y="700016"/>
                  <a:pt x="2933577" y="645608"/>
                </a:cubicBezTo>
                <a:cubicBezTo>
                  <a:pt x="2933577" y="601685"/>
                  <a:pt x="2940497" y="569466"/>
                  <a:pt x="2954338" y="548953"/>
                </a:cubicBezTo>
                <a:cubicBezTo>
                  <a:pt x="2972644" y="521302"/>
                  <a:pt x="2998987" y="507477"/>
                  <a:pt x="3033366" y="507477"/>
                </a:cubicBezTo>
                <a:cubicBezTo>
                  <a:pt x="3048546" y="507477"/>
                  <a:pt x="3062276" y="510602"/>
                  <a:pt x="3074554" y="516853"/>
                </a:cubicBezTo>
                <a:cubicBezTo>
                  <a:pt x="3086833" y="523104"/>
                  <a:pt x="3097213" y="532033"/>
                  <a:pt x="3105697" y="543642"/>
                </a:cubicBezTo>
                <a:cubicBezTo>
                  <a:pt x="3110831" y="550562"/>
                  <a:pt x="3115743" y="561501"/>
                  <a:pt x="3120430" y="576459"/>
                </a:cubicBezTo>
                <a:lnTo>
                  <a:pt x="3254376" y="546656"/>
                </a:lnTo>
                <a:cubicBezTo>
                  <a:pt x="3237186" y="494864"/>
                  <a:pt x="3210899" y="456466"/>
                  <a:pt x="3175515" y="431463"/>
                </a:cubicBezTo>
                <a:cubicBezTo>
                  <a:pt x="3140131" y="406460"/>
                  <a:pt x="3091521" y="393958"/>
                  <a:pt x="3029682" y="393958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 w="0">
            <a:noFill/>
          </a:ln>
          <a:effectLst>
            <a:innerShdw blurRad="63500" dist="50800" dir="13500000">
              <a:srgbClr val="000000">
                <a:alpha val="50000"/>
              </a:srgbClr>
            </a:innerShdw>
          </a:effectLst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54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977872-3A55-BAE9-4C06-30F981EC3D0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09" y="4071187"/>
            <a:ext cx="4669282" cy="2626471"/>
          </a:xfrm>
          <a:prstGeom prst="rect">
            <a:avLst/>
          </a:prstGeom>
          <a:ln>
            <a:noFill/>
          </a:ln>
          <a:effectLst>
            <a:softEdge rad="38100"/>
          </a:effectLst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A886AA2-3D73-F33F-E74F-B90E5BF74D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5620" y="1291349"/>
            <a:ext cx="3924261" cy="2619497"/>
          </a:xfrm>
          <a:prstGeom prst="rect">
            <a:avLst/>
          </a:prstGeom>
          <a:ln>
            <a:noFill/>
          </a:ln>
          <a:effectLst>
            <a:softEdge rad="38100"/>
          </a:effectLst>
        </p:spPr>
      </p:pic>
    </p:spTree>
    <p:extLst>
      <p:ext uri="{BB962C8B-B14F-4D97-AF65-F5344CB8AC3E}">
        <p14:creationId xmlns:p14="http://schemas.microsoft.com/office/powerpoint/2010/main" val="335617150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Oval 37">
            <a:extLst>
              <a:ext uri="{FF2B5EF4-FFF2-40B4-BE49-F238E27FC236}">
                <a16:creationId xmlns:a16="http://schemas.microsoft.com/office/drawing/2014/main" id="{7D186806-D36F-AA2B-4DBF-0C188338CB5E}"/>
              </a:ext>
            </a:extLst>
          </p:cNvPr>
          <p:cNvSpPr/>
          <p:nvPr/>
        </p:nvSpPr>
        <p:spPr>
          <a:xfrm>
            <a:off x="-1352550" y="-3981035"/>
            <a:ext cx="14897100" cy="1454575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39" name="Oval 38">
            <a:extLst>
              <a:ext uri="{FF2B5EF4-FFF2-40B4-BE49-F238E27FC236}">
                <a16:creationId xmlns:a16="http://schemas.microsoft.com/office/drawing/2014/main" id="{AC512FC4-091C-5D71-4029-2E94696016E6}"/>
              </a:ext>
            </a:extLst>
          </p:cNvPr>
          <p:cNvSpPr/>
          <p:nvPr/>
        </p:nvSpPr>
        <p:spPr>
          <a:xfrm>
            <a:off x="-147248" y="-2667000"/>
            <a:ext cx="12486496" cy="1219200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0" name="Oval 39">
            <a:extLst>
              <a:ext uri="{FF2B5EF4-FFF2-40B4-BE49-F238E27FC236}">
                <a16:creationId xmlns:a16="http://schemas.microsoft.com/office/drawing/2014/main" id="{C38158E5-1E1E-0302-2DA9-5CDFBE30EA69}"/>
              </a:ext>
            </a:extLst>
          </p:cNvPr>
          <p:cNvSpPr/>
          <p:nvPr/>
        </p:nvSpPr>
        <p:spPr>
          <a:xfrm>
            <a:off x="964831" y="-1581150"/>
            <a:ext cx="10262338" cy="1002030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1" name="Oval 40">
            <a:extLst>
              <a:ext uri="{FF2B5EF4-FFF2-40B4-BE49-F238E27FC236}">
                <a16:creationId xmlns:a16="http://schemas.microsoft.com/office/drawing/2014/main" id="{EF6ECFDB-728A-A51B-D175-52B1EA7A84BF}"/>
              </a:ext>
            </a:extLst>
          </p:cNvPr>
          <p:cNvSpPr/>
          <p:nvPr/>
        </p:nvSpPr>
        <p:spPr>
          <a:xfrm>
            <a:off x="2311031" y="-266700"/>
            <a:ext cx="7569938" cy="739140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 useBgFill="1">
        <p:nvSpPr>
          <p:cNvPr id="42" name="Oval 41">
            <a:extLst>
              <a:ext uri="{FF2B5EF4-FFF2-40B4-BE49-F238E27FC236}">
                <a16:creationId xmlns:a16="http://schemas.microsoft.com/office/drawing/2014/main" id="{663F8C6F-7DA1-9DD2-3FFE-1DC618207BA6}"/>
              </a:ext>
            </a:extLst>
          </p:cNvPr>
          <p:cNvSpPr/>
          <p:nvPr/>
        </p:nvSpPr>
        <p:spPr>
          <a:xfrm>
            <a:off x="3618211" y="1009650"/>
            <a:ext cx="4955578" cy="4838700"/>
          </a:xfrm>
          <a:prstGeom prst="ellipse">
            <a:avLst/>
          </a:prstGeom>
          <a:effectLst>
            <a:softEdge rad="635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DB839ECD-A704-F18C-E19E-428539EDC7E7}"/>
              </a:ext>
            </a:extLst>
          </p:cNvPr>
          <p:cNvGrpSpPr/>
          <p:nvPr/>
        </p:nvGrpSpPr>
        <p:grpSpPr>
          <a:xfrm>
            <a:off x="2383278" y="573932"/>
            <a:ext cx="7402748" cy="5622587"/>
            <a:chOff x="3793787" y="1235413"/>
            <a:chExt cx="4873558" cy="4270442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751AC440-0CB3-C170-BCD8-D314C89E2F29}"/>
                </a:ext>
              </a:extLst>
            </p:cNvPr>
            <p:cNvGrpSpPr/>
            <p:nvPr/>
          </p:nvGrpSpPr>
          <p:grpSpPr>
            <a:xfrm>
              <a:off x="3793787" y="1235413"/>
              <a:ext cx="4873558" cy="4270442"/>
              <a:chOff x="3793787" y="1235413"/>
              <a:chExt cx="4873558" cy="4270442"/>
            </a:xfrm>
          </p:grpSpPr>
          <p:sp>
            <p:nvSpPr>
              <p:cNvPr id="2" name="1">
                <a:extLst>
                  <a:ext uri="{FF2B5EF4-FFF2-40B4-BE49-F238E27FC236}">
                    <a16:creationId xmlns:a16="http://schemas.microsoft.com/office/drawing/2014/main" id="{999EE95A-1975-9BB2-2E29-22A947C96A48}"/>
                  </a:ext>
                </a:extLst>
              </p:cNvPr>
              <p:cNvSpPr/>
              <p:nvPr/>
            </p:nvSpPr>
            <p:spPr>
              <a:xfrm>
                <a:off x="4296000" y="1629000"/>
                <a:ext cx="3600000" cy="3600000"/>
              </a:xfrm>
              <a:prstGeom prst="roundRect">
                <a:avLst/>
              </a:prstGeom>
              <a:solidFill>
                <a:srgbClr val="131313"/>
              </a:solidFill>
              <a:ln>
                <a:noFill/>
              </a:ln>
              <a:effectLst>
                <a:outerShdw blurRad="1016000" dist="889000" dir="2700000" algn="tl" rotWithShape="0">
                  <a:prstClr val="black"/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3" name="2">
                <a:extLst>
                  <a:ext uri="{FF2B5EF4-FFF2-40B4-BE49-F238E27FC236}">
                    <a16:creationId xmlns:a16="http://schemas.microsoft.com/office/drawing/2014/main" id="{A1D651AE-D147-5CAD-6F5A-577B5A7EAC8E}"/>
                  </a:ext>
                </a:extLst>
              </p:cNvPr>
              <p:cNvSpPr/>
              <p:nvPr/>
            </p:nvSpPr>
            <p:spPr>
              <a:xfrm>
                <a:off x="3793787" y="1235413"/>
                <a:ext cx="4873558" cy="4270442"/>
              </a:xfrm>
              <a:prstGeom prst="roundRect">
                <a:avLst/>
              </a:prstGeom>
              <a:solidFill>
                <a:srgbClr val="131313"/>
              </a:solidFill>
              <a:ln>
                <a:noFill/>
              </a:ln>
              <a:effectLst>
                <a:outerShdw blurRad="1016000" dist="889000" dir="13500000" algn="tl" rotWithShape="0">
                  <a:schemeClr val="bg1">
                    <a:alpha val="1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7488636-FDB2-BB4A-A7CE-26CFB0181E03}"/>
                </a:ext>
              </a:extLst>
            </p:cNvPr>
            <p:cNvSpPr/>
            <p:nvPr/>
          </p:nvSpPr>
          <p:spPr>
            <a:xfrm>
              <a:off x="3986343" y="1657014"/>
              <a:ext cx="4536689" cy="3342783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en-IN" sz="3600" b="1" dirty="0">
                  <a:solidFill>
                    <a:schemeClr val="bg1"/>
                  </a:solidFill>
                  <a:latin typeface="Sitka Heading Semibold" pitchFamily="2" charset="0"/>
                </a:rPr>
                <a:t>Our Vision</a:t>
              </a:r>
            </a:p>
            <a:p>
              <a:pPr algn="ctr"/>
              <a:r>
                <a:rPr lang="en-IN" sz="2400" i="1" dirty="0">
                  <a:solidFill>
                    <a:schemeClr val="bg1"/>
                  </a:solidFill>
                  <a:latin typeface="Sitka Heading Semibold" pitchFamily="2" charset="0"/>
                </a:rPr>
                <a:t>The Future We Envision</a:t>
              </a:r>
            </a:p>
            <a:p>
              <a:pPr algn="ctr"/>
              <a:endParaRPr lang="en-IN" sz="2000" dirty="0">
                <a:solidFill>
                  <a:schemeClr val="bg1"/>
                </a:solidFill>
                <a:latin typeface="Sitka Heading Semibold" pitchFamily="2" charset="0"/>
              </a:endParaRPr>
            </a:p>
            <a:p>
              <a:endParaRPr lang="en-US" sz="2000" dirty="0">
                <a:solidFill>
                  <a:schemeClr val="bg1"/>
                </a:solidFill>
                <a:latin typeface="Sitka Heading Semibold" pitchFamily="2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>
                  <a:solidFill>
                    <a:schemeClr val="bg1"/>
                  </a:solidFill>
                  <a:latin typeface="Sitka Heading Semibold" pitchFamily="2" charset="0"/>
                </a:rPr>
                <a:t>We see "Sanitas Curae" as a game-changer for small clinics across India.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sz="2000" dirty="0">
                <a:solidFill>
                  <a:schemeClr val="bg1"/>
                </a:solidFill>
                <a:latin typeface="Sitka Heading Semibold" pitchFamily="2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>
                  <a:solidFill>
                    <a:schemeClr val="bg1"/>
                  </a:solidFill>
                  <a:latin typeface="Sitka Heading Semibold" pitchFamily="2" charset="0"/>
                </a:rPr>
                <a:t> By overcoming administrative challenges and optimizing resources, we aim to enable clinics to deliver superior patient care in a digitally driven world.</a:t>
              </a:r>
            </a:p>
            <a:p>
              <a:pPr marL="285750" indent="-285750">
                <a:buFont typeface="Wingdings" panose="05000000000000000000" pitchFamily="2" charset="2"/>
                <a:buChar char="ü"/>
              </a:pPr>
              <a:endParaRPr lang="en-US" sz="2000" dirty="0">
                <a:solidFill>
                  <a:schemeClr val="bg1"/>
                </a:solidFill>
                <a:latin typeface="Sitka Heading Semibold" pitchFamily="2" charset="0"/>
              </a:endParaRPr>
            </a:p>
            <a:p>
              <a:pPr marL="285750" indent="-285750">
                <a:buFont typeface="Wingdings" panose="05000000000000000000" pitchFamily="2" charset="2"/>
                <a:buChar char="ü"/>
              </a:pPr>
              <a:r>
                <a:rPr lang="en-US" sz="2000" dirty="0">
                  <a:solidFill>
                    <a:schemeClr val="bg1"/>
                  </a:solidFill>
                  <a:latin typeface="Sitka Heading Semibold" pitchFamily="2" charset="0"/>
                </a:rPr>
                <a:t> We’re not just building software; we’re paving the way for a healthier, more efficient healthcare ecosystem.</a:t>
              </a:r>
              <a:endParaRPr lang="en-US" sz="2000" b="1" cap="none" spc="50" dirty="0">
                <a:ln w="0"/>
                <a:solidFill>
                  <a:schemeClr val="bg1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Sitka Heading Semibold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712907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mph" presetSubtype="0" repeatCount="2000" accel="29000" decel="71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" dur="1000" fill="hold"/>
                                        <p:tgtEl>
                                          <p:spTgt spid="3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" presetID="6" presetClass="emph" presetSubtype="0" repeatCount="2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9" presetID="6" presetClass="emph" presetSubtype="0" repeatCount="2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" dur="1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6" presetClass="emph" presetSubtype="0" repeatCount="2000" accel="50000" decel="50000" autoRev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2" dur="1000" fill="hold"/>
                                        <p:tgtEl>
                                          <p:spTgt spid="4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3" presetID="6" presetClass="emph" presetSubtype="0" repeatCount="2000" accel="50000" decel="50000" autoRev="1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animScale>
                                      <p:cBhvr>
                                        <p:cTn id="14" dur="1000" fill="hold"/>
                                        <p:tgtEl>
                                          <p:spTgt spid="4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6B913D8-44D9-4AF2-2B1E-AD1315D8A0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1488"/>
            <a:ext cx="11711031" cy="6535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5768318-B1DB-4B17-09DB-CA5802920686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8740764" y="4390108"/>
                </a:moveTo>
                <a:cubicBezTo>
                  <a:pt x="8842650" y="4390108"/>
                  <a:pt x="8923788" y="4428315"/>
                  <a:pt x="8984180" y="4504729"/>
                </a:cubicBezTo>
                <a:cubicBezTo>
                  <a:pt x="9044572" y="4581143"/>
                  <a:pt x="9074767" y="4687958"/>
                  <a:pt x="9074767" y="4825174"/>
                </a:cubicBezTo>
                <a:cubicBezTo>
                  <a:pt x="9074767" y="4960747"/>
                  <a:pt x="9044572" y="5066946"/>
                  <a:pt x="8984180" y="5143771"/>
                </a:cubicBezTo>
                <a:cubicBezTo>
                  <a:pt x="8923788" y="5220596"/>
                  <a:pt x="8842650" y="5259008"/>
                  <a:pt x="8740764" y="5259008"/>
                </a:cubicBezTo>
                <a:cubicBezTo>
                  <a:pt x="8673389" y="5259008"/>
                  <a:pt x="8614846" y="5241548"/>
                  <a:pt x="8565136" y="5206628"/>
                </a:cubicBezTo>
                <a:cubicBezTo>
                  <a:pt x="8515426" y="5171707"/>
                  <a:pt x="8477218" y="5121381"/>
                  <a:pt x="8450515" y="5055649"/>
                </a:cubicBezTo>
                <a:cubicBezTo>
                  <a:pt x="8423811" y="4989916"/>
                  <a:pt x="8410459" y="4913091"/>
                  <a:pt x="8410459" y="4825174"/>
                </a:cubicBezTo>
                <a:cubicBezTo>
                  <a:pt x="8410459" y="4736436"/>
                  <a:pt x="8424016" y="4658789"/>
                  <a:pt x="8451131" y="4592235"/>
                </a:cubicBezTo>
                <a:cubicBezTo>
                  <a:pt x="8478246" y="4525681"/>
                  <a:pt x="8516864" y="4475354"/>
                  <a:pt x="8566984" y="4441256"/>
                </a:cubicBezTo>
                <a:cubicBezTo>
                  <a:pt x="8617105" y="4407157"/>
                  <a:pt x="8675032" y="4390108"/>
                  <a:pt x="8740764" y="4390108"/>
                </a:cubicBezTo>
                <a:close/>
                <a:moveTo>
                  <a:pt x="9833396" y="4141146"/>
                </a:moveTo>
                <a:cubicBezTo>
                  <a:pt x="9783274" y="4141146"/>
                  <a:pt x="9743013" y="4157785"/>
                  <a:pt x="9712612" y="4191062"/>
                </a:cubicBezTo>
                <a:cubicBezTo>
                  <a:pt x="9682211" y="4224339"/>
                  <a:pt x="9667010" y="4274665"/>
                  <a:pt x="9667010" y="4342041"/>
                </a:cubicBezTo>
                <a:lnTo>
                  <a:pt x="9667010" y="5008814"/>
                </a:lnTo>
                <a:cubicBezTo>
                  <a:pt x="9667010" y="5142744"/>
                  <a:pt x="9687962" y="5245451"/>
                  <a:pt x="9729867" y="5316935"/>
                </a:cubicBezTo>
                <a:cubicBezTo>
                  <a:pt x="9765198" y="5376094"/>
                  <a:pt x="9815114" y="5422518"/>
                  <a:pt x="9879614" y="5456205"/>
                </a:cubicBezTo>
                <a:cubicBezTo>
                  <a:pt x="9944114" y="5489893"/>
                  <a:pt x="10017036" y="5506737"/>
                  <a:pt x="10098379" y="5506737"/>
                </a:cubicBezTo>
                <a:cubicBezTo>
                  <a:pt x="10165755" y="5506737"/>
                  <a:pt x="10225736" y="5498315"/>
                  <a:pt x="10278322" y="5481471"/>
                </a:cubicBezTo>
                <a:cubicBezTo>
                  <a:pt x="10330908" y="5464627"/>
                  <a:pt x="10379386" y="5438951"/>
                  <a:pt x="10423755" y="5404441"/>
                </a:cubicBezTo>
                <a:cubicBezTo>
                  <a:pt x="10468124" y="5369932"/>
                  <a:pt x="10510439" y="5327205"/>
                  <a:pt x="10550700" y="5276263"/>
                </a:cubicBezTo>
                <a:lnTo>
                  <a:pt x="10550700" y="5319400"/>
                </a:lnTo>
                <a:cubicBezTo>
                  <a:pt x="10550700" y="5379381"/>
                  <a:pt x="10565696" y="5426009"/>
                  <a:pt x="10595686" y="5459287"/>
                </a:cubicBezTo>
                <a:cubicBezTo>
                  <a:pt x="10625676" y="5492564"/>
                  <a:pt x="10663678" y="5509202"/>
                  <a:pt x="10709691" y="5509202"/>
                </a:cubicBezTo>
                <a:cubicBezTo>
                  <a:pt x="10755704" y="5509202"/>
                  <a:pt x="10793294" y="5493180"/>
                  <a:pt x="10822463" y="5461135"/>
                </a:cubicBezTo>
                <a:cubicBezTo>
                  <a:pt x="10851632" y="5429091"/>
                  <a:pt x="10866216" y="5381024"/>
                  <a:pt x="10866216" y="5316935"/>
                </a:cubicBezTo>
                <a:lnTo>
                  <a:pt x="10866216" y="4342041"/>
                </a:lnTo>
                <a:cubicBezTo>
                  <a:pt x="10866216" y="4274665"/>
                  <a:pt x="10851016" y="4224339"/>
                  <a:pt x="10820614" y="4191062"/>
                </a:cubicBezTo>
                <a:cubicBezTo>
                  <a:pt x="10790213" y="4157785"/>
                  <a:pt x="10749952" y="4141146"/>
                  <a:pt x="10699831" y="4141146"/>
                </a:cubicBezTo>
                <a:cubicBezTo>
                  <a:pt x="10649710" y="4141146"/>
                  <a:pt x="10609038" y="4157990"/>
                  <a:pt x="10577815" y="4191678"/>
                </a:cubicBezTo>
                <a:cubicBezTo>
                  <a:pt x="10546592" y="4225366"/>
                  <a:pt x="10530981" y="4275487"/>
                  <a:pt x="10530981" y="4342041"/>
                </a:cubicBezTo>
                <a:lnTo>
                  <a:pt x="10530981" y="4751225"/>
                </a:lnTo>
                <a:cubicBezTo>
                  <a:pt x="10530981" y="4912270"/>
                  <a:pt x="10521532" y="5016620"/>
                  <a:pt x="10502634" y="5064276"/>
                </a:cubicBezTo>
                <a:cubicBezTo>
                  <a:pt x="10479628" y="5118505"/>
                  <a:pt x="10443064" y="5162464"/>
                  <a:pt x="10392943" y="5196152"/>
                </a:cubicBezTo>
                <a:cubicBezTo>
                  <a:pt x="10342822" y="5229839"/>
                  <a:pt x="10289414" y="5246683"/>
                  <a:pt x="10232720" y="5246683"/>
                </a:cubicBezTo>
                <a:cubicBezTo>
                  <a:pt x="10174382" y="5246683"/>
                  <a:pt x="10128164" y="5231688"/>
                  <a:pt x="10094066" y="5201698"/>
                </a:cubicBezTo>
                <a:cubicBezTo>
                  <a:pt x="10059967" y="5171707"/>
                  <a:pt x="10036344" y="5130214"/>
                  <a:pt x="10023198" y="5077217"/>
                </a:cubicBezTo>
                <a:cubicBezTo>
                  <a:pt x="10010051" y="5024220"/>
                  <a:pt x="10003478" y="4958693"/>
                  <a:pt x="10003478" y="4880636"/>
                </a:cubicBezTo>
                <a:lnTo>
                  <a:pt x="10003478" y="4342041"/>
                </a:lnTo>
                <a:cubicBezTo>
                  <a:pt x="10003478" y="4275487"/>
                  <a:pt x="9987866" y="4225366"/>
                  <a:pt x="9956644" y="4191678"/>
                </a:cubicBezTo>
                <a:cubicBezTo>
                  <a:pt x="9925421" y="4157990"/>
                  <a:pt x="9884338" y="4141146"/>
                  <a:pt x="9833396" y="4141146"/>
                </a:cubicBezTo>
                <a:close/>
                <a:moveTo>
                  <a:pt x="8740764" y="4141146"/>
                </a:moveTo>
                <a:cubicBezTo>
                  <a:pt x="8640523" y="4141146"/>
                  <a:pt x="8548908" y="4157374"/>
                  <a:pt x="8465921" y="4189829"/>
                </a:cubicBezTo>
                <a:cubicBezTo>
                  <a:pt x="8382934" y="4222285"/>
                  <a:pt x="8312272" y="4268503"/>
                  <a:pt x="8253934" y="4328484"/>
                </a:cubicBezTo>
                <a:cubicBezTo>
                  <a:pt x="8195596" y="4388464"/>
                  <a:pt x="8150816" y="4460770"/>
                  <a:pt x="8119593" y="4545401"/>
                </a:cubicBezTo>
                <a:cubicBezTo>
                  <a:pt x="8088370" y="4630031"/>
                  <a:pt x="8072759" y="4723289"/>
                  <a:pt x="8072759" y="4825174"/>
                </a:cubicBezTo>
                <a:cubicBezTo>
                  <a:pt x="8072759" y="4926238"/>
                  <a:pt x="8088165" y="5018469"/>
                  <a:pt x="8118977" y="5101867"/>
                </a:cubicBezTo>
                <a:cubicBezTo>
                  <a:pt x="8149789" y="5185265"/>
                  <a:pt x="8194980" y="5257570"/>
                  <a:pt x="8254550" y="5318784"/>
                </a:cubicBezTo>
                <a:cubicBezTo>
                  <a:pt x="8314120" y="5379997"/>
                  <a:pt x="8384577" y="5427037"/>
                  <a:pt x="8465921" y="5459903"/>
                </a:cubicBezTo>
                <a:cubicBezTo>
                  <a:pt x="8547265" y="5492769"/>
                  <a:pt x="8638879" y="5509202"/>
                  <a:pt x="8740764" y="5509202"/>
                </a:cubicBezTo>
                <a:cubicBezTo>
                  <a:pt x="8843472" y="5509202"/>
                  <a:pt x="8935908" y="5492975"/>
                  <a:pt x="9018073" y="5460519"/>
                </a:cubicBezTo>
                <a:cubicBezTo>
                  <a:pt x="9100239" y="5428064"/>
                  <a:pt x="9170901" y="5381435"/>
                  <a:pt x="9230060" y="5320632"/>
                </a:cubicBezTo>
                <a:cubicBezTo>
                  <a:pt x="9289220" y="5259830"/>
                  <a:pt x="9334410" y="5187113"/>
                  <a:pt x="9365633" y="5102483"/>
                </a:cubicBezTo>
                <a:cubicBezTo>
                  <a:pt x="9396856" y="5017852"/>
                  <a:pt x="9412468" y="4925416"/>
                  <a:pt x="9412468" y="4825174"/>
                </a:cubicBezTo>
                <a:cubicBezTo>
                  <a:pt x="9412468" y="4724111"/>
                  <a:pt x="9397062" y="4631674"/>
                  <a:pt x="9366250" y="4547866"/>
                </a:cubicBezTo>
                <a:cubicBezTo>
                  <a:pt x="9335438" y="4464057"/>
                  <a:pt x="9290452" y="4391751"/>
                  <a:pt x="9231293" y="4330949"/>
                </a:cubicBezTo>
                <a:cubicBezTo>
                  <a:pt x="9172134" y="4270146"/>
                  <a:pt x="9101060" y="4223312"/>
                  <a:pt x="9018073" y="4190446"/>
                </a:cubicBezTo>
                <a:cubicBezTo>
                  <a:pt x="8935086" y="4157579"/>
                  <a:pt x="8842650" y="4141146"/>
                  <a:pt x="8740764" y="4141146"/>
                </a:cubicBezTo>
                <a:close/>
                <a:moveTo>
                  <a:pt x="6862842" y="4141146"/>
                </a:moveTo>
                <a:cubicBezTo>
                  <a:pt x="6834906" y="4141146"/>
                  <a:pt x="6807997" y="4148541"/>
                  <a:pt x="6782114" y="4163331"/>
                </a:cubicBezTo>
                <a:cubicBezTo>
                  <a:pt x="6756232" y="4178121"/>
                  <a:pt x="6735896" y="4197840"/>
                  <a:pt x="6721107" y="4222490"/>
                </a:cubicBezTo>
                <a:cubicBezTo>
                  <a:pt x="6706317" y="4247140"/>
                  <a:pt x="6698922" y="4273844"/>
                  <a:pt x="6698922" y="4302602"/>
                </a:cubicBezTo>
                <a:cubicBezTo>
                  <a:pt x="6698922" y="4329716"/>
                  <a:pt x="6711658" y="4373264"/>
                  <a:pt x="6737129" y="4433245"/>
                </a:cubicBezTo>
                <a:lnTo>
                  <a:pt x="7151243" y="5475925"/>
                </a:lnTo>
                <a:lnTo>
                  <a:pt x="7120431" y="5551107"/>
                </a:lnTo>
                <a:cubicBezTo>
                  <a:pt x="7097425" y="5606158"/>
                  <a:pt x="7077089" y="5647856"/>
                  <a:pt x="7059423" y="5676204"/>
                </a:cubicBezTo>
                <a:cubicBezTo>
                  <a:pt x="7041758" y="5704551"/>
                  <a:pt x="7021832" y="5724476"/>
                  <a:pt x="6999648" y="5735979"/>
                </a:cubicBezTo>
                <a:cubicBezTo>
                  <a:pt x="6977463" y="5747482"/>
                  <a:pt x="6947062" y="5753234"/>
                  <a:pt x="6908444" y="5753234"/>
                </a:cubicBezTo>
                <a:cubicBezTo>
                  <a:pt x="6892833" y="5753234"/>
                  <a:pt x="6874345" y="5750769"/>
                  <a:pt x="6852982" y="5745839"/>
                </a:cubicBezTo>
                <a:cubicBezTo>
                  <a:pt x="6835727" y="5740909"/>
                  <a:pt x="6818062" y="5738444"/>
                  <a:pt x="6799985" y="5738444"/>
                </a:cubicBezTo>
                <a:cubicBezTo>
                  <a:pt x="6753973" y="5738444"/>
                  <a:pt x="6719258" y="5748920"/>
                  <a:pt x="6695841" y="5769872"/>
                </a:cubicBezTo>
                <a:cubicBezTo>
                  <a:pt x="6672424" y="5790824"/>
                  <a:pt x="6660715" y="5820610"/>
                  <a:pt x="6660715" y="5859227"/>
                </a:cubicBezTo>
                <a:cubicBezTo>
                  <a:pt x="6660715" y="5915921"/>
                  <a:pt x="6685365" y="5954950"/>
                  <a:pt x="6734664" y="5976313"/>
                </a:cubicBezTo>
                <a:cubicBezTo>
                  <a:pt x="6783963" y="5997676"/>
                  <a:pt x="6857912" y="6008358"/>
                  <a:pt x="6956511" y="6008358"/>
                </a:cubicBezTo>
                <a:cubicBezTo>
                  <a:pt x="7057574" y="6008358"/>
                  <a:pt x="7137891" y="5992952"/>
                  <a:pt x="7197461" y="5962140"/>
                </a:cubicBezTo>
                <a:cubicBezTo>
                  <a:pt x="7257031" y="5931327"/>
                  <a:pt x="7304893" y="5887164"/>
                  <a:pt x="7341045" y="5829648"/>
                </a:cubicBezTo>
                <a:cubicBezTo>
                  <a:pt x="7377198" y="5772132"/>
                  <a:pt x="7414173" y="5692842"/>
                  <a:pt x="7451969" y="5591778"/>
                </a:cubicBezTo>
                <a:lnTo>
                  <a:pt x="7890733" y="4443105"/>
                </a:lnTo>
                <a:cubicBezTo>
                  <a:pt x="7901414" y="4413525"/>
                  <a:pt x="7910453" y="4384356"/>
                  <a:pt x="7917847" y="4355598"/>
                </a:cubicBezTo>
                <a:cubicBezTo>
                  <a:pt x="7925242" y="4326840"/>
                  <a:pt x="7930583" y="4304656"/>
                  <a:pt x="7933870" y="4289044"/>
                </a:cubicBezTo>
                <a:cubicBezTo>
                  <a:pt x="7933870" y="4263573"/>
                  <a:pt x="7927502" y="4239334"/>
                  <a:pt x="7914766" y="4216328"/>
                </a:cubicBezTo>
                <a:cubicBezTo>
                  <a:pt x="7902031" y="4193321"/>
                  <a:pt x="7883954" y="4175040"/>
                  <a:pt x="7860537" y="4161482"/>
                </a:cubicBezTo>
                <a:cubicBezTo>
                  <a:pt x="7837120" y="4147925"/>
                  <a:pt x="7812676" y="4141146"/>
                  <a:pt x="7787204" y="4141146"/>
                </a:cubicBezTo>
                <a:cubicBezTo>
                  <a:pt x="7751873" y="4141146"/>
                  <a:pt x="7724553" y="4147309"/>
                  <a:pt x="7705244" y="4159634"/>
                </a:cubicBezTo>
                <a:cubicBezTo>
                  <a:pt x="7685935" y="4171958"/>
                  <a:pt x="7667653" y="4195786"/>
                  <a:pt x="7650399" y="4231118"/>
                </a:cubicBezTo>
                <a:cubicBezTo>
                  <a:pt x="7633144" y="4266449"/>
                  <a:pt x="7613835" y="4315337"/>
                  <a:pt x="7592472" y="4377783"/>
                </a:cubicBezTo>
                <a:lnTo>
                  <a:pt x="7322558" y="5148085"/>
                </a:lnTo>
                <a:lnTo>
                  <a:pt x="7037855" y="4319856"/>
                </a:lnTo>
                <a:cubicBezTo>
                  <a:pt x="7018957" y="4262340"/>
                  <a:pt x="6997183" y="4218176"/>
                  <a:pt x="6972533" y="4187364"/>
                </a:cubicBezTo>
                <a:cubicBezTo>
                  <a:pt x="6947883" y="4156552"/>
                  <a:pt x="6911320" y="4141146"/>
                  <a:pt x="6862842" y="4141146"/>
                </a:cubicBezTo>
                <a:close/>
                <a:moveTo>
                  <a:pt x="4463321" y="3255214"/>
                </a:moveTo>
                <a:lnTo>
                  <a:pt x="4463321" y="3303281"/>
                </a:lnTo>
                <a:cubicBezTo>
                  <a:pt x="4463321" y="3419956"/>
                  <a:pt x="4448120" y="3503765"/>
                  <a:pt x="4417720" y="3554707"/>
                </a:cubicBezTo>
                <a:cubicBezTo>
                  <a:pt x="4391426" y="3600720"/>
                  <a:pt x="4350138" y="3638311"/>
                  <a:pt x="4293854" y="3667480"/>
                </a:cubicBezTo>
                <a:cubicBezTo>
                  <a:pt x="4237571" y="3696648"/>
                  <a:pt x="4176153" y="3711233"/>
                  <a:pt x="4109599" y="3711233"/>
                </a:cubicBezTo>
                <a:cubicBezTo>
                  <a:pt x="4047153" y="3711233"/>
                  <a:pt x="3996621" y="3693362"/>
                  <a:pt x="3958003" y="3657620"/>
                </a:cubicBezTo>
                <a:cubicBezTo>
                  <a:pt x="3919386" y="3621878"/>
                  <a:pt x="3900077" y="3578536"/>
                  <a:pt x="3900077" y="3527593"/>
                </a:cubicBezTo>
                <a:cubicBezTo>
                  <a:pt x="3900077" y="3478294"/>
                  <a:pt x="3916510" y="3439881"/>
                  <a:pt x="3949376" y="3412356"/>
                </a:cubicBezTo>
                <a:cubicBezTo>
                  <a:pt x="3982242" y="3384830"/>
                  <a:pt x="4016751" y="3366343"/>
                  <a:pt x="4052904" y="3356894"/>
                </a:cubicBezTo>
                <a:cubicBezTo>
                  <a:pt x="4089057" y="3347445"/>
                  <a:pt x="4154173" y="3332655"/>
                  <a:pt x="4248253" y="3312525"/>
                </a:cubicBezTo>
                <a:cubicBezTo>
                  <a:pt x="4342332" y="3292394"/>
                  <a:pt x="4414022" y="3273291"/>
                  <a:pt x="4463321" y="3255214"/>
                </a:cubicBezTo>
                <a:close/>
                <a:moveTo>
                  <a:pt x="5277183" y="2563791"/>
                </a:moveTo>
                <a:cubicBezTo>
                  <a:pt x="5228705" y="2563791"/>
                  <a:pt x="5190498" y="2579608"/>
                  <a:pt x="5162562" y="2611242"/>
                </a:cubicBezTo>
                <a:cubicBezTo>
                  <a:pt x="5134626" y="2642876"/>
                  <a:pt x="5120658" y="2690737"/>
                  <a:pt x="5120658" y="2754826"/>
                </a:cubicBezTo>
                <a:lnTo>
                  <a:pt x="5120658" y="3727255"/>
                </a:lnTo>
                <a:cubicBezTo>
                  <a:pt x="5120658" y="3792987"/>
                  <a:pt x="5136269" y="3843519"/>
                  <a:pt x="5167492" y="3878850"/>
                </a:cubicBezTo>
                <a:cubicBezTo>
                  <a:pt x="5198715" y="3914182"/>
                  <a:pt x="5238565" y="3931847"/>
                  <a:pt x="5287042" y="3931847"/>
                </a:cubicBezTo>
                <a:cubicBezTo>
                  <a:pt x="5337163" y="3931847"/>
                  <a:pt x="5378041" y="3914798"/>
                  <a:pt x="5409674" y="3880699"/>
                </a:cubicBezTo>
                <a:cubicBezTo>
                  <a:pt x="5441308" y="3846601"/>
                  <a:pt x="5457125" y="3795452"/>
                  <a:pt x="5457125" y="3727255"/>
                </a:cubicBezTo>
                <a:lnTo>
                  <a:pt x="5457125" y="3305746"/>
                </a:lnTo>
                <a:cubicBezTo>
                  <a:pt x="5457125" y="3168529"/>
                  <a:pt x="5465341" y="3074861"/>
                  <a:pt x="5481775" y="3024740"/>
                </a:cubicBezTo>
                <a:cubicBezTo>
                  <a:pt x="5504781" y="2962294"/>
                  <a:pt x="5540934" y="2913200"/>
                  <a:pt x="5590234" y="2877458"/>
                </a:cubicBezTo>
                <a:cubicBezTo>
                  <a:pt x="5639533" y="2841716"/>
                  <a:pt x="5694173" y="2823845"/>
                  <a:pt x="5754153" y="2823845"/>
                </a:cubicBezTo>
                <a:cubicBezTo>
                  <a:pt x="5846179" y="2823845"/>
                  <a:pt x="5907598" y="2853219"/>
                  <a:pt x="5938410" y="2911968"/>
                </a:cubicBezTo>
                <a:cubicBezTo>
                  <a:pt x="5969222" y="2970716"/>
                  <a:pt x="5984628" y="3055552"/>
                  <a:pt x="5984628" y="3166476"/>
                </a:cubicBezTo>
                <a:lnTo>
                  <a:pt x="5984628" y="3727255"/>
                </a:lnTo>
                <a:cubicBezTo>
                  <a:pt x="5984628" y="3792987"/>
                  <a:pt x="6000239" y="3843519"/>
                  <a:pt x="6031462" y="3878850"/>
                </a:cubicBezTo>
                <a:cubicBezTo>
                  <a:pt x="6062685" y="3914182"/>
                  <a:pt x="6103357" y="3931847"/>
                  <a:pt x="6153478" y="3931847"/>
                </a:cubicBezTo>
                <a:cubicBezTo>
                  <a:pt x="6202777" y="3931847"/>
                  <a:pt x="6242833" y="3914592"/>
                  <a:pt x="6273645" y="3880083"/>
                </a:cubicBezTo>
                <a:cubicBezTo>
                  <a:pt x="6304457" y="3845573"/>
                  <a:pt x="6319863" y="3794631"/>
                  <a:pt x="6319863" y="3727255"/>
                </a:cubicBezTo>
                <a:lnTo>
                  <a:pt x="6319863" y="3101154"/>
                </a:lnTo>
                <a:cubicBezTo>
                  <a:pt x="6319863" y="3027205"/>
                  <a:pt x="6316577" y="2966402"/>
                  <a:pt x="6310003" y="2918746"/>
                </a:cubicBezTo>
                <a:cubicBezTo>
                  <a:pt x="6303430" y="2871090"/>
                  <a:pt x="6289051" y="2826721"/>
                  <a:pt x="6266866" y="2785638"/>
                </a:cubicBezTo>
                <a:cubicBezTo>
                  <a:pt x="6232357" y="2714976"/>
                  <a:pt x="6180182" y="2660336"/>
                  <a:pt x="6110341" y="2621718"/>
                </a:cubicBezTo>
                <a:cubicBezTo>
                  <a:pt x="6040501" y="2583100"/>
                  <a:pt x="5961211" y="2563791"/>
                  <a:pt x="5872472" y="2563791"/>
                </a:cubicBezTo>
                <a:cubicBezTo>
                  <a:pt x="5781268" y="2563791"/>
                  <a:pt x="5700540" y="2582073"/>
                  <a:pt x="5630289" y="2618637"/>
                </a:cubicBezTo>
                <a:cubicBezTo>
                  <a:pt x="5560038" y="2655201"/>
                  <a:pt x="5495333" y="2712511"/>
                  <a:pt x="5436173" y="2790568"/>
                </a:cubicBezTo>
                <a:lnTo>
                  <a:pt x="5436173" y="2749896"/>
                </a:lnTo>
                <a:cubicBezTo>
                  <a:pt x="5436173" y="2709635"/>
                  <a:pt x="5428984" y="2675536"/>
                  <a:pt x="5414604" y="2647600"/>
                </a:cubicBezTo>
                <a:cubicBezTo>
                  <a:pt x="5400226" y="2619664"/>
                  <a:pt x="5381122" y="2598712"/>
                  <a:pt x="5357294" y="2584743"/>
                </a:cubicBezTo>
                <a:cubicBezTo>
                  <a:pt x="5333466" y="2570775"/>
                  <a:pt x="5306762" y="2563791"/>
                  <a:pt x="5277183" y="2563791"/>
                </a:cubicBezTo>
                <a:close/>
                <a:moveTo>
                  <a:pt x="4213127" y="2561326"/>
                </a:moveTo>
                <a:cubicBezTo>
                  <a:pt x="4080841" y="2561326"/>
                  <a:pt x="3970328" y="2579403"/>
                  <a:pt x="3881589" y="2615556"/>
                </a:cubicBezTo>
                <a:cubicBezTo>
                  <a:pt x="3792851" y="2651708"/>
                  <a:pt x="3727529" y="2697721"/>
                  <a:pt x="3685625" y="2753594"/>
                </a:cubicBezTo>
                <a:cubicBezTo>
                  <a:pt x="3643720" y="2809466"/>
                  <a:pt x="3622768" y="2866982"/>
                  <a:pt x="3622768" y="2926141"/>
                </a:cubicBezTo>
                <a:cubicBezTo>
                  <a:pt x="3622768" y="2963937"/>
                  <a:pt x="3636531" y="2994955"/>
                  <a:pt x="3664056" y="3019194"/>
                </a:cubicBezTo>
                <a:cubicBezTo>
                  <a:pt x="3691582" y="3043432"/>
                  <a:pt x="3724242" y="3055552"/>
                  <a:pt x="3762038" y="3055552"/>
                </a:cubicBezTo>
                <a:cubicBezTo>
                  <a:pt x="3803943" y="3055552"/>
                  <a:pt x="3831263" y="3047952"/>
                  <a:pt x="3843998" y="3032751"/>
                </a:cubicBezTo>
                <a:cubicBezTo>
                  <a:pt x="3856734" y="3017550"/>
                  <a:pt x="3878508" y="2986122"/>
                  <a:pt x="3909320" y="2938466"/>
                </a:cubicBezTo>
                <a:cubicBezTo>
                  <a:pt x="3940133" y="2890810"/>
                  <a:pt x="3977107" y="2855068"/>
                  <a:pt x="4020244" y="2831240"/>
                </a:cubicBezTo>
                <a:cubicBezTo>
                  <a:pt x="4063381" y="2807412"/>
                  <a:pt x="4127675" y="2795498"/>
                  <a:pt x="4213127" y="2795498"/>
                </a:cubicBezTo>
                <a:cubicBezTo>
                  <a:pt x="4312548" y="2795498"/>
                  <a:pt x="4378074" y="2816245"/>
                  <a:pt x="4409708" y="2857738"/>
                </a:cubicBezTo>
                <a:cubicBezTo>
                  <a:pt x="4441342" y="2899232"/>
                  <a:pt x="4459213" y="2964348"/>
                  <a:pt x="4463321" y="3053087"/>
                </a:cubicBezTo>
                <a:cubicBezTo>
                  <a:pt x="4392659" y="3073628"/>
                  <a:pt x="4327131" y="3091088"/>
                  <a:pt x="4266740" y="3105468"/>
                </a:cubicBezTo>
                <a:cubicBezTo>
                  <a:pt x="4206349" y="3119846"/>
                  <a:pt x="4133838" y="3135663"/>
                  <a:pt x="4049207" y="3152918"/>
                </a:cubicBezTo>
                <a:cubicBezTo>
                  <a:pt x="3964577" y="3170173"/>
                  <a:pt x="3911579" y="3181265"/>
                  <a:pt x="3890217" y="3186195"/>
                </a:cubicBezTo>
                <a:cubicBezTo>
                  <a:pt x="3788332" y="3208380"/>
                  <a:pt x="3708220" y="3251927"/>
                  <a:pt x="3649882" y="3316838"/>
                </a:cubicBezTo>
                <a:cubicBezTo>
                  <a:pt x="3591545" y="3381749"/>
                  <a:pt x="3562376" y="3460217"/>
                  <a:pt x="3562376" y="3552242"/>
                </a:cubicBezTo>
                <a:cubicBezTo>
                  <a:pt x="3562376" y="3620440"/>
                  <a:pt x="3580042" y="3683707"/>
                  <a:pt x="3615373" y="3742045"/>
                </a:cubicBezTo>
                <a:cubicBezTo>
                  <a:pt x="3650704" y="3800382"/>
                  <a:pt x="3701031" y="3846601"/>
                  <a:pt x="3766352" y="3880699"/>
                </a:cubicBezTo>
                <a:cubicBezTo>
                  <a:pt x="3831674" y="3914798"/>
                  <a:pt x="3907471" y="3931847"/>
                  <a:pt x="3993745" y="3931847"/>
                </a:cubicBezTo>
                <a:cubicBezTo>
                  <a:pt x="4088236" y="3931847"/>
                  <a:pt x="4173482" y="3916030"/>
                  <a:pt x="4249485" y="3884396"/>
                </a:cubicBezTo>
                <a:cubicBezTo>
                  <a:pt x="4325488" y="3852763"/>
                  <a:pt x="4404162" y="3805312"/>
                  <a:pt x="4485505" y="3742045"/>
                </a:cubicBezTo>
                <a:cubicBezTo>
                  <a:pt x="4523302" y="3803669"/>
                  <a:pt x="4559044" y="3850709"/>
                  <a:pt x="4592732" y="3883164"/>
                </a:cubicBezTo>
                <a:cubicBezTo>
                  <a:pt x="4626420" y="3915620"/>
                  <a:pt x="4660518" y="3931847"/>
                  <a:pt x="4695028" y="3931847"/>
                </a:cubicBezTo>
                <a:cubicBezTo>
                  <a:pt x="4736111" y="3931847"/>
                  <a:pt x="4772880" y="3917674"/>
                  <a:pt x="4805335" y="3889326"/>
                </a:cubicBezTo>
                <a:cubicBezTo>
                  <a:pt x="4837790" y="3860979"/>
                  <a:pt x="4854018" y="3829551"/>
                  <a:pt x="4854018" y="3795042"/>
                </a:cubicBezTo>
                <a:cubicBezTo>
                  <a:pt x="4854018" y="3775322"/>
                  <a:pt x="4843542" y="3731158"/>
                  <a:pt x="4822590" y="3662550"/>
                </a:cubicBezTo>
                <a:cubicBezTo>
                  <a:pt x="4801637" y="3593941"/>
                  <a:pt x="4791161" y="3528004"/>
                  <a:pt x="4791161" y="3464736"/>
                </a:cubicBezTo>
                <a:cubicBezTo>
                  <a:pt x="4791983" y="3397361"/>
                  <a:pt x="4792599" y="3336147"/>
                  <a:pt x="4793010" y="3281096"/>
                </a:cubicBezTo>
                <a:cubicBezTo>
                  <a:pt x="4793422" y="3226045"/>
                  <a:pt x="4793626" y="3159081"/>
                  <a:pt x="4793626" y="3080202"/>
                </a:cubicBezTo>
                <a:cubicBezTo>
                  <a:pt x="4793626" y="2955310"/>
                  <a:pt x="4776166" y="2855068"/>
                  <a:pt x="4741246" y="2779476"/>
                </a:cubicBezTo>
                <a:cubicBezTo>
                  <a:pt x="4706326" y="2703883"/>
                  <a:pt x="4646550" y="2648627"/>
                  <a:pt x="4561920" y="2613707"/>
                </a:cubicBezTo>
                <a:cubicBezTo>
                  <a:pt x="4477289" y="2578786"/>
                  <a:pt x="4361025" y="2561326"/>
                  <a:pt x="4213127" y="2561326"/>
                </a:cubicBezTo>
                <a:close/>
                <a:moveTo>
                  <a:pt x="591795" y="2094215"/>
                </a:moveTo>
                <a:cubicBezTo>
                  <a:pt x="531814" y="2094215"/>
                  <a:pt x="486007" y="2107773"/>
                  <a:pt x="454373" y="2134887"/>
                </a:cubicBezTo>
                <a:cubicBezTo>
                  <a:pt x="422739" y="2162002"/>
                  <a:pt x="406922" y="2198976"/>
                  <a:pt x="406922" y="2245811"/>
                </a:cubicBezTo>
                <a:cubicBezTo>
                  <a:pt x="406922" y="2291002"/>
                  <a:pt x="422123" y="2327360"/>
                  <a:pt x="452524" y="2354885"/>
                </a:cubicBezTo>
                <a:cubicBezTo>
                  <a:pt x="482925" y="2382411"/>
                  <a:pt x="529349" y="2396174"/>
                  <a:pt x="591795" y="2396174"/>
                </a:cubicBezTo>
                <a:lnTo>
                  <a:pt x="991119" y="2396174"/>
                </a:lnTo>
                <a:lnTo>
                  <a:pt x="991119" y="3708768"/>
                </a:lnTo>
                <a:cubicBezTo>
                  <a:pt x="991119" y="3783538"/>
                  <a:pt x="1008169" y="3839411"/>
                  <a:pt x="1042267" y="3876385"/>
                </a:cubicBezTo>
                <a:cubicBezTo>
                  <a:pt x="1076366" y="3913360"/>
                  <a:pt x="1120530" y="3931847"/>
                  <a:pt x="1174759" y="3931847"/>
                </a:cubicBezTo>
                <a:cubicBezTo>
                  <a:pt x="1228167" y="3931847"/>
                  <a:pt x="1271714" y="3913565"/>
                  <a:pt x="1305402" y="3877002"/>
                </a:cubicBezTo>
                <a:cubicBezTo>
                  <a:pt x="1339090" y="3840438"/>
                  <a:pt x="1355934" y="3784360"/>
                  <a:pt x="1355934" y="3708768"/>
                </a:cubicBezTo>
                <a:lnTo>
                  <a:pt x="1355934" y="2396174"/>
                </a:lnTo>
                <a:lnTo>
                  <a:pt x="1755259" y="2396174"/>
                </a:lnTo>
                <a:cubicBezTo>
                  <a:pt x="1817704" y="2396174"/>
                  <a:pt x="1864539" y="2382411"/>
                  <a:pt x="1895762" y="2354885"/>
                </a:cubicBezTo>
                <a:cubicBezTo>
                  <a:pt x="1926985" y="2327360"/>
                  <a:pt x="1942596" y="2291002"/>
                  <a:pt x="1942596" y="2245811"/>
                </a:cubicBezTo>
                <a:cubicBezTo>
                  <a:pt x="1942596" y="2200620"/>
                  <a:pt x="1927190" y="2164056"/>
                  <a:pt x="1896378" y="2136120"/>
                </a:cubicBezTo>
                <a:cubicBezTo>
                  <a:pt x="1865566" y="2108183"/>
                  <a:pt x="1818526" y="2094215"/>
                  <a:pt x="1755259" y="2094215"/>
                </a:cubicBezTo>
                <a:close/>
                <a:moveTo>
                  <a:pt x="6844319" y="2063403"/>
                </a:moveTo>
                <a:cubicBezTo>
                  <a:pt x="6790912" y="2063403"/>
                  <a:pt x="6749829" y="2082918"/>
                  <a:pt x="6721071" y="2121946"/>
                </a:cubicBezTo>
                <a:cubicBezTo>
                  <a:pt x="6692313" y="2160975"/>
                  <a:pt x="6677934" y="2217875"/>
                  <a:pt x="6677934" y="2292645"/>
                </a:cubicBezTo>
                <a:lnTo>
                  <a:pt x="6677934" y="3727255"/>
                </a:lnTo>
                <a:cubicBezTo>
                  <a:pt x="6677934" y="3794631"/>
                  <a:pt x="6692724" y="3845573"/>
                  <a:pt x="6722304" y="3880083"/>
                </a:cubicBezTo>
                <a:cubicBezTo>
                  <a:pt x="6751883" y="3914592"/>
                  <a:pt x="6792555" y="3931847"/>
                  <a:pt x="6844319" y="3931847"/>
                </a:cubicBezTo>
                <a:cubicBezTo>
                  <a:pt x="6888689" y="3931847"/>
                  <a:pt x="6927923" y="3914387"/>
                  <a:pt x="6962022" y="3879467"/>
                </a:cubicBezTo>
                <a:cubicBezTo>
                  <a:pt x="6996120" y="3844546"/>
                  <a:pt x="7013170" y="3794631"/>
                  <a:pt x="7013170" y="3729720"/>
                </a:cubicBezTo>
                <a:lnTo>
                  <a:pt x="7013170" y="3462271"/>
                </a:lnTo>
                <a:lnTo>
                  <a:pt x="7195577" y="3289724"/>
                </a:lnTo>
                <a:lnTo>
                  <a:pt x="7492605" y="3777787"/>
                </a:lnTo>
                <a:cubicBezTo>
                  <a:pt x="7530401" y="3836124"/>
                  <a:pt x="7560392" y="3876385"/>
                  <a:pt x="7582577" y="3898570"/>
                </a:cubicBezTo>
                <a:cubicBezTo>
                  <a:pt x="7604761" y="3920755"/>
                  <a:pt x="7636395" y="3931847"/>
                  <a:pt x="7677478" y="3931847"/>
                </a:cubicBezTo>
                <a:cubicBezTo>
                  <a:pt x="7725134" y="3931847"/>
                  <a:pt x="7763547" y="3916441"/>
                  <a:pt x="7792715" y="3885629"/>
                </a:cubicBezTo>
                <a:cubicBezTo>
                  <a:pt x="7821884" y="3854817"/>
                  <a:pt x="7836468" y="3812707"/>
                  <a:pt x="7836468" y="3759300"/>
                </a:cubicBezTo>
                <a:cubicBezTo>
                  <a:pt x="7836468" y="3740401"/>
                  <a:pt x="7830922" y="3720476"/>
                  <a:pt x="7819830" y="3699524"/>
                </a:cubicBezTo>
                <a:cubicBezTo>
                  <a:pt x="7808737" y="3678572"/>
                  <a:pt x="7790455" y="3647965"/>
                  <a:pt x="7764984" y="3607704"/>
                </a:cubicBezTo>
                <a:lnTo>
                  <a:pt x="7419889" y="3065412"/>
                </a:lnTo>
                <a:lnTo>
                  <a:pt x="7598599" y="2901492"/>
                </a:lnTo>
                <a:cubicBezTo>
                  <a:pt x="7689803" y="2819326"/>
                  <a:pt x="7735405" y="2753594"/>
                  <a:pt x="7735405" y="2704294"/>
                </a:cubicBezTo>
                <a:cubicBezTo>
                  <a:pt x="7735405" y="2664033"/>
                  <a:pt x="7721436" y="2630551"/>
                  <a:pt x="7693500" y="2603847"/>
                </a:cubicBezTo>
                <a:cubicBezTo>
                  <a:pt x="7665564" y="2577143"/>
                  <a:pt x="7630644" y="2563791"/>
                  <a:pt x="7588739" y="2563791"/>
                </a:cubicBezTo>
                <a:cubicBezTo>
                  <a:pt x="7553408" y="2563791"/>
                  <a:pt x="7523418" y="2572830"/>
                  <a:pt x="7498768" y="2590906"/>
                </a:cubicBezTo>
                <a:cubicBezTo>
                  <a:pt x="7474118" y="2608982"/>
                  <a:pt x="7438376" y="2642670"/>
                  <a:pt x="7391542" y="2691969"/>
                </a:cubicBezTo>
                <a:lnTo>
                  <a:pt x="7013170" y="3088829"/>
                </a:lnTo>
                <a:lnTo>
                  <a:pt x="7013170" y="2272925"/>
                </a:lnTo>
                <a:cubicBezTo>
                  <a:pt x="7013170" y="2203906"/>
                  <a:pt x="6997969" y="2151731"/>
                  <a:pt x="6967568" y="2116400"/>
                </a:cubicBezTo>
                <a:cubicBezTo>
                  <a:pt x="6937167" y="2081069"/>
                  <a:pt x="6896084" y="2063403"/>
                  <a:pt x="6844319" y="2063403"/>
                </a:cubicBezTo>
                <a:close/>
                <a:moveTo>
                  <a:pt x="2270083" y="2063403"/>
                </a:moveTo>
                <a:cubicBezTo>
                  <a:pt x="2217497" y="2063403"/>
                  <a:pt x="2176620" y="2080453"/>
                  <a:pt x="2147451" y="2114551"/>
                </a:cubicBezTo>
                <a:cubicBezTo>
                  <a:pt x="2118282" y="2148650"/>
                  <a:pt x="2103698" y="2199798"/>
                  <a:pt x="2103698" y="2267995"/>
                </a:cubicBezTo>
                <a:lnTo>
                  <a:pt x="2103698" y="3727255"/>
                </a:lnTo>
                <a:cubicBezTo>
                  <a:pt x="2103698" y="3863650"/>
                  <a:pt x="2159160" y="3931847"/>
                  <a:pt x="2270083" y="3931847"/>
                </a:cubicBezTo>
                <a:cubicBezTo>
                  <a:pt x="2323490" y="3931847"/>
                  <a:pt x="2365189" y="3914387"/>
                  <a:pt x="2395180" y="3879467"/>
                </a:cubicBezTo>
                <a:cubicBezTo>
                  <a:pt x="2425170" y="3844546"/>
                  <a:pt x="2440165" y="3793809"/>
                  <a:pt x="2440165" y="3727255"/>
                </a:cubicBezTo>
                <a:lnTo>
                  <a:pt x="2440165" y="3282329"/>
                </a:lnTo>
                <a:cubicBezTo>
                  <a:pt x="2440165" y="3154151"/>
                  <a:pt x="2449204" y="3065001"/>
                  <a:pt x="2467280" y="3014880"/>
                </a:cubicBezTo>
                <a:cubicBezTo>
                  <a:pt x="2491108" y="2955721"/>
                  <a:pt x="2527056" y="2909092"/>
                  <a:pt x="2575122" y="2874993"/>
                </a:cubicBezTo>
                <a:cubicBezTo>
                  <a:pt x="2623189" y="2840894"/>
                  <a:pt x="2677213" y="2823845"/>
                  <a:pt x="2737194" y="2823845"/>
                </a:cubicBezTo>
                <a:cubicBezTo>
                  <a:pt x="2826755" y="2823845"/>
                  <a:pt x="2887557" y="2852809"/>
                  <a:pt x="2919601" y="2910735"/>
                </a:cubicBezTo>
                <a:cubicBezTo>
                  <a:pt x="2951646" y="2968662"/>
                  <a:pt x="2967668" y="3051444"/>
                  <a:pt x="2967668" y="3159081"/>
                </a:cubicBezTo>
                <a:lnTo>
                  <a:pt x="2967668" y="3727255"/>
                </a:lnTo>
                <a:cubicBezTo>
                  <a:pt x="2967668" y="3863650"/>
                  <a:pt x="3023130" y="3931847"/>
                  <a:pt x="3134054" y="3931847"/>
                </a:cubicBezTo>
                <a:cubicBezTo>
                  <a:pt x="3184996" y="3931847"/>
                  <a:pt x="3225874" y="3914592"/>
                  <a:pt x="3256686" y="3880083"/>
                </a:cubicBezTo>
                <a:cubicBezTo>
                  <a:pt x="3287497" y="3845573"/>
                  <a:pt x="3302904" y="3794631"/>
                  <a:pt x="3302904" y="3727255"/>
                </a:cubicBezTo>
                <a:lnTo>
                  <a:pt x="3302904" y="3082667"/>
                </a:lnTo>
                <a:cubicBezTo>
                  <a:pt x="3302904" y="3017756"/>
                  <a:pt x="3298795" y="2960445"/>
                  <a:pt x="3290579" y="2910735"/>
                </a:cubicBezTo>
                <a:cubicBezTo>
                  <a:pt x="3282362" y="2861025"/>
                  <a:pt x="3266340" y="2816039"/>
                  <a:pt x="3242512" y="2775778"/>
                </a:cubicBezTo>
                <a:cubicBezTo>
                  <a:pt x="3204716" y="2706759"/>
                  <a:pt x="3152747" y="2654173"/>
                  <a:pt x="3086603" y="2618021"/>
                </a:cubicBezTo>
                <a:cubicBezTo>
                  <a:pt x="3020460" y="2581868"/>
                  <a:pt x="2944662" y="2563791"/>
                  <a:pt x="2859210" y="2563791"/>
                </a:cubicBezTo>
                <a:cubicBezTo>
                  <a:pt x="2802515" y="2563791"/>
                  <a:pt x="2749519" y="2570981"/>
                  <a:pt x="2700220" y="2585360"/>
                </a:cubicBezTo>
                <a:cubicBezTo>
                  <a:pt x="2650920" y="2599739"/>
                  <a:pt x="2605935" y="2621307"/>
                  <a:pt x="2565263" y="2650065"/>
                </a:cubicBezTo>
                <a:cubicBezTo>
                  <a:pt x="2524591" y="2678823"/>
                  <a:pt x="2482892" y="2717852"/>
                  <a:pt x="2440165" y="2767151"/>
                </a:cubicBezTo>
                <a:lnTo>
                  <a:pt x="2440165" y="2267995"/>
                </a:lnTo>
                <a:cubicBezTo>
                  <a:pt x="2440165" y="2200620"/>
                  <a:pt x="2425170" y="2149677"/>
                  <a:pt x="2395180" y="2115167"/>
                </a:cubicBezTo>
                <a:cubicBezTo>
                  <a:pt x="2365189" y="2080658"/>
                  <a:pt x="2323490" y="2063403"/>
                  <a:pt x="2270083" y="2063403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en-IN" sz="19900" dirty="0">
              <a:latin typeface="Arial Rounded MT Bold" panose="020F0704030504030204" pitchFamily="34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26310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503</TotalTime>
  <Words>1091</Words>
  <Application>Microsoft Office PowerPoint</Application>
  <PresentationFormat>Widescreen</PresentationFormat>
  <Paragraphs>170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9" baseType="lpstr">
      <vt:lpstr>Arial</vt:lpstr>
      <vt:lpstr>Arial Black</vt:lpstr>
      <vt:lpstr>Arial Rounded MT Bold</vt:lpstr>
      <vt:lpstr>Bahnschrift</vt:lpstr>
      <vt:lpstr>Calibri</vt:lpstr>
      <vt:lpstr>Calibri Light</vt:lpstr>
      <vt:lpstr>Cascadia Code SemiLight</vt:lpstr>
      <vt:lpstr>Constantia</vt:lpstr>
      <vt:lpstr>Impact</vt:lpstr>
      <vt:lpstr>Segoe Print</vt:lpstr>
      <vt:lpstr>Sitka Heading Semibold</vt:lpstr>
      <vt:lpstr>Sitka Small Semibold</vt:lpstr>
      <vt:lpstr>Sitka Text Semibold</vt:lpstr>
      <vt:lpstr>Söhne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Bhararthwaj Ryder</dc:creator>
  <cp:lastModifiedBy>Bharathwaj Ryder</cp:lastModifiedBy>
  <cp:revision>34</cp:revision>
  <dcterms:created xsi:type="dcterms:W3CDTF">2023-06-02T13:45:41Z</dcterms:created>
  <dcterms:modified xsi:type="dcterms:W3CDTF">2024-08-23T14:04:09Z</dcterms:modified>
</cp:coreProperties>
</file>